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840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6E5AC3-E1E8-4593-985D-C1AAA56C992E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F4984A-5759-4955-A128-F1D087C0A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949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9E1DF-AB5B-46EE-AC5A-E3C826FA997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74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E47A6-03A1-51F5-65BD-7CF7B9E00F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B2777-5CF8-08D5-94E3-0143941C01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0F693-BD6D-F392-DA20-2774D98AE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0DE2-8B33-46E7-9019-BB895D3EB8B0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940F1-9AA8-810C-15DF-8B702D370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7230F-4A01-8999-D5DE-787538099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7128-5A2F-4913-B9DD-133E36070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209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20049-F5FD-5AD3-C9CE-42C222245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29A91-D459-198F-0322-0A6DAEB3A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7A287-374E-36F7-DA28-C258F0AE6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0DE2-8B33-46E7-9019-BB895D3EB8B0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24F44-7CEC-02CD-3E53-858DB54FF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54BEE-DABA-2608-DA24-713B7EE9A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7128-5A2F-4913-B9DD-133E36070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501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827A9-5B37-39FF-4BA5-487FD9CF4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583742-8BB6-DA73-920C-ED25D3694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90D22-D85D-6F1F-48C1-C0E8EFA54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0DE2-8B33-46E7-9019-BB895D3EB8B0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4F2D9-ADAD-7E2B-60FB-7C4D85828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7AA35-B18E-608B-9BA3-0A0E770D8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7128-5A2F-4913-B9DD-133E36070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819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1ABE3-5A0D-183C-AF5E-08978D7B1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D051B-9528-FE5F-4F2F-B0C9EA01B7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B51904-FFC9-034F-837B-1EE6C48FBC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78B41E-4D2C-E584-3408-324872009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0DE2-8B33-46E7-9019-BB895D3EB8B0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AF05C3-BDD5-7762-2363-28FB625CA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086707-D5DE-7786-5534-E31C6627B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7128-5A2F-4913-B9DD-133E36070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100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00158-98C2-9D79-B224-1BC10FD8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B9AA8-538F-57DC-E325-47DA726FE4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2D97C2-E734-4E2B-6349-EA5BF592C7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F711B9-38FE-27AC-C7FC-43A94A19AB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A1E627-2020-60E7-637B-CCC26571B6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DBF51A-1534-54C6-9FBC-530A51509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0DE2-8B33-46E7-9019-BB895D3EB8B0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77390B-7358-769B-7430-83B583ADE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10CEED-A0B0-BDFC-55BE-6B774ACC2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7128-5A2F-4913-B9DD-133E36070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841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72547-38D4-B7DC-E48F-9B1EFDF23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B8FC33-557A-D84A-6143-704AB5DAD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0DE2-8B33-46E7-9019-BB895D3EB8B0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1F7FC9-8B1A-E9FF-0F3E-667F8281F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85F875-F6D7-1A4B-C639-F1A731804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7128-5A2F-4913-B9DD-133E36070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683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C7B4EF-ABAC-833F-131F-E62353A28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0DE2-8B33-46E7-9019-BB895D3EB8B0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1B94F7-9370-99B1-E36B-CE363D0B7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68B8C1-DE1D-A3D0-AE23-9EFA97B40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7128-5A2F-4913-B9DD-133E36070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954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47B0C-A6F6-C18F-EA8A-8D599C31B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86807-99EF-69ED-00AB-33CFC2E0B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1545D9-B6C2-4083-F976-8563A5DE72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5A0DC2-DBCE-538D-8100-CFA10E193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0DE2-8B33-46E7-9019-BB895D3EB8B0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B5537-1F93-1C60-BAEE-4C4ECDE04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9F945A-2710-1E1A-9796-F0F1588DB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7128-5A2F-4913-B9DD-133E36070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339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08D2C-0754-981C-F5C7-D64E4F9D7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A51387-9C9B-E505-DFD8-375DB4058C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A31472-B6FB-AD71-4CAF-E65607B607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62AFE4-05DB-00EF-3E68-C6FDDC861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0DE2-8B33-46E7-9019-BB895D3EB8B0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063B0A-2648-6E3B-021A-3B49B8B0C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C8640D-02BE-F523-053E-1A5CD9975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7128-5A2F-4913-B9DD-133E36070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306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7C489-3006-6E1A-4B79-56885E532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9798CB-9C41-68AA-D168-2F2447DA4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E60F0-5530-DFEB-DE42-E1AC09ED7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0DE2-8B33-46E7-9019-BB895D3EB8B0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0A676-68EC-47FC-8917-800BFEC4C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18325-BA10-E2AA-5C85-13F1113CF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7128-5A2F-4913-B9DD-133E36070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159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A8FB7B-C6F5-EECF-B650-CC372CE19C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552D8D-6209-93DA-BCE6-EE53254B3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17DD4-C5CC-6D22-FAC1-A3B03174B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0DE2-8B33-46E7-9019-BB895D3EB8B0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56E25-F982-FEA1-2E7A-BAEB38CD7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4F4A3-2E5E-0FC1-A54D-FCF9ADCDE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7128-5A2F-4913-B9DD-133E36070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67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2DDA20-D461-35C6-0306-C0F4C344E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DDD7E5-CCCD-61B6-E937-E2299BFD04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0E664-35BA-0E6D-3E64-EE5094C190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8F0DE2-8B33-46E7-9019-BB895D3EB8B0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16D84-8A2C-FFAD-611B-C70E4CBE23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B5156-7F05-A6CE-DC5D-FD6713A1AB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087128-5A2F-4913-B9DD-133E36070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559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5.png"/><Relationship Id="rId21" Type="http://schemas.openxmlformats.org/officeDocument/2006/relationships/image" Target="../media/image19.png"/><Relationship Id="rId42" Type="http://schemas.openxmlformats.org/officeDocument/2006/relationships/image" Target="../media/image40.svg"/><Relationship Id="rId63" Type="http://schemas.openxmlformats.org/officeDocument/2006/relationships/image" Target="../media/image61.png"/><Relationship Id="rId84" Type="http://schemas.openxmlformats.org/officeDocument/2006/relationships/image" Target="../media/image82.svg"/><Relationship Id="rId138" Type="http://schemas.openxmlformats.org/officeDocument/2006/relationships/image" Target="../media/image136.svg"/><Relationship Id="rId159" Type="http://schemas.openxmlformats.org/officeDocument/2006/relationships/image" Target="../media/image157.png"/><Relationship Id="rId170" Type="http://schemas.openxmlformats.org/officeDocument/2006/relationships/image" Target="../media/image168.svg"/><Relationship Id="rId107" Type="http://schemas.openxmlformats.org/officeDocument/2006/relationships/image" Target="../media/image105.png"/><Relationship Id="rId11" Type="http://schemas.openxmlformats.org/officeDocument/2006/relationships/image" Target="../media/image9.png"/><Relationship Id="rId32" Type="http://schemas.openxmlformats.org/officeDocument/2006/relationships/image" Target="../media/image30.svg"/><Relationship Id="rId53" Type="http://schemas.openxmlformats.org/officeDocument/2006/relationships/image" Target="../media/image51.png"/><Relationship Id="rId74" Type="http://schemas.openxmlformats.org/officeDocument/2006/relationships/image" Target="../media/image72.svg"/><Relationship Id="rId128" Type="http://schemas.openxmlformats.org/officeDocument/2006/relationships/image" Target="../media/image126.svg"/><Relationship Id="rId149" Type="http://schemas.openxmlformats.org/officeDocument/2006/relationships/image" Target="../media/image147.png"/><Relationship Id="rId5" Type="http://schemas.openxmlformats.org/officeDocument/2006/relationships/image" Target="../media/image3.png"/><Relationship Id="rId95" Type="http://schemas.openxmlformats.org/officeDocument/2006/relationships/image" Target="../media/image93.png"/><Relationship Id="rId160" Type="http://schemas.openxmlformats.org/officeDocument/2006/relationships/image" Target="../media/image158.png"/><Relationship Id="rId181" Type="http://schemas.openxmlformats.org/officeDocument/2006/relationships/image" Target="../media/image179.png"/><Relationship Id="rId22" Type="http://schemas.openxmlformats.org/officeDocument/2006/relationships/image" Target="../media/image20.svg"/><Relationship Id="rId43" Type="http://schemas.openxmlformats.org/officeDocument/2006/relationships/image" Target="../media/image41.png"/><Relationship Id="rId64" Type="http://schemas.openxmlformats.org/officeDocument/2006/relationships/image" Target="../media/image62.svg"/><Relationship Id="rId118" Type="http://schemas.openxmlformats.org/officeDocument/2006/relationships/image" Target="../media/image116.svg"/><Relationship Id="rId139" Type="http://schemas.openxmlformats.org/officeDocument/2006/relationships/image" Target="../media/image137.png"/><Relationship Id="rId85" Type="http://schemas.openxmlformats.org/officeDocument/2006/relationships/image" Target="../media/image83.png"/><Relationship Id="rId150" Type="http://schemas.openxmlformats.org/officeDocument/2006/relationships/image" Target="../media/image148.svg"/><Relationship Id="rId171" Type="http://schemas.openxmlformats.org/officeDocument/2006/relationships/image" Target="../media/image169.png"/><Relationship Id="rId12" Type="http://schemas.openxmlformats.org/officeDocument/2006/relationships/image" Target="../media/image10.svg"/><Relationship Id="rId33" Type="http://schemas.openxmlformats.org/officeDocument/2006/relationships/image" Target="../media/image31.png"/><Relationship Id="rId108" Type="http://schemas.openxmlformats.org/officeDocument/2006/relationships/image" Target="../media/image106.svg"/><Relationship Id="rId129" Type="http://schemas.openxmlformats.org/officeDocument/2006/relationships/image" Target="../media/image127.png"/><Relationship Id="rId54" Type="http://schemas.openxmlformats.org/officeDocument/2006/relationships/image" Target="../media/image52.svg"/><Relationship Id="rId75" Type="http://schemas.openxmlformats.org/officeDocument/2006/relationships/image" Target="../media/image73.png"/><Relationship Id="rId96" Type="http://schemas.openxmlformats.org/officeDocument/2006/relationships/image" Target="../media/image94.svg"/><Relationship Id="rId140" Type="http://schemas.openxmlformats.org/officeDocument/2006/relationships/image" Target="../media/image138.svg"/><Relationship Id="rId161" Type="http://schemas.openxmlformats.org/officeDocument/2006/relationships/image" Target="../media/image159.png"/><Relationship Id="rId182" Type="http://schemas.openxmlformats.org/officeDocument/2006/relationships/image" Target="../media/image180.svg"/><Relationship Id="rId6" Type="http://schemas.openxmlformats.org/officeDocument/2006/relationships/image" Target="../media/image4.svg"/><Relationship Id="rId23" Type="http://schemas.openxmlformats.org/officeDocument/2006/relationships/image" Target="../media/image21.png"/><Relationship Id="rId119" Type="http://schemas.openxmlformats.org/officeDocument/2006/relationships/image" Target="../media/image117.png"/><Relationship Id="rId44" Type="http://schemas.openxmlformats.org/officeDocument/2006/relationships/image" Target="../media/image42.svg"/><Relationship Id="rId60" Type="http://schemas.openxmlformats.org/officeDocument/2006/relationships/image" Target="../media/image58.svg"/><Relationship Id="rId65" Type="http://schemas.openxmlformats.org/officeDocument/2006/relationships/image" Target="../media/image63.png"/><Relationship Id="rId81" Type="http://schemas.openxmlformats.org/officeDocument/2006/relationships/image" Target="../media/image79.png"/><Relationship Id="rId86" Type="http://schemas.openxmlformats.org/officeDocument/2006/relationships/image" Target="../media/image84.svg"/><Relationship Id="rId130" Type="http://schemas.openxmlformats.org/officeDocument/2006/relationships/image" Target="../media/image128.svg"/><Relationship Id="rId135" Type="http://schemas.openxmlformats.org/officeDocument/2006/relationships/image" Target="../media/image133.png"/><Relationship Id="rId151" Type="http://schemas.openxmlformats.org/officeDocument/2006/relationships/image" Target="../media/image149.png"/><Relationship Id="rId156" Type="http://schemas.openxmlformats.org/officeDocument/2006/relationships/image" Target="../media/image154.png"/><Relationship Id="rId177" Type="http://schemas.openxmlformats.org/officeDocument/2006/relationships/image" Target="../media/image175.png"/><Relationship Id="rId172" Type="http://schemas.openxmlformats.org/officeDocument/2006/relationships/image" Target="../media/image170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39" Type="http://schemas.openxmlformats.org/officeDocument/2006/relationships/image" Target="../media/image37.png"/><Relationship Id="rId109" Type="http://schemas.openxmlformats.org/officeDocument/2006/relationships/image" Target="../media/image107.png"/><Relationship Id="rId34" Type="http://schemas.openxmlformats.org/officeDocument/2006/relationships/image" Target="../media/image32.svg"/><Relationship Id="rId50" Type="http://schemas.openxmlformats.org/officeDocument/2006/relationships/image" Target="../media/image48.svg"/><Relationship Id="rId55" Type="http://schemas.openxmlformats.org/officeDocument/2006/relationships/image" Target="../media/image53.png"/><Relationship Id="rId76" Type="http://schemas.openxmlformats.org/officeDocument/2006/relationships/image" Target="../media/image74.svg"/><Relationship Id="rId97" Type="http://schemas.openxmlformats.org/officeDocument/2006/relationships/image" Target="../media/image95.png"/><Relationship Id="rId104" Type="http://schemas.openxmlformats.org/officeDocument/2006/relationships/image" Target="../media/image102.svg"/><Relationship Id="rId120" Type="http://schemas.openxmlformats.org/officeDocument/2006/relationships/image" Target="../media/image118.svg"/><Relationship Id="rId125" Type="http://schemas.openxmlformats.org/officeDocument/2006/relationships/image" Target="../media/image123.png"/><Relationship Id="rId141" Type="http://schemas.openxmlformats.org/officeDocument/2006/relationships/image" Target="../media/image139.png"/><Relationship Id="rId146" Type="http://schemas.openxmlformats.org/officeDocument/2006/relationships/image" Target="../media/image144.svg"/><Relationship Id="rId167" Type="http://schemas.openxmlformats.org/officeDocument/2006/relationships/image" Target="../media/image165.png"/><Relationship Id="rId7" Type="http://schemas.openxmlformats.org/officeDocument/2006/relationships/image" Target="../media/image5.png"/><Relationship Id="rId71" Type="http://schemas.openxmlformats.org/officeDocument/2006/relationships/image" Target="../media/image69.png"/><Relationship Id="rId92" Type="http://schemas.openxmlformats.org/officeDocument/2006/relationships/image" Target="../media/image90.svg"/><Relationship Id="rId162" Type="http://schemas.openxmlformats.org/officeDocument/2006/relationships/image" Target="../media/image160.svg"/><Relationship Id="rId2" Type="http://schemas.openxmlformats.org/officeDocument/2006/relationships/notesSlide" Target="../notesSlides/notesSlide1.xml"/><Relationship Id="rId29" Type="http://schemas.openxmlformats.org/officeDocument/2006/relationships/image" Target="../media/image27.png"/><Relationship Id="rId24" Type="http://schemas.openxmlformats.org/officeDocument/2006/relationships/image" Target="../media/image22.svg"/><Relationship Id="rId40" Type="http://schemas.openxmlformats.org/officeDocument/2006/relationships/image" Target="../media/image38.svg"/><Relationship Id="rId45" Type="http://schemas.openxmlformats.org/officeDocument/2006/relationships/image" Target="../media/image43.png"/><Relationship Id="rId66" Type="http://schemas.openxmlformats.org/officeDocument/2006/relationships/image" Target="../media/image64.svg"/><Relationship Id="rId87" Type="http://schemas.openxmlformats.org/officeDocument/2006/relationships/image" Target="../media/image85.png"/><Relationship Id="rId110" Type="http://schemas.openxmlformats.org/officeDocument/2006/relationships/image" Target="../media/image108.svg"/><Relationship Id="rId115" Type="http://schemas.openxmlformats.org/officeDocument/2006/relationships/image" Target="../media/image113.png"/><Relationship Id="rId131" Type="http://schemas.openxmlformats.org/officeDocument/2006/relationships/image" Target="../media/image129.png"/><Relationship Id="rId136" Type="http://schemas.openxmlformats.org/officeDocument/2006/relationships/image" Target="../media/image134.svg"/><Relationship Id="rId157" Type="http://schemas.openxmlformats.org/officeDocument/2006/relationships/image" Target="../media/image155.png"/><Relationship Id="rId178" Type="http://schemas.openxmlformats.org/officeDocument/2006/relationships/image" Target="../media/image176.svg"/><Relationship Id="rId61" Type="http://schemas.openxmlformats.org/officeDocument/2006/relationships/image" Target="../media/image59.png"/><Relationship Id="rId82" Type="http://schemas.openxmlformats.org/officeDocument/2006/relationships/image" Target="../media/image80.svg"/><Relationship Id="rId152" Type="http://schemas.openxmlformats.org/officeDocument/2006/relationships/image" Target="../media/image150.png"/><Relationship Id="rId173" Type="http://schemas.openxmlformats.org/officeDocument/2006/relationships/image" Target="../media/image171.png"/><Relationship Id="rId19" Type="http://schemas.openxmlformats.org/officeDocument/2006/relationships/image" Target="../media/image17.png"/><Relationship Id="rId14" Type="http://schemas.openxmlformats.org/officeDocument/2006/relationships/image" Target="../media/image12.svg"/><Relationship Id="rId30" Type="http://schemas.openxmlformats.org/officeDocument/2006/relationships/image" Target="../media/image28.svg"/><Relationship Id="rId35" Type="http://schemas.openxmlformats.org/officeDocument/2006/relationships/image" Target="../media/image33.png"/><Relationship Id="rId56" Type="http://schemas.openxmlformats.org/officeDocument/2006/relationships/image" Target="../media/image54.svg"/><Relationship Id="rId77" Type="http://schemas.openxmlformats.org/officeDocument/2006/relationships/image" Target="../media/image75.png"/><Relationship Id="rId100" Type="http://schemas.openxmlformats.org/officeDocument/2006/relationships/image" Target="../media/image98.svg"/><Relationship Id="rId105" Type="http://schemas.openxmlformats.org/officeDocument/2006/relationships/image" Target="../media/image103.png"/><Relationship Id="rId126" Type="http://schemas.openxmlformats.org/officeDocument/2006/relationships/image" Target="../media/image124.svg"/><Relationship Id="rId147" Type="http://schemas.openxmlformats.org/officeDocument/2006/relationships/image" Target="../media/image145.png"/><Relationship Id="rId168" Type="http://schemas.openxmlformats.org/officeDocument/2006/relationships/image" Target="../media/image166.svg"/><Relationship Id="rId8" Type="http://schemas.openxmlformats.org/officeDocument/2006/relationships/image" Target="../media/image6.svg"/><Relationship Id="rId51" Type="http://schemas.openxmlformats.org/officeDocument/2006/relationships/image" Target="../media/image49.png"/><Relationship Id="rId72" Type="http://schemas.openxmlformats.org/officeDocument/2006/relationships/image" Target="../media/image70.svg"/><Relationship Id="rId93" Type="http://schemas.openxmlformats.org/officeDocument/2006/relationships/image" Target="../media/image91.png"/><Relationship Id="rId98" Type="http://schemas.openxmlformats.org/officeDocument/2006/relationships/image" Target="../media/image96.svg"/><Relationship Id="rId121" Type="http://schemas.openxmlformats.org/officeDocument/2006/relationships/image" Target="../media/image119.png"/><Relationship Id="rId142" Type="http://schemas.openxmlformats.org/officeDocument/2006/relationships/image" Target="../media/image140.svg"/><Relationship Id="rId163" Type="http://schemas.openxmlformats.org/officeDocument/2006/relationships/image" Target="../media/image161.png"/><Relationship Id="rId3" Type="http://schemas.openxmlformats.org/officeDocument/2006/relationships/image" Target="../media/image1.png"/><Relationship Id="rId25" Type="http://schemas.openxmlformats.org/officeDocument/2006/relationships/image" Target="../media/image23.png"/><Relationship Id="rId46" Type="http://schemas.openxmlformats.org/officeDocument/2006/relationships/image" Target="../media/image44.svg"/><Relationship Id="rId67" Type="http://schemas.openxmlformats.org/officeDocument/2006/relationships/image" Target="../media/image65.png"/><Relationship Id="rId116" Type="http://schemas.openxmlformats.org/officeDocument/2006/relationships/image" Target="../media/image114.svg"/><Relationship Id="rId137" Type="http://schemas.openxmlformats.org/officeDocument/2006/relationships/image" Target="../media/image135.png"/><Relationship Id="rId158" Type="http://schemas.openxmlformats.org/officeDocument/2006/relationships/image" Target="../media/image156.svg"/><Relationship Id="rId20" Type="http://schemas.openxmlformats.org/officeDocument/2006/relationships/image" Target="../media/image18.svg"/><Relationship Id="rId41" Type="http://schemas.openxmlformats.org/officeDocument/2006/relationships/image" Target="../media/image39.png"/><Relationship Id="rId62" Type="http://schemas.openxmlformats.org/officeDocument/2006/relationships/image" Target="../media/image60.svg"/><Relationship Id="rId83" Type="http://schemas.openxmlformats.org/officeDocument/2006/relationships/image" Target="../media/image81.png"/><Relationship Id="rId88" Type="http://schemas.openxmlformats.org/officeDocument/2006/relationships/image" Target="../media/image86.svg"/><Relationship Id="rId111" Type="http://schemas.openxmlformats.org/officeDocument/2006/relationships/image" Target="../media/image109.png"/><Relationship Id="rId132" Type="http://schemas.openxmlformats.org/officeDocument/2006/relationships/image" Target="../media/image130.svg"/><Relationship Id="rId153" Type="http://schemas.openxmlformats.org/officeDocument/2006/relationships/image" Target="../media/image151.png"/><Relationship Id="rId174" Type="http://schemas.openxmlformats.org/officeDocument/2006/relationships/image" Target="../media/image172.svg"/><Relationship Id="rId179" Type="http://schemas.openxmlformats.org/officeDocument/2006/relationships/image" Target="../media/image177.png"/><Relationship Id="rId15" Type="http://schemas.openxmlformats.org/officeDocument/2006/relationships/image" Target="../media/image13.png"/><Relationship Id="rId36" Type="http://schemas.openxmlformats.org/officeDocument/2006/relationships/image" Target="../media/image34.svg"/><Relationship Id="rId57" Type="http://schemas.openxmlformats.org/officeDocument/2006/relationships/image" Target="../media/image55.png"/><Relationship Id="rId106" Type="http://schemas.openxmlformats.org/officeDocument/2006/relationships/image" Target="../media/image104.svg"/><Relationship Id="rId127" Type="http://schemas.openxmlformats.org/officeDocument/2006/relationships/image" Target="../media/image125.png"/><Relationship Id="rId10" Type="http://schemas.openxmlformats.org/officeDocument/2006/relationships/image" Target="../media/image8.svg"/><Relationship Id="rId31" Type="http://schemas.openxmlformats.org/officeDocument/2006/relationships/image" Target="../media/image29.png"/><Relationship Id="rId52" Type="http://schemas.openxmlformats.org/officeDocument/2006/relationships/image" Target="../media/image50.svg"/><Relationship Id="rId73" Type="http://schemas.openxmlformats.org/officeDocument/2006/relationships/image" Target="../media/image71.png"/><Relationship Id="rId78" Type="http://schemas.openxmlformats.org/officeDocument/2006/relationships/image" Target="../media/image76.svg"/><Relationship Id="rId94" Type="http://schemas.openxmlformats.org/officeDocument/2006/relationships/image" Target="../media/image92.svg"/><Relationship Id="rId99" Type="http://schemas.openxmlformats.org/officeDocument/2006/relationships/image" Target="../media/image97.png"/><Relationship Id="rId101" Type="http://schemas.openxmlformats.org/officeDocument/2006/relationships/image" Target="../media/image99.png"/><Relationship Id="rId122" Type="http://schemas.openxmlformats.org/officeDocument/2006/relationships/image" Target="../media/image120.svg"/><Relationship Id="rId143" Type="http://schemas.openxmlformats.org/officeDocument/2006/relationships/image" Target="../media/image141.png"/><Relationship Id="rId148" Type="http://schemas.openxmlformats.org/officeDocument/2006/relationships/image" Target="../media/image146.svg"/><Relationship Id="rId164" Type="http://schemas.openxmlformats.org/officeDocument/2006/relationships/image" Target="../media/image162.svg"/><Relationship Id="rId169" Type="http://schemas.openxmlformats.org/officeDocument/2006/relationships/image" Target="../media/image16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80" Type="http://schemas.openxmlformats.org/officeDocument/2006/relationships/image" Target="../media/image178.svg"/><Relationship Id="rId26" Type="http://schemas.openxmlformats.org/officeDocument/2006/relationships/image" Target="../media/image24.svg"/><Relationship Id="rId47" Type="http://schemas.openxmlformats.org/officeDocument/2006/relationships/image" Target="../media/image45.png"/><Relationship Id="rId68" Type="http://schemas.openxmlformats.org/officeDocument/2006/relationships/image" Target="../media/image66.svg"/><Relationship Id="rId89" Type="http://schemas.openxmlformats.org/officeDocument/2006/relationships/image" Target="../media/image87.png"/><Relationship Id="rId112" Type="http://schemas.openxmlformats.org/officeDocument/2006/relationships/image" Target="../media/image110.svg"/><Relationship Id="rId133" Type="http://schemas.openxmlformats.org/officeDocument/2006/relationships/image" Target="../media/image131.png"/><Relationship Id="rId154" Type="http://schemas.openxmlformats.org/officeDocument/2006/relationships/image" Target="../media/image152.png"/><Relationship Id="rId175" Type="http://schemas.openxmlformats.org/officeDocument/2006/relationships/image" Target="../media/image173.png"/><Relationship Id="rId16" Type="http://schemas.openxmlformats.org/officeDocument/2006/relationships/image" Target="../media/image14.svg"/><Relationship Id="rId37" Type="http://schemas.openxmlformats.org/officeDocument/2006/relationships/image" Target="../media/image35.png"/><Relationship Id="rId58" Type="http://schemas.openxmlformats.org/officeDocument/2006/relationships/image" Target="../media/image56.svg"/><Relationship Id="rId79" Type="http://schemas.openxmlformats.org/officeDocument/2006/relationships/image" Target="../media/image77.png"/><Relationship Id="rId102" Type="http://schemas.openxmlformats.org/officeDocument/2006/relationships/image" Target="../media/image100.svg"/><Relationship Id="rId123" Type="http://schemas.openxmlformats.org/officeDocument/2006/relationships/image" Target="../media/image121.png"/><Relationship Id="rId144" Type="http://schemas.openxmlformats.org/officeDocument/2006/relationships/image" Target="../media/image142.svg"/><Relationship Id="rId90" Type="http://schemas.openxmlformats.org/officeDocument/2006/relationships/image" Target="../media/image88.svg"/><Relationship Id="rId165" Type="http://schemas.openxmlformats.org/officeDocument/2006/relationships/image" Target="../media/image163.png"/><Relationship Id="rId27" Type="http://schemas.openxmlformats.org/officeDocument/2006/relationships/image" Target="../media/image25.png"/><Relationship Id="rId48" Type="http://schemas.openxmlformats.org/officeDocument/2006/relationships/image" Target="../media/image46.svg"/><Relationship Id="rId69" Type="http://schemas.openxmlformats.org/officeDocument/2006/relationships/image" Target="../media/image67.png"/><Relationship Id="rId113" Type="http://schemas.openxmlformats.org/officeDocument/2006/relationships/image" Target="../media/image111.png"/><Relationship Id="rId134" Type="http://schemas.openxmlformats.org/officeDocument/2006/relationships/image" Target="../media/image132.svg"/><Relationship Id="rId80" Type="http://schemas.openxmlformats.org/officeDocument/2006/relationships/image" Target="../media/image78.svg"/><Relationship Id="rId155" Type="http://schemas.openxmlformats.org/officeDocument/2006/relationships/image" Target="../media/image153.png"/><Relationship Id="rId176" Type="http://schemas.openxmlformats.org/officeDocument/2006/relationships/image" Target="../media/image174.svg"/><Relationship Id="rId17" Type="http://schemas.openxmlformats.org/officeDocument/2006/relationships/image" Target="../media/image15.png"/><Relationship Id="rId38" Type="http://schemas.openxmlformats.org/officeDocument/2006/relationships/image" Target="../media/image36.svg"/><Relationship Id="rId59" Type="http://schemas.openxmlformats.org/officeDocument/2006/relationships/image" Target="../media/image57.png"/><Relationship Id="rId103" Type="http://schemas.openxmlformats.org/officeDocument/2006/relationships/image" Target="../media/image101.png"/><Relationship Id="rId124" Type="http://schemas.openxmlformats.org/officeDocument/2006/relationships/image" Target="../media/image122.svg"/><Relationship Id="rId70" Type="http://schemas.openxmlformats.org/officeDocument/2006/relationships/image" Target="../media/image68.svg"/><Relationship Id="rId91" Type="http://schemas.openxmlformats.org/officeDocument/2006/relationships/image" Target="../media/image89.png"/><Relationship Id="rId145" Type="http://schemas.openxmlformats.org/officeDocument/2006/relationships/image" Target="../media/image143.png"/><Relationship Id="rId166" Type="http://schemas.openxmlformats.org/officeDocument/2006/relationships/image" Target="../media/image164.svg"/><Relationship Id="rId1" Type="http://schemas.openxmlformats.org/officeDocument/2006/relationships/slideLayout" Target="../slideLayouts/slideLayout1.xml"/><Relationship Id="rId28" Type="http://schemas.openxmlformats.org/officeDocument/2006/relationships/image" Target="../media/image26.svg"/><Relationship Id="rId49" Type="http://schemas.openxmlformats.org/officeDocument/2006/relationships/image" Target="../media/image47.png"/><Relationship Id="rId114" Type="http://schemas.openxmlformats.org/officeDocument/2006/relationships/image" Target="../media/image1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roup 141">
            <a:extLst>
              <a:ext uri="{FF2B5EF4-FFF2-40B4-BE49-F238E27FC236}">
                <a16:creationId xmlns:a16="http://schemas.microsoft.com/office/drawing/2014/main" id="{08E203FD-2B71-3E65-CCAF-A3655D722065}"/>
              </a:ext>
            </a:extLst>
          </p:cNvPr>
          <p:cNvGrpSpPr/>
          <p:nvPr/>
        </p:nvGrpSpPr>
        <p:grpSpPr>
          <a:xfrm>
            <a:off x="5200445" y="1483633"/>
            <a:ext cx="1791109" cy="3890734"/>
            <a:chOff x="5226027" y="1857827"/>
            <a:chExt cx="1874213" cy="40712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141" name="Graphic 140">
              <a:extLst>
                <a:ext uri="{FF2B5EF4-FFF2-40B4-BE49-F238E27FC236}">
                  <a16:creationId xmlns:a16="http://schemas.microsoft.com/office/drawing/2014/main" id="{A80370E5-AD17-FB7A-A4C9-E6564196B9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226027" y="1857827"/>
              <a:ext cx="1874213" cy="4071257"/>
            </a:xfrm>
            <a:prstGeom prst="rect">
              <a:avLst/>
            </a:prstGeom>
          </p:spPr>
        </p:pic>
        <p:pic>
          <p:nvPicPr>
            <p:cNvPr id="140" name="Graphic 139">
              <a:extLst>
                <a:ext uri="{FF2B5EF4-FFF2-40B4-BE49-F238E27FC236}">
                  <a16:creationId xmlns:a16="http://schemas.microsoft.com/office/drawing/2014/main" id="{FC819772-C04A-B4E5-4E74-2364B3AE262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394084" y="2039276"/>
              <a:ext cx="1538098" cy="3708359"/>
            </a:xfrm>
            <a:prstGeom prst="rect">
              <a:avLst/>
            </a:prstGeom>
          </p:spPr>
        </p:pic>
      </p:grpSp>
      <p:pic>
        <p:nvPicPr>
          <p:cNvPr id="6" name="Graphic 5">
            <a:extLst>
              <a:ext uri="{FF2B5EF4-FFF2-40B4-BE49-F238E27FC236}">
                <a16:creationId xmlns:a16="http://schemas.microsoft.com/office/drawing/2014/main" id="{3DBD81BC-F2A2-38B5-F48C-69794F46529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2411487" y="10050873"/>
            <a:ext cx="1269835" cy="3401142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55D267AB-7108-FBF4-C96F-F6DDE2C4160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074081" y="9172916"/>
            <a:ext cx="1132840" cy="347781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42F7AE8-DE8B-0EEB-C8B4-BE6ED598D15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4053195" y="9907893"/>
            <a:ext cx="1348150" cy="3591337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8262AE10-9301-FE7D-8B72-D9247C53955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5701021" y="9947367"/>
            <a:ext cx="1135579" cy="352421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457C9148-D07F-C188-A0D6-E4E2E3052DA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6474102" y="9453717"/>
            <a:ext cx="1093191" cy="3381528"/>
          </a:xfrm>
          <a:prstGeom prst="rect">
            <a:avLst/>
          </a:prstGeom>
        </p:spPr>
      </p:pic>
      <p:pic>
        <p:nvPicPr>
          <p:cNvPr id="464" name="Graphic 463">
            <a:extLst>
              <a:ext uri="{FF2B5EF4-FFF2-40B4-BE49-F238E27FC236}">
                <a16:creationId xmlns:a16="http://schemas.microsoft.com/office/drawing/2014/main" id="{2830A0EB-F2A0-BB92-3860-BE20AB04D3A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7379109" y="9873416"/>
            <a:ext cx="1029293" cy="3596932"/>
          </a:xfrm>
          <a:prstGeom prst="rect">
            <a:avLst/>
          </a:prstGeom>
        </p:spPr>
      </p:pic>
      <p:pic>
        <p:nvPicPr>
          <p:cNvPr id="466" name="Graphic 465">
            <a:extLst>
              <a:ext uri="{FF2B5EF4-FFF2-40B4-BE49-F238E27FC236}">
                <a16:creationId xmlns:a16="http://schemas.microsoft.com/office/drawing/2014/main" id="{42EBDA68-5CFD-0159-A895-18103BBFFF96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7948325" y="9260137"/>
            <a:ext cx="1161161" cy="346649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013293EE-AE35-1ACB-34BF-A0CC7B8BD582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4885577" y="5367337"/>
            <a:ext cx="885825" cy="298132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0515F864-58A7-0C85-004C-BE0F38AEF0C8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-2223780" y="5538788"/>
            <a:ext cx="1114425" cy="325755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B4360BF-8010-4E99-75CD-3AC0AE273886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-4006952" y="5767388"/>
            <a:ext cx="1200150" cy="325755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80B2B7F1-8C2D-C7A5-AA8E-C7F357FBC321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6433543" y="5348287"/>
            <a:ext cx="1152525" cy="30194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FEE6F39C-9177-AD99-265C-3C09C76C98FA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-5525576" y="5767388"/>
            <a:ext cx="1228725" cy="325755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0C232887-4254-F419-A7FF-2E149DA7B867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-7056489" y="5767388"/>
            <a:ext cx="1104900" cy="325755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79FCC690-5C49-C499-ADDB-9B5EB3BA572F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-9260451" y="5767388"/>
            <a:ext cx="1619250" cy="325755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83F10C20-7FA2-443F-DA9E-B833BC6B333D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-10865414" y="5767388"/>
            <a:ext cx="1171575" cy="3257550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F35530E7-4312-AA73-7382-F08CE8229CF4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-12750442" y="5767388"/>
            <a:ext cx="1343025" cy="325755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FE104900-1FF1-46C7-B54C-66D9CF17FDCC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-14310852" y="5767388"/>
            <a:ext cx="1219200" cy="3257550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1B487B96-4EEF-C00C-D11A-C7E47B8E9F4A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18003479" y="5367337"/>
            <a:ext cx="1257300" cy="2981325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57175658-8BDA-CB1C-C425-F534B4C7FFB0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19595537" y="5367337"/>
            <a:ext cx="904875" cy="2981325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1BC9EA29-8878-4E7F-6872-3DF4D9FEA207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20843465" y="5424487"/>
            <a:ext cx="1771650" cy="2867025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62B7BF6A-755B-70AB-E32A-FA586F62BAB4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-16225838" y="5767388"/>
            <a:ext cx="1438275" cy="325755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DA788E02-51E1-825E-1838-1ECA961F8130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22840950" y="5329237"/>
            <a:ext cx="1028700" cy="3057525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9CA53713-96FB-E859-D02F-5EC91EC33979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-9261885" y="9719676"/>
            <a:ext cx="1412056" cy="3808991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C4F33EEF-37BC-9A98-3C6F-897683C6C26B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19772518" y="8959433"/>
            <a:ext cx="1252538" cy="3889791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46EAB50F-219C-6F44-21EC-3ADB153C643F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21373639" y="9368392"/>
            <a:ext cx="1230721" cy="3478375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AE6C0D67-A2ED-CC3B-3F5E-5D50576A88E0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-1980908" y="-6846913"/>
            <a:ext cx="971258" cy="3394125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0AF38B06-526D-D96E-734B-8F36683286FD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-4559196" y="-6788150"/>
            <a:ext cx="1204684" cy="3249612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AAA3B6E3-FA52-E3C7-85AB-F2827D1BEB6E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-4033454" y="-2804008"/>
            <a:ext cx="1185129" cy="374831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917EEEC9-40BB-E4A6-570D-A6896460A565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-5388076" y="-2182352"/>
            <a:ext cx="1174953" cy="312485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773FF94B-7355-2361-0385-9CD7711A6710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-14588383" y="-2515040"/>
            <a:ext cx="1077631" cy="28895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E1E5F008-D61A-4496-C8F9-91E0A4D08884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-13345507" y="-2578100"/>
            <a:ext cx="924309" cy="32864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FF19BC32-AFEF-20CF-4A94-51B4D3B8A103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-10326663" y="-2072751"/>
            <a:ext cx="880893" cy="27272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2707C266-BEDB-A400-727C-924A1DCDF19C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 flipH="1">
            <a:off x="-9055382" y="-2185521"/>
            <a:ext cx="990471" cy="289523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242649D9-8C27-22B8-FCCC-C4E175507C53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 flipH="1">
            <a:off x="-12359389" y="-2427374"/>
            <a:ext cx="1661627" cy="30531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45" name="Graphic 67">
            <a:extLst>
              <a:ext uri="{FF2B5EF4-FFF2-40B4-BE49-F238E27FC236}">
                <a16:creationId xmlns:a16="http://schemas.microsoft.com/office/drawing/2014/main" id="{BB16B51D-7E72-7E82-08A5-9391B59EA6BE}"/>
              </a:ext>
            </a:extLst>
          </p:cNvPr>
          <p:cNvGrpSpPr/>
          <p:nvPr/>
        </p:nvGrpSpPr>
        <p:grpSpPr>
          <a:xfrm>
            <a:off x="-6451450" y="-2089297"/>
            <a:ext cx="1147942" cy="3033603"/>
            <a:chOff x="2921866" y="2066898"/>
            <a:chExt cx="1147942" cy="303360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0C126DDE-1688-A59B-2153-5B01F3AF406E}"/>
                </a:ext>
              </a:extLst>
            </p:cNvPr>
            <p:cNvSpPr/>
            <p:nvPr/>
          </p:nvSpPr>
          <p:spPr>
            <a:xfrm>
              <a:off x="3346099" y="2526147"/>
              <a:ext cx="256164" cy="962448"/>
            </a:xfrm>
            <a:custGeom>
              <a:avLst/>
              <a:gdLst>
                <a:gd name="connsiteX0" fmla="*/ 38414 w 256164"/>
                <a:gd name="connsiteY0" fmla="*/ 23056 h 962448"/>
                <a:gd name="connsiteX1" fmla="*/ 0 w 256164"/>
                <a:gd name="connsiteY1" fmla="*/ 69167 h 962448"/>
                <a:gd name="connsiteX2" fmla="*/ 93924 w 256164"/>
                <a:gd name="connsiteY2" fmla="*/ 939393 h 962448"/>
                <a:gd name="connsiteX3" fmla="*/ 201542 w 256164"/>
                <a:gd name="connsiteY3" fmla="*/ 962449 h 962448"/>
                <a:gd name="connsiteX4" fmla="*/ 256164 w 256164"/>
                <a:gd name="connsiteY4" fmla="*/ 44853 h 962448"/>
                <a:gd name="connsiteX5" fmla="*/ 172898 w 256164"/>
                <a:gd name="connsiteY5" fmla="*/ 0 h 962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6164" h="962448">
                  <a:moveTo>
                    <a:pt x="38414" y="23056"/>
                  </a:moveTo>
                  <a:lnTo>
                    <a:pt x="0" y="69167"/>
                  </a:lnTo>
                  <a:lnTo>
                    <a:pt x="93924" y="939393"/>
                  </a:lnTo>
                  <a:lnTo>
                    <a:pt x="201542" y="962449"/>
                  </a:lnTo>
                  <a:lnTo>
                    <a:pt x="256164" y="44853"/>
                  </a:lnTo>
                  <a:lnTo>
                    <a:pt x="172898" y="0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7526D68-AEB5-D08F-C8D9-F4ACE7661AFA}"/>
                </a:ext>
              </a:extLst>
            </p:cNvPr>
            <p:cNvSpPr/>
            <p:nvPr/>
          </p:nvSpPr>
          <p:spPr>
            <a:xfrm>
              <a:off x="3146327" y="4994089"/>
              <a:ext cx="272453" cy="99472"/>
            </a:xfrm>
            <a:custGeom>
              <a:avLst/>
              <a:gdLst>
                <a:gd name="connsiteX0" fmla="*/ 26873 w 272453"/>
                <a:gd name="connsiteY0" fmla="*/ 45445 h 99472"/>
                <a:gd name="connsiteX1" fmla="*/ 14069 w 272453"/>
                <a:gd name="connsiteY1" fmla="*/ 68501 h 99472"/>
                <a:gd name="connsiteX2" fmla="*/ 1264 w 272453"/>
                <a:gd name="connsiteY2" fmla="*/ 74903 h 99472"/>
                <a:gd name="connsiteX3" fmla="*/ 3188 w 272453"/>
                <a:gd name="connsiteY3" fmla="*/ 93480 h 99472"/>
                <a:gd name="connsiteX4" fmla="*/ 122315 w 272453"/>
                <a:gd name="connsiteY4" fmla="*/ 99254 h 99472"/>
                <a:gd name="connsiteX5" fmla="*/ 199808 w 272453"/>
                <a:gd name="connsiteY5" fmla="*/ 83230 h 99472"/>
                <a:gd name="connsiteX6" fmla="*/ 212613 w 272453"/>
                <a:gd name="connsiteY6" fmla="*/ 67871 h 99472"/>
                <a:gd name="connsiteX7" fmla="*/ 235668 w 272453"/>
                <a:gd name="connsiteY7" fmla="*/ 68501 h 99472"/>
                <a:gd name="connsiteX8" fmla="*/ 272157 w 272453"/>
                <a:gd name="connsiteY8" fmla="*/ 53772 h 99472"/>
                <a:gd name="connsiteX9" fmla="*/ 272157 w 272453"/>
                <a:gd name="connsiteY9" fmla="*/ 4478 h 99472"/>
                <a:gd name="connsiteX10" fmla="*/ 255504 w 272453"/>
                <a:gd name="connsiteY10" fmla="*/ 0 h 99472"/>
                <a:gd name="connsiteX11" fmla="*/ 26873 w 272453"/>
                <a:gd name="connsiteY11" fmla="*/ 45445 h 99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2453" h="99472">
                  <a:moveTo>
                    <a:pt x="26873" y="45445"/>
                  </a:moveTo>
                  <a:lnTo>
                    <a:pt x="14069" y="68501"/>
                  </a:lnTo>
                  <a:cubicBezTo>
                    <a:pt x="14069" y="68501"/>
                    <a:pt x="3188" y="69796"/>
                    <a:pt x="1264" y="74903"/>
                  </a:cubicBezTo>
                  <a:cubicBezTo>
                    <a:pt x="-660" y="80010"/>
                    <a:pt x="-660" y="90927"/>
                    <a:pt x="3188" y="93480"/>
                  </a:cubicBezTo>
                  <a:cubicBezTo>
                    <a:pt x="7037" y="96034"/>
                    <a:pt x="83235" y="100512"/>
                    <a:pt x="122315" y="99254"/>
                  </a:cubicBezTo>
                  <a:cubicBezTo>
                    <a:pt x="161395" y="97958"/>
                    <a:pt x="188928" y="89003"/>
                    <a:pt x="199808" y="83230"/>
                  </a:cubicBezTo>
                  <a:cubicBezTo>
                    <a:pt x="210688" y="77456"/>
                    <a:pt x="212613" y="67871"/>
                    <a:pt x="212613" y="67871"/>
                  </a:cubicBezTo>
                  <a:lnTo>
                    <a:pt x="235668" y="68501"/>
                  </a:lnTo>
                  <a:lnTo>
                    <a:pt x="272157" y="53772"/>
                  </a:lnTo>
                  <a:cubicBezTo>
                    <a:pt x="272157" y="53772"/>
                    <a:pt x="272823" y="8956"/>
                    <a:pt x="272157" y="4478"/>
                  </a:cubicBezTo>
                  <a:cubicBezTo>
                    <a:pt x="271528" y="0"/>
                    <a:pt x="255504" y="0"/>
                    <a:pt x="255504" y="0"/>
                  </a:cubicBezTo>
                  <a:lnTo>
                    <a:pt x="26873" y="45445"/>
                  </a:lnTo>
                  <a:close/>
                </a:path>
              </a:pathLst>
            </a:custGeom>
            <a:solidFill>
              <a:srgbClr val="1012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7237677-F5C3-9869-87ED-502E51A2BF1D}"/>
                </a:ext>
              </a:extLst>
            </p:cNvPr>
            <p:cNvSpPr/>
            <p:nvPr/>
          </p:nvSpPr>
          <p:spPr>
            <a:xfrm>
              <a:off x="3156863" y="4878145"/>
              <a:ext cx="260543" cy="192677"/>
            </a:xfrm>
            <a:custGeom>
              <a:avLst/>
              <a:gdLst>
                <a:gd name="connsiteX0" fmla="*/ 89353 w 260543"/>
                <a:gd name="connsiteY0" fmla="*/ 42928 h 192677"/>
                <a:gd name="connsiteX1" fmla="*/ 76549 w 260543"/>
                <a:gd name="connsiteY1" fmla="*/ 73015 h 192677"/>
                <a:gd name="connsiteX2" fmla="*/ 40689 w 260543"/>
                <a:gd name="connsiteY2" fmla="*/ 120422 h 192677"/>
                <a:gd name="connsiteX3" fmla="*/ 2904 w 260543"/>
                <a:gd name="connsiteY3" fmla="*/ 156282 h 192677"/>
                <a:gd name="connsiteX4" fmla="*/ 980 w 260543"/>
                <a:gd name="connsiteY4" fmla="*/ 185073 h 192677"/>
                <a:gd name="connsiteX5" fmla="*/ 104711 w 260543"/>
                <a:gd name="connsiteY5" fmla="*/ 190217 h 192677"/>
                <a:gd name="connsiteX6" fmla="*/ 157225 w 260543"/>
                <a:gd name="connsiteY6" fmla="*/ 190847 h 192677"/>
                <a:gd name="connsiteX7" fmla="*/ 200782 w 260543"/>
                <a:gd name="connsiteY7" fmla="*/ 167791 h 192677"/>
                <a:gd name="connsiteX8" fmla="*/ 202706 w 260543"/>
                <a:gd name="connsiteY8" fmla="*/ 138962 h 192677"/>
                <a:gd name="connsiteX9" fmla="*/ 234089 w 260543"/>
                <a:gd name="connsiteY9" fmla="*/ 126787 h 192677"/>
                <a:gd name="connsiteX10" fmla="*/ 259069 w 260543"/>
                <a:gd name="connsiteY10" fmla="*/ 114611 h 192677"/>
                <a:gd name="connsiteX11" fmla="*/ 247522 w 260543"/>
                <a:gd name="connsiteY11" fmla="*/ 30087 h 192677"/>
                <a:gd name="connsiteX12" fmla="*/ 216140 w 260543"/>
                <a:gd name="connsiteY12" fmla="*/ 0 h 192677"/>
                <a:gd name="connsiteX13" fmla="*/ 89353 w 260543"/>
                <a:gd name="connsiteY13" fmla="*/ 42928 h 192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0543" h="192677">
                  <a:moveTo>
                    <a:pt x="89353" y="42928"/>
                  </a:moveTo>
                  <a:cubicBezTo>
                    <a:pt x="89353" y="42928"/>
                    <a:pt x="82951" y="64689"/>
                    <a:pt x="76549" y="73015"/>
                  </a:cubicBezTo>
                  <a:cubicBezTo>
                    <a:pt x="70146" y="81342"/>
                    <a:pt x="47720" y="115907"/>
                    <a:pt x="40689" y="120422"/>
                  </a:cubicBezTo>
                  <a:cubicBezTo>
                    <a:pt x="33657" y="124900"/>
                    <a:pt x="8048" y="138999"/>
                    <a:pt x="2904" y="156282"/>
                  </a:cubicBezTo>
                  <a:cubicBezTo>
                    <a:pt x="-2203" y="173564"/>
                    <a:pt x="980" y="185073"/>
                    <a:pt x="980" y="185073"/>
                  </a:cubicBezTo>
                  <a:cubicBezTo>
                    <a:pt x="980" y="185073"/>
                    <a:pt x="95755" y="188922"/>
                    <a:pt x="104711" y="190217"/>
                  </a:cubicBezTo>
                  <a:cubicBezTo>
                    <a:pt x="113667" y="191476"/>
                    <a:pt x="141200" y="194695"/>
                    <a:pt x="157225" y="190847"/>
                  </a:cubicBezTo>
                  <a:cubicBezTo>
                    <a:pt x="173249" y="186998"/>
                    <a:pt x="195009" y="176747"/>
                    <a:pt x="200782" y="167791"/>
                  </a:cubicBezTo>
                  <a:cubicBezTo>
                    <a:pt x="206555" y="158835"/>
                    <a:pt x="199524" y="144106"/>
                    <a:pt x="202706" y="138962"/>
                  </a:cubicBezTo>
                  <a:cubicBezTo>
                    <a:pt x="205926" y="133855"/>
                    <a:pt x="221913" y="130636"/>
                    <a:pt x="234089" y="126787"/>
                  </a:cubicBezTo>
                  <a:cubicBezTo>
                    <a:pt x="246264" y="122938"/>
                    <a:pt x="255849" y="121680"/>
                    <a:pt x="259069" y="114611"/>
                  </a:cubicBezTo>
                  <a:cubicBezTo>
                    <a:pt x="262288" y="107580"/>
                    <a:pt x="260993" y="52513"/>
                    <a:pt x="247522" y="30087"/>
                  </a:cubicBezTo>
                  <a:cubicBezTo>
                    <a:pt x="234089" y="7661"/>
                    <a:pt x="216140" y="0"/>
                    <a:pt x="216140" y="0"/>
                  </a:cubicBezTo>
                  <a:lnTo>
                    <a:pt x="89353" y="42928"/>
                  </a:lnTo>
                  <a:close/>
                </a:path>
              </a:pathLst>
            </a:custGeom>
            <a:solidFill>
              <a:srgbClr val="60433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7E9CFDEA-FABB-F7E6-581B-AB281FC48F53}"/>
                </a:ext>
              </a:extLst>
            </p:cNvPr>
            <p:cNvSpPr/>
            <p:nvPr/>
          </p:nvSpPr>
          <p:spPr>
            <a:xfrm>
              <a:off x="3611848" y="4986354"/>
              <a:ext cx="208758" cy="114146"/>
            </a:xfrm>
            <a:custGeom>
              <a:avLst/>
              <a:gdLst>
                <a:gd name="connsiteX0" fmla="*/ 21131 w 208758"/>
                <a:gd name="connsiteY0" fmla="*/ 0 h 114146"/>
                <a:gd name="connsiteX1" fmla="*/ 5107 w 208758"/>
                <a:gd name="connsiteY1" fmla="*/ 22426 h 114146"/>
                <a:gd name="connsiteX2" fmla="*/ 629 w 208758"/>
                <a:gd name="connsiteY2" fmla="*/ 28829 h 114146"/>
                <a:gd name="connsiteX3" fmla="*/ 0 w 208758"/>
                <a:gd name="connsiteY3" fmla="*/ 73645 h 114146"/>
                <a:gd name="connsiteX4" fmla="*/ 13434 w 208758"/>
                <a:gd name="connsiteY4" fmla="*/ 75569 h 114146"/>
                <a:gd name="connsiteX5" fmla="*/ 30716 w 208758"/>
                <a:gd name="connsiteY5" fmla="*/ 71091 h 114146"/>
                <a:gd name="connsiteX6" fmla="*/ 23685 w 208758"/>
                <a:gd name="connsiteY6" fmla="*/ 78159 h 114146"/>
                <a:gd name="connsiteX7" fmla="*/ 12804 w 208758"/>
                <a:gd name="connsiteY7" fmla="*/ 81342 h 114146"/>
                <a:gd name="connsiteX8" fmla="*/ 7697 w 208758"/>
                <a:gd name="connsiteY8" fmla="*/ 92888 h 114146"/>
                <a:gd name="connsiteX9" fmla="*/ 24980 w 208758"/>
                <a:gd name="connsiteY9" fmla="*/ 111466 h 114146"/>
                <a:gd name="connsiteX10" fmla="*/ 188922 w 208758"/>
                <a:gd name="connsiteY10" fmla="*/ 112761 h 114146"/>
                <a:gd name="connsiteX11" fmla="*/ 208758 w 208758"/>
                <a:gd name="connsiteY11" fmla="*/ 96108 h 114146"/>
                <a:gd name="connsiteX12" fmla="*/ 204909 w 208758"/>
                <a:gd name="connsiteY12" fmla="*/ 78825 h 114146"/>
                <a:gd name="connsiteX13" fmla="*/ 188885 w 208758"/>
                <a:gd name="connsiteY13" fmla="*/ 73052 h 114146"/>
                <a:gd name="connsiteX14" fmla="*/ 21131 w 208758"/>
                <a:gd name="connsiteY14" fmla="*/ 0 h 11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8758" h="114146">
                  <a:moveTo>
                    <a:pt x="21131" y="0"/>
                  </a:moveTo>
                  <a:lnTo>
                    <a:pt x="5107" y="22426"/>
                  </a:lnTo>
                  <a:cubicBezTo>
                    <a:pt x="5107" y="22426"/>
                    <a:pt x="629" y="20502"/>
                    <a:pt x="629" y="28829"/>
                  </a:cubicBezTo>
                  <a:cubicBezTo>
                    <a:pt x="629" y="37155"/>
                    <a:pt x="0" y="73645"/>
                    <a:pt x="0" y="73645"/>
                  </a:cubicBezTo>
                  <a:cubicBezTo>
                    <a:pt x="0" y="73645"/>
                    <a:pt x="9622" y="75569"/>
                    <a:pt x="13434" y="75569"/>
                  </a:cubicBezTo>
                  <a:cubicBezTo>
                    <a:pt x="17282" y="75569"/>
                    <a:pt x="30716" y="71091"/>
                    <a:pt x="30716" y="71091"/>
                  </a:cubicBezTo>
                  <a:lnTo>
                    <a:pt x="23685" y="78159"/>
                  </a:lnTo>
                  <a:cubicBezTo>
                    <a:pt x="23685" y="78159"/>
                    <a:pt x="15987" y="79455"/>
                    <a:pt x="12804" y="81342"/>
                  </a:cubicBezTo>
                  <a:cubicBezTo>
                    <a:pt x="9622" y="83266"/>
                    <a:pt x="7031" y="85820"/>
                    <a:pt x="7697" y="92888"/>
                  </a:cubicBezTo>
                  <a:cubicBezTo>
                    <a:pt x="8327" y="99920"/>
                    <a:pt x="15395" y="108875"/>
                    <a:pt x="24980" y="111466"/>
                  </a:cubicBezTo>
                  <a:cubicBezTo>
                    <a:pt x="34602" y="114019"/>
                    <a:pt x="172898" y="115315"/>
                    <a:pt x="188922" y="112761"/>
                  </a:cubicBezTo>
                  <a:cubicBezTo>
                    <a:pt x="204946" y="110208"/>
                    <a:pt x="208758" y="103139"/>
                    <a:pt x="208758" y="96108"/>
                  </a:cubicBezTo>
                  <a:cubicBezTo>
                    <a:pt x="208758" y="89077"/>
                    <a:pt x="208758" y="79455"/>
                    <a:pt x="204909" y="78825"/>
                  </a:cubicBezTo>
                  <a:cubicBezTo>
                    <a:pt x="201061" y="78196"/>
                    <a:pt x="188885" y="73052"/>
                    <a:pt x="188885" y="73052"/>
                  </a:cubicBezTo>
                  <a:lnTo>
                    <a:pt x="21131" y="0"/>
                  </a:lnTo>
                  <a:close/>
                </a:path>
              </a:pathLst>
            </a:custGeom>
            <a:solidFill>
              <a:srgbClr val="1012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D5ADCE69-68B0-B038-A63B-C6CBFBCB61D2}"/>
                </a:ext>
              </a:extLst>
            </p:cNvPr>
            <p:cNvSpPr/>
            <p:nvPr/>
          </p:nvSpPr>
          <p:spPr>
            <a:xfrm>
              <a:off x="3611848" y="4922961"/>
              <a:ext cx="199067" cy="153691"/>
            </a:xfrm>
            <a:custGeom>
              <a:avLst/>
              <a:gdLst>
                <a:gd name="connsiteX0" fmla="*/ 3220 w 199067"/>
                <a:gd name="connsiteY0" fmla="*/ 12175 h 153691"/>
                <a:gd name="connsiteX1" fmla="*/ 0 w 199067"/>
                <a:gd name="connsiteY1" fmla="*/ 53142 h 153691"/>
                <a:gd name="connsiteX2" fmla="*/ 2554 w 199067"/>
                <a:gd name="connsiteY2" fmla="*/ 84525 h 153691"/>
                <a:gd name="connsiteX3" fmla="*/ 11509 w 199067"/>
                <a:gd name="connsiteY3" fmla="*/ 88373 h 153691"/>
                <a:gd name="connsiteX4" fmla="*/ 13434 w 199067"/>
                <a:gd name="connsiteY4" fmla="*/ 138962 h 153691"/>
                <a:gd name="connsiteX5" fmla="*/ 29458 w 199067"/>
                <a:gd name="connsiteY5" fmla="*/ 153691 h 153691"/>
                <a:gd name="connsiteX6" fmla="*/ 73644 w 199067"/>
                <a:gd name="connsiteY6" fmla="*/ 149213 h 153691"/>
                <a:gd name="connsiteX7" fmla="*/ 169678 w 199067"/>
                <a:gd name="connsiteY7" fmla="*/ 149842 h 153691"/>
                <a:gd name="connsiteX8" fmla="*/ 198507 w 199067"/>
                <a:gd name="connsiteY8" fmla="*/ 140887 h 153691"/>
                <a:gd name="connsiteX9" fmla="*/ 192734 w 199067"/>
                <a:gd name="connsiteY9" fmla="*/ 106951 h 153691"/>
                <a:gd name="connsiteX10" fmla="*/ 160723 w 199067"/>
                <a:gd name="connsiteY10" fmla="*/ 50589 h 153691"/>
                <a:gd name="connsiteX11" fmla="*/ 149213 w 199067"/>
                <a:gd name="connsiteY11" fmla="*/ 0 h 153691"/>
                <a:gd name="connsiteX12" fmla="*/ 3220 w 199067"/>
                <a:gd name="connsiteY12" fmla="*/ 12175 h 153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9067" h="153691">
                  <a:moveTo>
                    <a:pt x="3220" y="12175"/>
                  </a:moveTo>
                  <a:cubicBezTo>
                    <a:pt x="3220" y="12175"/>
                    <a:pt x="0" y="42928"/>
                    <a:pt x="0" y="53142"/>
                  </a:cubicBezTo>
                  <a:cubicBezTo>
                    <a:pt x="0" y="63393"/>
                    <a:pt x="0" y="80676"/>
                    <a:pt x="2554" y="84525"/>
                  </a:cubicBezTo>
                  <a:cubicBezTo>
                    <a:pt x="5107" y="88373"/>
                    <a:pt x="11509" y="85154"/>
                    <a:pt x="11509" y="88373"/>
                  </a:cubicBezTo>
                  <a:cubicBezTo>
                    <a:pt x="11509" y="91593"/>
                    <a:pt x="10880" y="127416"/>
                    <a:pt x="13434" y="138962"/>
                  </a:cubicBezTo>
                  <a:cubicBezTo>
                    <a:pt x="15987" y="150472"/>
                    <a:pt x="22389" y="153691"/>
                    <a:pt x="29458" y="153691"/>
                  </a:cubicBezTo>
                  <a:cubicBezTo>
                    <a:pt x="36489" y="153691"/>
                    <a:pt x="49960" y="149213"/>
                    <a:pt x="73644" y="149213"/>
                  </a:cubicBezTo>
                  <a:cubicBezTo>
                    <a:pt x="97329" y="149213"/>
                    <a:pt x="158798" y="149213"/>
                    <a:pt x="169678" y="149842"/>
                  </a:cubicBezTo>
                  <a:cubicBezTo>
                    <a:pt x="180559" y="150472"/>
                    <a:pt x="198507" y="146623"/>
                    <a:pt x="198507" y="140887"/>
                  </a:cubicBezTo>
                  <a:cubicBezTo>
                    <a:pt x="198507" y="135114"/>
                    <a:pt x="201727" y="119126"/>
                    <a:pt x="192734" y="106951"/>
                  </a:cubicBezTo>
                  <a:cubicBezTo>
                    <a:pt x="183778" y="94776"/>
                    <a:pt x="170307" y="69167"/>
                    <a:pt x="160723" y="50589"/>
                  </a:cubicBezTo>
                  <a:cubicBezTo>
                    <a:pt x="151138" y="32011"/>
                    <a:pt x="149213" y="0"/>
                    <a:pt x="149213" y="0"/>
                  </a:cubicBezTo>
                  <a:lnTo>
                    <a:pt x="3220" y="12175"/>
                  </a:lnTo>
                  <a:close/>
                </a:path>
              </a:pathLst>
            </a:custGeom>
            <a:solidFill>
              <a:srgbClr val="60433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A6970E7-6C92-BD4C-D7EB-F719E410CB5C}"/>
                </a:ext>
              </a:extLst>
            </p:cNvPr>
            <p:cNvSpPr/>
            <p:nvPr/>
          </p:nvSpPr>
          <p:spPr>
            <a:xfrm>
              <a:off x="3170462" y="3391799"/>
              <a:ext cx="633081" cy="1572931"/>
            </a:xfrm>
            <a:custGeom>
              <a:avLst/>
              <a:gdLst>
                <a:gd name="connsiteX0" fmla="*/ 0 w 633081"/>
                <a:gd name="connsiteY0" fmla="*/ 307146 h 1572931"/>
                <a:gd name="connsiteX1" fmla="*/ 23056 w 633081"/>
                <a:gd name="connsiteY1" fmla="*/ 841161 h 1572931"/>
                <a:gd name="connsiteX2" fmla="*/ 36489 w 633081"/>
                <a:gd name="connsiteY2" fmla="*/ 1345719 h 1572931"/>
                <a:gd name="connsiteX3" fmla="*/ 48665 w 633081"/>
                <a:gd name="connsiteY3" fmla="*/ 1538675 h 1572931"/>
                <a:gd name="connsiteX4" fmla="*/ 83636 w 633081"/>
                <a:gd name="connsiteY4" fmla="*/ 1555513 h 1572931"/>
                <a:gd name="connsiteX5" fmla="*/ 118645 w 633081"/>
                <a:gd name="connsiteY5" fmla="*/ 1559325 h 1572931"/>
                <a:gd name="connsiteX6" fmla="*/ 242953 w 633081"/>
                <a:gd name="connsiteY6" fmla="*/ 1533494 h 1572931"/>
                <a:gd name="connsiteX7" fmla="*/ 249355 w 633081"/>
                <a:gd name="connsiteY7" fmla="*/ 1478427 h 1572931"/>
                <a:gd name="connsiteX8" fmla="*/ 251613 w 633081"/>
                <a:gd name="connsiteY8" fmla="*/ 1288098 h 1572931"/>
                <a:gd name="connsiteX9" fmla="*/ 290248 w 633081"/>
                <a:gd name="connsiteY9" fmla="*/ 723034 h 1572931"/>
                <a:gd name="connsiteX10" fmla="*/ 321630 w 633081"/>
                <a:gd name="connsiteY10" fmla="*/ 438078 h 1572931"/>
                <a:gd name="connsiteX11" fmla="*/ 372219 w 633081"/>
                <a:gd name="connsiteY11" fmla="*/ 876503 h 1572931"/>
                <a:gd name="connsiteX12" fmla="*/ 411299 w 633081"/>
                <a:gd name="connsiteY12" fmla="*/ 1408853 h 1572931"/>
                <a:gd name="connsiteX13" fmla="*/ 417701 w 633081"/>
                <a:gd name="connsiteY13" fmla="*/ 1504887 h 1572931"/>
                <a:gd name="connsiteX14" fmla="*/ 433429 w 633081"/>
                <a:gd name="connsiteY14" fmla="*/ 1564543 h 1572931"/>
                <a:gd name="connsiteX15" fmla="*/ 515030 w 633081"/>
                <a:gd name="connsiteY15" fmla="*/ 1570205 h 1572931"/>
                <a:gd name="connsiteX16" fmla="*/ 564953 w 633081"/>
                <a:gd name="connsiteY16" fmla="*/ 1568910 h 1572931"/>
                <a:gd name="connsiteX17" fmla="*/ 609769 w 633081"/>
                <a:gd name="connsiteY17" fmla="*/ 1548407 h 1572931"/>
                <a:gd name="connsiteX18" fmla="*/ 613618 w 633081"/>
                <a:gd name="connsiteY18" fmla="*/ 1458776 h 1572931"/>
                <a:gd name="connsiteX19" fmla="*/ 631529 w 633081"/>
                <a:gd name="connsiteY19" fmla="*/ 977237 h 1572931"/>
                <a:gd name="connsiteX20" fmla="*/ 632825 w 633081"/>
                <a:gd name="connsiteY20" fmla="*/ 585330 h 1572931"/>
                <a:gd name="connsiteX21" fmla="*/ 623869 w 633081"/>
                <a:gd name="connsiteY21" fmla="*/ 130695 h 1572931"/>
                <a:gd name="connsiteX22" fmla="*/ 410004 w 633081"/>
                <a:gd name="connsiteY22" fmla="*/ 6462 h 1572931"/>
                <a:gd name="connsiteX23" fmla="*/ 205094 w 633081"/>
                <a:gd name="connsiteY23" fmla="*/ 6462 h 1572931"/>
                <a:gd name="connsiteX24" fmla="*/ 0 w 633081"/>
                <a:gd name="connsiteY24" fmla="*/ 307146 h 157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33081" h="1572931">
                  <a:moveTo>
                    <a:pt x="0" y="307146"/>
                  </a:moveTo>
                  <a:cubicBezTo>
                    <a:pt x="0" y="307146"/>
                    <a:pt x="17282" y="725920"/>
                    <a:pt x="23056" y="841161"/>
                  </a:cubicBezTo>
                  <a:cubicBezTo>
                    <a:pt x="28829" y="956402"/>
                    <a:pt x="34528" y="1290023"/>
                    <a:pt x="36489" y="1345719"/>
                  </a:cubicBezTo>
                  <a:cubicBezTo>
                    <a:pt x="37969" y="1387722"/>
                    <a:pt x="47369" y="1529682"/>
                    <a:pt x="48665" y="1538675"/>
                  </a:cubicBezTo>
                  <a:cubicBezTo>
                    <a:pt x="49960" y="1547630"/>
                    <a:pt x="74681" y="1550406"/>
                    <a:pt x="83636" y="1555513"/>
                  </a:cubicBezTo>
                  <a:cubicBezTo>
                    <a:pt x="92592" y="1560657"/>
                    <a:pt x="112243" y="1560620"/>
                    <a:pt x="118645" y="1559325"/>
                  </a:cubicBezTo>
                  <a:cubicBezTo>
                    <a:pt x="125048" y="1558066"/>
                    <a:pt x="236551" y="1548852"/>
                    <a:pt x="242953" y="1533494"/>
                  </a:cubicBezTo>
                  <a:cubicBezTo>
                    <a:pt x="249355" y="1518135"/>
                    <a:pt x="248060" y="1506589"/>
                    <a:pt x="249355" y="1478427"/>
                  </a:cubicBezTo>
                  <a:cubicBezTo>
                    <a:pt x="250650" y="1450264"/>
                    <a:pt x="250058" y="1317630"/>
                    <a:pt x="251613" y="1288098"/>
                  </a:cubicBezTo>
                  <a:cubicBezTo>
                    <a:pt x="253537" y="1251609"/>
                    <a:pt x="283846" y="787094"/>
                    <a:pt x="290248" y="723034"/>
                  </a:cubicBezTo>
                  <a:cubicBezTo>
                    <a:pt x="296650" y="659011"/>
                    <a:pt x="321630" y="438078"/>
                    <a:pt x="321630" y="438078"/>
                  </a:cubicBezTo>
                  <a:cubicBezTo>
                    <a:pt x="321630" y="438078"/>
                    <a:pt x="369481" y="822657"/>
                    <a:pt x="372219" y="876503"/>
                  </a:cubicBezTo>
                  <a:cubicBezTo>
                    <a:pt x="376253" y="956254"/>
                    <a:pt x="410004" y="1361447"/>
                    <a:pt x="411299" y="1408853"/>
                  </a:cubicBezTo>
                  <a:cubicBezTo>
                    <a:pt x="412557" y="1456222"/>
                    <a:pt x="415148" y="1489529"/>
                    <a:pt x="417701" y="1504887"/>
                  </a:cubicBezTo>
                  <a:cubicBezTo>
                    <a:pt x="420255" y="1520245"/>
                    <a:pt x="424622" y="1562359"/>
                    <a:pt x="433429" y="1564543"/>
                  </a:cubicBezTo>
                  <a:cubicBezTo>
                    <a:pt x="448972" y="1568428"/>
                    <a:pt x="499672" y="1567614"/>
                    <a:pt x="515030" y="1570205"/>
                  </a:cubicBezTo>
                  <a:cubicBezTo>
                    <a:pt x="530388" y="1572758"/>
                    <a:pt x="541935" y="1575312"/>
                    <a:pt x="564953" y="1568910"/>
                  </a:cubicBezTo>
                  <a:cubicBezTo>
                    <a:pt x="588009" y="1562507"/>
                    <a:pt x="607216" y="1552256"/>
                    <a:pt x="609769" y="1548407"/>
                  </a:cubicBezTo>
                  <a:cubicBezTo>
                    <a:pt x="612323" y="1544559"/>
                    <a:pt x="612323" y="1484385"/>
                    <a:pt x="613618" y="1458776"/>
                  </a:cubicBezTo>
                  <a:cubicBezTo>
                    <a:pt x="614876" y="1433167"/>
                    <a:pt x="632825" y="1046404"/>
                    <a:pt x="631529" y="977237"/>
                  </a:cubicBezTo>
                  <a:cubicBezTo>
                    <a:pt x="630234" y="908070"/>
                    <a:pt x="634083" y="645541"/>
                    <a:pt x="632825" y="585330"/>
                  </a:cubicBezTo>
                  <a:cubicBezTo>
                    <a:pt x="631529" y="525156"/>
                    <a:pt x="623869" y="130695"/>
                    <a:pt x="623869" y="130695"/>
                  </a:cubicBezTo>
                  <a:cubicBezTo>
                    <a:pt x="623869" y="130695"/>
                    <a:pt x="506260" y="-34246"/>
                    <a:pt x="410004" y="6462"/>
                  </a:cubicBezTo>
                  <a:cubicBezTo>
                    <a:pt x="343391" y="34624"/>
                    <a:pt x="205094" y="6462"/>
                    <a:pt x="205094" y="6462"/>
                  </a:cubicBezTo>
                  <a:lnTo>
                    <a:pt x="0" y="307146"/>
                  </a:lnTo>
                  <a:close/>
                </a:path>
              </a:pathLst>
            </a:custGeom>
            <a:solidFill>
              <a:srgbClr val="1F1F23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BD68D5DD-58BB-8FEF-67F2-1580546AA257}"/>
                </a:ext>
              </a:extLst>
            </p:cNvPr>
            <p:cNvSpPr/>
            <p:nvPr/>
          </p:nvSpPr>
          <p:spPr>
            <a:xfrm>
              <a:off x="3415302" y="2532623"/>
              <a:ext cx="130085" cy="790142"/>
            </a:xfrm>
            <a:custGeom>
              <a:avLst/>
              <a:gdLst>
                <a:gd name="connsiteX0" fmla="*/ 8919 w 130085"/>
                <a:gd name="connsiteY0" fmla="*/ 80639 h 790142"/>
                <a:gd name="connsiteX1" fmla="*/ 46074 w 130085"/>
                <a:gd name="connsiteY1" fmla="*/ 117794 h 790142"/>
                <a:gd name="connsiteX2" fmla="*/ 34565 w 130085"/>
                <a:gd name="connsiteY2" fmla="*/ 151101 h 790142"/>
                <a:gd name="connsiteX3" fmla="*/ 0 w 130085"/>
                <a:gd name="connsiteY3" fmla="*/ 286844 h 790142"/>
                <a:gd name="connsiteX4" fmla="*/ 25609 w 130085"/>
                <a:gd name="connsiteY4" fmla="*/ 755578 h 790142"/>
                <a:gd name="connsiteX5" fmla="*/ 66613 w 130085"/>
                <a:gd name="connsiteY5" fmla="*/ 790143 h 790142"/>
                <a:gd name="connsiteX6" fmla="*/ 129377 w 130085"/>
                <a:gd name="connsiteY6" fmla="*/ 751729 h 790142"/>
                <a:gd name="connsiteX7" fmla="*/ 122975 w 130085"/>
                <a:gd name="connsiteY7" fmla="*/ 244581 h 790142"/>
                <a:gd name="connsiteX8" fmla="*/ 99920 w 130085"/>
                <a:gd name="connsiteY8" fmla="*/ 157503 h 790142"/>
                <a:gd name="connsiteX9" fmla="*/ 81971 w 130085"/>
                <a:gd name="connsiteY9" fmla="*/ 122938 h 790142"/>
                <a:gd name="connsiteX10" fmla="*/ 121680 w 130085"/>
                <a:gd name="connsiteY10" fmla="*/ 78122 h 790142"/>
                <a:gd name="connsiteX11" fmla="*/ 88373 w 130085"/>
                <a:gd name="connsiteY11" fmla="*/ 3849 h 790142"/>
                <a:gd name="connsiteX12" fmla="*/ 38414 w 130085"/>
                <a:gd name="connsiteY12" fmla="*/ 0 h 790142"/>
                <a:gd name="connsiteX13" fmla="*/ 8919 w 130085"/>
                <a:gd name="connsiteY13" fmla="*/ 80639 h 790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0085" h="790142">
                  <a:moveTo>
                    <a:pt x="8919" y="80639"/>
                  </a:moveTo>
                  <a:cubicBezTo>
                    <a:pt x="8919" y="80639"/>
                    <a:pt x="42225" y="115204"/>
                    <a:pt x="46074" y="117794"/>
                  </a:cubicBezTo>
                  <a:cubicBezTo>
                    <a:pt x="49923" y="120348"/>
                    <a:pt x="43632" y="135003"/>
                    <a:pt x="34565" y="151101"/>
                  </a:cubicBezTo>
                  <a:cubicBezTo>
                    <a:pt x="17912" y="180559"/>
                    <a:pt x="0" y="226670"/>
                    <a:pt x="0" y="286844"/>
                  </a:cubicBezTo>
                  <a:cubicBezTo>
                    <a:pt x="0" y="347054"/>
                    <a:pt x="25609" y="755578"/>
                    <a:pt x="25609" y="755578"/>
                  </a:cubicBezTo>
                  <a:lnTo>
                    <a:pt x="66613" y="790143"/>
                  </a:lnTo>
                  <a:lnTo>
                    <a:pt x="129377" y="751729"/>
                  </a:lnTo>
                  <a:cubicBezTo>
                    <a:pt x="129377" y="751729"/>
                    <a:pt x="133226" y="288102"/>
                    <a:pt x="122975" y="244581"/>
                  </a:cubicBezTo>
                  <a:cubicBezTo>
                    <a:pt x="112724" y="201024"/>
                    <a:pt x="114019" y="189514"/>
                    <a:pt x="99920" y="157503"/>
                  </a:cubicBezTo>
                  <a:cubicBezTo>
                    <a:pt x="88151" y="130747"/>
                    <a:pt x="81971" y="122938"/>
                    <a:pt x="81971" y="122938"/>
                  </a:cubicBezTo>
                  <a:lnTo>
                    <a:pt x="121680" y="78122"/>
                  </a:lnTo>
                  <a:lnTo>
                    <a:pt x="88373" y="3849"/>
                  </a:lnTo>
                  <a:lnTo>
                    <a:pt x="38414" y="0"/>
                  </a:lnTo>
                  <a:lnTo>
                    <a:pt x="8919" y="80639"/>
                  </a:ln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 w="3691" cap="flat">
              <a:solidFill>
                <a:schemeClr val="bg2">
                  <a:lumMod val="2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081D35D3-952E-94A0-5C9F-4E44E1D312F4}"/>
                </a:ext>
              </a:extLst>
            </p:cNvPr>
            <p:cNvSpPr/>
            <p:nvPr/>
          </p:nvSpPr>
          <p:spPr>
            <a:xfrm>
              <a:off x="3374059" y="2472043"/>
              <a:ext cx="223999" cy="205267"/>
            </a:xfrm>
            <a:custGeom>
              <a:avLst/>
              <a:gdLst>
                <a:gd name="connsiteX0" fmla="*/ 14302 w 223999"/>
                <a:gd name="connsiteY0" fmla="*/ 20834 h 205267"/>
                <a:gd name="connsiteX1" fmla="*/ 203 w 223999"/>
                <a:gd name="connsiteY1" fmla="*/ 52845 h 205267"/>
                <a:gd name="connsiteX2" fmla="*/ 9158 w 223999"/>
                <a:gd name="connsiteY2" fmla="*/ 134816 h 205267"/>
                <a:gd name="connsiteX3" fmla="*/ 34767 w 223999"/>
                <a:gd name="connsiteY3" fmla="*/ 205241 h 205267"/>
                <a:gd name="connsiteX4" fmla="*/ 70627 w 223999"/>
                <a:gd name="connsiteY4" fmla="*/ 143772 h 205267"/>
                <a:gd name="connsiteX5" fmla="*/ 100085 w 223999"/>
                <a:gd name="connsiteY5" fmla="*/ 115610 h 205267"/>
                <a:gd name="connsiteX6" fmla="*/ 101343 w 223999"/>
                <a:gd name="connsiteY6" fmla="*/ 93849 h 205267"/>
                <a:gd name="connsiteX7" fmla="*/ 111594 w 223999"/>
                <a:gd name="connsiteY7" fmla="*/ 115610 h 205267"/>
                <a:gd name="connsiteX8" fmla="*/ 144901 w 223999"/>
                <a:gd name="connsiteY8" fmla="*/ 146363 h 205267"/>
                <a:gd name="connsiteX9" fmla="*/ 183315 w 223999"/>
                <a:gd name="connsiteY9" fmla="*/ 200134 h 205267"/>
                <a:gd name="connsiteX10" fmla="*/ 223430 w 223999"/>
                <a:gd name="connsiteY10" fmla="*/ 81008 h 205267"/>
                <a:gd name="connsiteX11" fmla="*/ 203780 w 223999"/>
                <a:gd name="connsiteY11" fmla="*/ 2885 h 205267"/>
                <a:gd name="connsiteX12" fmla="*/ 14302 w 223999"/>
                <a:gd name="connsiteY12" fmla="*/ 20834 h 20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3999" h="205267">
                  <a:moveTo>
                    <a:pt x="14302" y="20834"/>
                  </a:moveTo>
                  <a:cubicBezTo>
                    <a:pt x="14302" y="20834"/>
                    <a:pt x="1498" y="37487"/>
                    <a:pt x="203" y="52845"/>
                  </a:cubicBezTo>
                  <a:cubicBezTo>
                    <a:pt x="-1093" y="68203"/>
                    <a:pt x="4051" y="107912"/>
                    <a:pt x="9158" y="134816"/>
                  </a:cubicBezTo>
                  <a:cubicBezTo>
                    <a:pt x="14265" y="161721"/>
                    <a:pt x="30919" y="203983"/>
                    <a:pt x="34767" y="205241"/>
                  </a:cubicBezTo>
                  <a:cubicBezTo>
                    <a:pt x="38616" y="206536"/>
                    <a:pt x="57823" y="160425"/>
                    <a:pt x="70627" y="143772"/>
                  </a:cubicBezTo>
                  <a:cubicBezTo>
                    <a:pt x="83432" y="127119"/>
                    <a:pt x="100085" y="115610"/>
                    <a:pt x="100085" y="115610"/>
                  </a:cubicBezTo>
                  <a:lnTo>
                    <a:pt x="101343" y="93849"/>
                  </a:lnTo>
                  <a:lnTo>
                    <a:pt x="111594" y="115610"/>
                  </a:lnTo>
                  <a:cubicBezTo>
                    <a:pt x="111594" y="115610"/>
                    <a:pt x="130801" y="125861"/>
                    <a:pt x="144901" y="146363"/>
                  </a:cubicBezTo>
                  <a:cubicBezTo>
                    <a:pt x="159001" y="166865"/>
                    <a:pt x="169252" y="179669"/>
                    <a:pt x="183315" y="200134"/>
                  </a:cubicBezTo>
                  <a:cubicBezTo>
                    <a:pt x="188422" y="198839"/>
                    <a:pt x="220877" y="122012"/>
                    <a:pt x="223430" y="81008"/>
                  </a:cubicBezTo>
                  <a:cubicBezTo>
                    <a:pt x="225984" y="40041"/>
                    <a:pt x="220026" y="18687"/>
                    <a:pt x="203780" y="2885"/>
                  </a:cubicBezTo>
                  <a:cubicBezTo>
                    <a:pt x="191382" y="-9253"/>
                    <a:pt x="14302" y="20834"/>
                    <a:pt x="14302" y="20834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EB98411D-800E-348E-6F82-7D8F4220A91E}"/>
                </a:ext>
              </a:extLst>
            </p:cNvPr>
            <p:cNvSpPr/>
            <p:nvPr/>
          </p:nvSpPr>
          <p:spPr>
            <a:xfrm>
              <a:off x="3122640" y="2556900"/>
              <a:ext cx="343018" cy="1511591"/>
            </a:xfrm>
            <a:custGeom>
              <a:avLst/>
              <a:gdLst>
                <a:gd name="connsiteX0" fmla="*/ 211950 w 343018"/>
                <a:gd name="connsiteY0" fmla="*/ 0 h 1511591"/>
                <a:gd name="connsiteX1" fmla="*/ 115879 w 343018"/>
                <a:gd name="connsiteY1" fmla="*/ 39709 h 1511591"/>
                <a:gd name="connsiteX2" fmla="*/ 15996 w 343018"/>
                <a:gd name="connsiteY2" fmla="*/ 73015 h 1511591"/>
                <a:gd name="connsiteX3" fmla="*/ 638 w 343018"/>
                <a:gd name="connsiteY3" fmla="*/ 111429 h 1511591"/>
                <a:gd name="connsiteX4" fmla="*/ 3192 w 343018"/>
                <a:gd name="connsiteY4" fmla="*/ 198507 h 1511591"/>
                <a:gd name="connsiteX5" fmla="*/ 10889 w 343018"/>
                <a:gd name="connsiteY5" fmla="*/ 295836 h 1511591"/>
                <a:gd name="connsiteX6" fmla="*/ 35240 w 343018"/>
                <a:gd name="connsiteY6" fmla="*/ 395719 h 1511591"/>
                <a:gd name="connsiteX7" fmla="*/ 48045 w 343018"/>
                <a:gd name="connsiteY7" fmla="*/ 475137 h 1511591"/>
                <a:gd name="connsiteX8" fmla="*/ 37793 w 343018"/>
                <a:gd name="connsiteY8" fmla="*/ 641632 h 1511591"/>
                <a:gd name="connsiteX9" fmla="*/ 26728 w 343018"/>
                <a:gd name="connsiteY9" fmla="*/ 777079 h 1511591"/>
                <a:gd name="connsiteX10" fmla="*/ 13295 w 343018"/>
                <a:gd name="connsiteY10" fmla="*/ 1095971 h 1511591"/>
                <a:gd name="connsiteX11" fmla="*/ 9668 w 343018"/>
                <a:gd name="connsiteY11" fmla="*/ 1376745 h 1511591"/>
                <a:gd name="connsiteX12" fmla="*/ 13517 w 343018"/>
                <a:gd name="connsiteY12" fmla="*/ 1462565 h 1511591"/>
                <a:gd name="connsiteX13" fmla="*/ 156957 w 343018"/>
                <a:gd name="connsiteY13" fmla="*/ 1504827 h 1511591"/>
                <a:gd name="connsiteX14" fmla="*/ 313202 w 343018"/>
                <a:gd name="connsiteY14" fmla="*/ 1504827 h 1511591"/>
                <a:gd name="connsiteX15" fmla="*/ 329855 w 343018"/>
                <a:gd name="connsiteY15" fmla="*/ 996384 h 1511591"/>
                <a:gd name="connsiteX16" fmla="*/ 340106 w 343018"/>
                <a:gd name="connsiteY16" fmla="*/ 499487 h 1511591"/>
                <a:gd name="connsiteX17" fmla="*/ 285446 w 343018"/>
                <a:gd name="connsiteY17" fmla="*/ 216456 h 1511591"/>
                <a:gd name="connsiteX18" fmla="*/ 211950 w 343018"/>
                <a:gd name="connsiteY18" fmla="*/ 0 h 1511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3018" h="1511591">
                  <a:moveTo>
                    <a:pt x="211950" y="0"/>
                  </a:moveTo>
                  <a:cubicBezTo>
                    <a:pt x="211950" y="0"/>
                    <a:pt x="153034" y="29458"/>
                    <a:pt x="115879" y="39709"/>
                  </a:cubicBezTo>
                  <a:cubicBezTo>
                    <a:pt x="78724" y="49960"/>
                    <a:pt x="28801" y="67871"/>
                    <a:pt x="15996" y="73015"/>
                  </a:cubicBezTo>
                  <a:cubicBezTo>
                    <a:pt x="3192" y="78122"/>
                    <a:pt x="-1915" y="93517"/>
                    <a:pt x="638" y="111429"/>
                  </a:cubicBezTo>
                  <a:cubicBezTo>
                    <a:pt x="3192" y="129341"/>
                    <a:pt x="5745" y="179300"/>
                    <a:pt x="3192" y="198507"/>
                  </a:cubicBezTo>
                  <a:cubicBezTo>
                    <a:pt x="638" y="217714"/>
                    <a:pt x="7929" y="279035"/>
                    <a:pt x="10889" y="295836"/>
                  </a:cubicBezTo>
                  <a:cubicBezTo>
                    <a:pt x="25618" y="379325"/>
                    <a:pt x="37905" y="398754"/>
                    <a:pt x="35240" y="395719"/>
                  </a:cubicBezTo>
                  <a:cubicBezTo>
                    <a:pt x="42901" y="429025"/>
                    <a:pt x="47563" y="455930"/>
                    <a:pt x="48045" y="475137"/>
                  </a:cubicBezTo>
                  <a:cubicBezTo>
                    <a:pt x="49340" y="525096"/>
                    <a:pt x="33945" y="587824"/>
                    <a:pt x="37793" y="641632"/>
                  </a:cubicBezTo>
                  <a:cubicBezTo>
                    <a:pt x="41383" y="691592"/>
                    <a:pt x="29282" y="729710"/>
                    <a:pt x="26728" y="777079"/>
                  </a:cubicBezTo>
                  <a:cubicBezTo>
                    <a:pt x="24175" y="824448"/>
                    <a:pt x="16921" y="988687"/>
                    <a:pt x="13295" y="1095971"/>
                  </a:cubicBezTo>
                  <a:cubicBezTo>
                    <a:pt x="11814" y="1139565"/>
                    <a:pt x="9668" y="1333225"/>
                    <a:pt x="9668" y="1376745"/>
                  </a:cubicBezTo>
                  <a:cubicBezTo>
                    <a:pt x="9668" y="1420303"/>
                    <a:pt x="8373" y="1454868"/>
                    <a:pt x="13517" y="1462565"/>
                  </a:cubicBezTo>
                  <a:cubicBezTo>
                    <a:pt x="18624" y="1470263"/>
                    <a:pt x="34019" y="1494576"/>
                    <a:pt x="156957" y="1504827"/>
                  </a:cubicBezTo>
                  <a:cubicBezTo>
                    <a:pt x="279895" y="1515078"/>
                    <a:pt x="313202" y="1512525"/>
                    <a:pt x="313202" y="1504827"/>
                  </a:cubicBezTo>
                  <a:cubicBezTo>
                    <a:pt x="313202" y="1497130"/>
                    <a:pt x="329855" y="1052746"/>
                    <a:pt x="329855" y="996384"/>
                  </a:cubicBezTo>
                  <a:cubicBezTo>
                    <a:pt x="329855" y="940022"/>
                    <a:pt x="350468" y="577573"/>
                    <a:pt x="340106" y="499487"/>
                  </a:cubicBezTo>
                  <a:cubicBezTo>
                    <a:pt x="328153" y="409412"/>
                    <a:pt x="285446" y="216456"/>
                    <a:pt x="285446" y="216456"/>
                  </a:cubicBezTo>
                  <a:lnTo>
                    <a:pt x="211950" y="0"/>
                  </a:lnTo>
                  <a:close/>
                </a:path>
              </a:pathLst>
            </a:custGeom>
            <a:solidFill>
              <a:srgbClr val="DCE7F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797E779F-D555-420B-D8E4-3580CF71CDC2}"/>
                </a:ext>
              </a:extLst>
            </p:cNvPr>
            <p:cNvSpPr/>
            <p:nvPr/>
          </p:nvSpPr>
          <p:spPr>
            <a:xfrm>
              <a:off x="3499395" y="2527405"/>
              <a:ext cx="357696" cy="1534752"/>
            </a:xfrm>
            <a:custGeom>
              <a:avLst/>
              <a:gdLst>
                <a:gd name="connsiteX0" fmla="*/ 65713 w 357696"/>
                <a:gd name="connsiteY0" fmla="*/ 260013 h 1534752"/>
                <a:gd name="connsiteX1" fmla="*/ 395 w 357696"/>
                <a:gd name="connsiteY1" fmla="*/ 413704 h 1534752"/>
                <a:gd name="connsiteX2" fmla="*/ 395 w 357696"/>
                <a:gd name="connsiteY2" fmla="*/ 503336 h 1534752"/>
                <a:gd name="connsiteX3" fmla="*/ 11904 w 357696"/>
                <a:gd name="connsiteY3" fmla="*/ 664688 h 1534752"/>
                <a:gd name="connsiteX4" fmla="*/ 34960 w 357696"/>
                <a:gd name="connsiteY4" fmla="*/ 1267907 h 1534752"/>
                <a:gd name="connsiteX5" fmla="*/ 37513 w 357696"/>
                <a:gd name="connsiteY5" fmla="*/ 1530436 h 1534752"/>
                <a:gd name="connsiteX6" fmla="*/ 205267 w 357696"/>
                <a:gd name="connsiteY6" fmla="*/ 1526588 h 1534752"/>
                <a:gd name="connsiteX7" fmla="*/ 323098 w 357696"/>
                <a:gd name="connsiteY7" fmla="*/ 1486879 h 1534752"/>
                <a:gd name="connsiteX8" fmla="*/ 326947 w 357696"/>
                <a:gd name="connsiteY8" fmla="*/ 1046307 h 1534752"/>
                <a:gd name="connsiteX9" fmla="*/ 319250 w 357696"/>
                <a:gd name="connsiteY9" fmla="*/ 836291 h 1534752"/>
                <a:gd name="connsiteX10" fmla="*/ 311552 w 357696"/>
                <a:gd name="connsiteY10" fmla="*/ 645481 h 1534752"/>
                <a:gd name="connsiteX11" fmla="*/ 321803 w 357696"/>
                <a:gd name="connsiteY11" fmla="*/ 512292 h 1534752"/>
                <a:gd name="connsiteX12" fmla="*/ 321803 w 357696"/>
                <a:gd name="connsiteY12" fmla="*/ 297132 h 1534752"/>
                <a:gd name="connsiteX13" fmla="*/ 357663 w 357696"/>
                <a:gd name="connsiteY13" fmla="*/ 106322 h 1534752"/>
                <a:gd name="connsiteX14" fmla="*/ 293640 w 357696"/>
                <a:gd name="connsiteY14" fmla="*/ 69167 h 1534752"/>
                <a:gd name="connsiteX15" fmla="*/ 120742 w 357696"/>
                <a:gd name="connsiteY15" fmla="*/ 0 h 1534752"/>
                <a:gd name="connsiteX16" fmla="*/ 65713 w 357696"/>
                <a:gd name="connsiteY16" fmla="*/ 260013 h 1534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7696" h="1534752">
                  <a:moveTo>
                    <a:pt x="65713" y="260013"/>
                  </a:moveTo>
                  <a:cubicBezTo>
                    <a:pt x="65713" y="260013"/>
                    <a:pt x="395" y="399605"/>
                    <a:pt x="395" y="413704"/>
                  </a:cubicBezTo>
                  <a:cubicBezTo>
                    <a:pt x="395" y="427804"/>
                    <a:pt x="-493" y="479022"/>
                    <a:pt x="395" y="503336"/>
                  </a:cubicBezTo>
                  <a:cubicBezTo>
                    <a:pt x="1690" y="537901"/>
                    <a:pt x="10646" y="628828"/>
                    <a:pt x="11904" y="664688"/>
                  </a:cubicBezTo>
                  <a:cubicBezTo>
                    <a:pt x="13199" y="700548"/>
                    <a:pt x="34960" y="1208991"/>
                    <a:pt x="34960" y="1267907"/>
                  </a:cubicBezTo>
                  <a:cubicBezTo>
                    <a:pt x="34960" y="1326822"/>
                    <a:pt x="36255" y="1525329"/>
                    <a:pt x="37513" y="1530436"/>
                  </a:cubicBezTo>
                  <a:cubicBezTo>
                    <a:pt x="38771" y="1535543"/>
                    <a:pt x="136137" y="1538097"/>
                    <a:pt x="205267" y="1526588"/>
                  </a:cubicBezTo>
                  <a:cubicBezTo>
                    <a:pt x="274434" y="1515078"/>
                    <a:pt x="321803" y="1502274"/>
                    <a:pt x="323098" y="1486879"/>
                  </a:cubicBezTo>
                  <a:cubicBezTo>
                    <a:pt x="324393" y="1471521"/>
                    <a:pt x="326947" y="1091160"/>
                    <a:pt x="326947" y="1046307"/>
                  </a:cubicBezTo>
                  <a:cubicBezTo>
                    <a:pt x="326947" y="1001454"/>
                    <a:pt x="324393" y="864453"/>
                    <a:pt x="319250" y="836291"/>
                  </a:cubicBezTo>
                  <a:cubicBezTo>
                    <a:pt x="314143" y="808128"/>
                    <a:pt x="311552" y="658286"/>
                    <a:pt x="311552" y="645481"/>
                  </a:cubicBezTo>
                  <a:cubicBezTo>
                    <a:pt x="311552" y="632677"/>
                    <a:pt x="321803" y="549410"/>
                    <a:pt x="321803" y="512292"/>
                  </a:cubicBezTo>
                  <a:cubicBezTo>
                    <a:pt x="321803" y="475137"/>
                    <a:pt x="321803" y="297132"/>
                    <a:pt x="321803" y="297132"/>
                  </a:cubicBezTo>
                  <a:cubicBezTo>
                    <a:pt x="321803" y="297132"/>
                    <a:pt x="358958" y="119126"/>
                    <a:pt x="357663" y="106322"/>
                  </a:cubicBezTo>
                  <a:cubicBezTo>
                    <a:pt x="356405" y="93517"/>
                    <a:pt x="321803" y="79418"/>
                    <a:pt x="293640" y="69167"/>
                  </a:cubicBezTo>
                  <a:cubicBezTo>
                    <a:pt x="265478" y="58916"/>
                    <a:pt x="120742" y="0"/>
                    <a:pt x="120742" y="0"/>
                  </a:cubicBezTo>
                  <a:lnTo>
                    <a:pt x="65713" y="260013"/>
                  </a:lnTo>
                  <a:close/>
                </a:path>
              </a:pathLst>
            </a:custGeom>
            <a:solidFill>
              <a:srgbClr val="DCE7F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5CD4D223-1C8E-50B9-D9E5-7B1F1175943E}"/>
                </a:ext>
              </a:extLst>
            </p:cNvPr>
            <p:cNvSpPr/>
            <p:nvPr/>
          </p:nvSpPr>
          <p:spPr>
            <a:xfrm>
              <a:off x="3087825" y="3209416"/>
              <a:ext cx="145105" cy="168624"/>
            </a:xfrm>
            <a:custGeom>
              <a:avLst/>
              <a:gdLst>
                <a:gd name="connsiteX0" fmla="*/ 0 w 145105"/>
                <a:gd name="connsiteY0" fmla="*/ 137664 h 168624"/>
                <a:gd name="connsiteX1" fmla="*/ 10251 w 145105"/>
                <a:gd name="connsiteY1" fmla="*/ 163273 h 168624"/>
                <a:gd name="connsiteX2" fmla="*/ 29014 w 145105"/>
                <a:gd name="connsiteY2" fmla="*/ 162421 h 168624"/>
                <a:gd name="connsiteX3" fmla="*/ 65725 w 145105"/>
                <a:gd name="connsiteY3" fmla="*/ 121454 h 168624"/>
                <a:gd name="connsiteX4" fmla="*/ 115241 w 145105"/>
                <a:gd name="connsiteY4" fmla="*/ 81339 h 168624"/>
                <a:gd name="connsiteX5" fmla="*/ 145106 w 145105"/>
                <a:gd name="connsiteY5" fmla="*/ 18167 h 168624"/>
                <a:gd name="connsiteX6" fmla="*/ 128045 w 145105"/>
                <a:gd name="connsiteY6" fmla="*/ 256 h 168624"/>
                <a:gd name="connsiteX7" fmla="*/ 0 w 145105"/>
                <a:gd name="connsiteY7" fmla="*/ 137664 h 168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5105" h="168624">
                  <a:moveTo>
                    <a:pt x="0" y="137664"/>
                  </a:moveTo>
                  <a:cubicBezTo>
                    <a:pt x="0" y="137664"/>
                    <a:pt x="6846" y="155575"/>
                    <a:pt x="10251" y="163273"/>
                  </a:cubicBezTo>
                  <a:cubicBezTo>
                    <a:pt x="13656" y="170970"/>
                    <a:pt x="19651" y="170082"/>
                    <a:pt x="29014" y="162421"/>
                  </a:cubicBezTo>
                  <a:cubicBezTo>
                    <a:pt x="38414" y="154724"/>
                    <a:pt x="56325" y="135110"/>
                    <a:pt x="65725" y="121454"/>
                  </a:cubicBezTo>
                  <a:cubicBezTo>
                    <a:pt x="75125" y="107799"/>
                    <a:pt x="97329" y="94143"/>
                    <a:pt x="115241" y="81339"/>
                  </a:cubicBezTo>
                  <a:cubicBezTo>
                    <a:pt x="133152" y="68534"/>
                    <a:pt x="145106" y="28418"/>
                    <a:pt x="145106" y="18167"/>
                  </a:cubicBezTo>
                  <a:cubicBezTo>
                    <a:pt x="145106" y="7916"/>
                    <a:pt x="139147" y="5363"/>
                    <a:pt x="128045" y="256"/>
                  </a:cubicBezTo>
                  <a:cubicBezTo>
                    <a:pt x="116980" y="-4888"/>
                    <a:pt x="4293" y="68534"/>
                    <a:pt x="0" y="137664"/>
                  </a:cubicBezTo>
                  <a:close/>
                </a:path>
              </a:pathLst>
            </a:custGeom>
            <a:solidFill>
              <a:srgbClr val="D4DFE9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9225BABC-0BB9-7A25-4023-9D925FDBA223}"/>
                </a:ext>
              </a:extLst>
            </p:cNvPr>
            <p:cNvSpPr/>
            <p:nvPr/>
          </p:nvSpPr>
          <p:spPr>
            <a:xfrm>
              <a:off x="3127978" y="3224141"/>
              <a:ext cx="84524" cy="83550"/>
            </a:xfrm>
            <a:custGeom>
              <a:avLst/>
              <a:gdLst>
                <a:gd name="connsiteX0" fmla="*/ 0 w 84524"/>
                <a:gd name="connsiteY0" fmla="*/ 58064 h 83550"/>
                <a:gd name="connsiteX1" fmla="*/ 12804 w 84524"/>
                <a:gd name="connsiteY1" fmla="*/ 81971 h 83550"/>
                <a:gd name="connsiteX2" fmla="*/ 46111 w 84524"/>
                <a:gd name="connsiteY2" fmla="*/ 73422 h 83550"/>
                <a:gd name="connsiteX3" fmla="*/ 84525 w 84524"/>
                <a:gd name="connsiteY3" fmla="*/ 23907 h 83550"/>
                <a:gd name="connsiteX4" fmla="*/ 35009 w 84524"/>
                <a:gd name="connsiteY4" fmla="*/ 0 h 83550"/>
                <a:gd name="connsiteX5" fmla="*/ 0 w 84524"/>
                <a:gd name="connsiteY5" fmla="*/ 58064 h 83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524" h="83550">
                  <a:moveTo>
                    <a:pt x="0" y="58064"/>
                  </a:moveTo>
                  <a:cubicBezTo>
                    <a:pt x="0" y="58064"/>
                    <a:pt x="5958" y="79418"/>
                    <a:pt x="12804" y="81971"/>
                  </a:cubicBezTo>
                  <a:cubicBezTo>
                    <a:pt x="19614" y="84525"/>
                    <a:pt x="30716" y="85376"/>
                    <a:pt x="46111" y="73422"/>
                  </a:cubicBezTo>
                  <a:cubicBezTo>
                    <a:pt x="61469" y="61469"/>
                    <a:pt x="84525" y="23907"/>
                    <a:pt x="84525" y="23907"/>
                  </a:cubicBezTo>
                  <a:lnTo>
                    <a:pt x="35009" y="0"/>
                  </a:lnTo>
                  <a:lnTo>
                    <a:pt x="0" y="58064"/>
                  </a:lnTo>
                  <a:close/>
                </a:path>
              </a:pathLst>
            </a:custGeom>
            <a:solidFill>
              <a:srgbClr val="96C1E8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429F9D0A-D21C-0301-3BA7-5FE7F89EEB7D}"/>
                </a:ext>
              </a:extLst>
            </p:cNvPr>
            <p:cNvSpPr/>
            <p:nvPr/>
          </p:nvSpPr>
          <p:spPr>
            <a:xfrm>
              <a:off x="3125387" y="3199978"/>
              <a:ext cx="185861" cy="165864"/>
            </a:xfrm>
            <a:custGeom>
              <a:avLst/>
              <a:gdLst>
                <a:gd name="connsiteX0" fmla="*/ 0 w 185861"/>
                <a:gd name="connsiteY0" fmla="*/ 60874 h 165864"/>
                <a:gd name="connsiteX1" fmla="*/ 25609 w 185861"/>
                <a:gd name="connsiteY1" fmla="*/ 97586 h 165864"/>
                <a:gd name="connsiteX2" fmla="*/ 57213 w 185861"/>
                <a:gd name="connsiteY2" fmla="*/ 136850 h 165864"/>
                <a:gd name="connsiteX3" fmla="*/ 139184 w 185861"/>
                <a:gd name="connsiteY3" fmla="*/ 165864 h 165864"/>
                <a:gd name="connsiteX4" fmla="*/ 143440 w 185861"/>
                <a:gd name="connsiteY4" fmla="*/ 135111 h 165864"/>
                <a:gd name="connsiteX5" fmla="*/ 146845 w 185861"/>
                <a:gd name="connsiteY5" fmla="*/ 111204 h 165864"/>
                <a:gd name="connsiteX6" fmla="*/ 169049 w 185861"/>
                <a:gd name="connsiteY6" fmla="*/ 121455 h 165864"/>
                <a:gd name="connsiteX7" fmla="*/ 182705 w 185861"/>
                <a:gd name="connsiteY7" fmla="*/ 92442 h 165864"/>
                <a:gd name="connsiteX8" fmla="*/ 154542 w 185861"/>
                <a:gd name="connsiteY8" fmla="*/ 54879 h 165864"/>
                <a:gd name="connsiteX9" fmla="*/ 123826 w 185861"/>
                <a:gd name="connsiteY9" fmla="*/ 27568 h 165864"/>
                <a:gd name="connsiteX10" fmla="*/ 64911 w 185861"/>
                <a:gd name="connsiteY10" fmla="*/ 5363 h 165864"/>
                <a:gd name="connsiteX11" fmla="*/ 0 w 185861"/>
                <a:gd name="connsiteY11" fmla="*/ 60874 h 16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5861" h="165864">
                  <a:moveTo>
                    <a:pt x="0" y="60874"/>
                  </a:moveTo>
                  <a:cubicBezTo>
                    <a:pt x="0" y="60874"/>
                    <a:pt x="17060" y="87335"/>
                    <a:pt x="25609" y="97586"/>
                  </a:cubicBezTo>
                  <a:cubicBezTo>
                    <a:pt x="34158" y="107837"/>
                    <a:pt x="48665" y="129190"/>
                    <a:pt x="57213" y="136850"/>
                  </a:cubicBezTo>
                  <a:cubicBezTo>
                    <a:pt x="65762" y="144548"/>
                    <a:pt x="139184" y="165864"/>
                    <a:pt x="139184" y="165864"/>
                  </a:cubicBezTo>
                  <a:cubicBezTo>
                    <a:pt x="139184" y="165864"/>
                    <a:pt x="140887" y="146213"/>
                    <a:pt x="143440" y="135111"/>
                  </a:cubicBezTo>
                  <a:cubicBezTo>
                    <a:pt x="145994" y="124009"/>
                    <a:pt x="146845" y="111204"/>
                    <a:pt x="146845" y="111204"/>
                  </a:cubicBezTo>
                  <a:cubicBezTo>
                    <a:pt x="146845" y="111204"/>
                    <a:pt x="157096" y="126562"/>
                    <a:pt x="169049" y="121455"/>
                  </a:cubicBezTo>
                  <a:cubicBezTo>
                    <a:pt x="181003" y="116348"/>
                    <a:pt x="191254" y="106948"/>
                    <a:pt x="182705" y="92442"/>
                  </a:cubicBezTo>
                  <a:cubicBezTo>
                    <a:pt x="174156" y="77935"/>
                    <a:pt x="162203" y="67684"/>
                    <a:pt x="154542" y="54879"/>
                  </a:cubicBezTo>
                  <a:cubicBezTo>
                    <a:pt x="146845" y="42075"/>
                    <a:pt x="132338" y="30121"/>
                    <a:pt x="123826" y="27568"/>
                  </a:cubicBezTo>
                  <a:cubicBezTo>
                    <a:pt x="115278" y="25014"/>
                    <a:pt x="99920" y="36968"/>
                    <a:pt x="64911" y="5363"/>
                  </a:cubicBezTo>
                  <a:cubicBezTo>
                    <a:pt x="35194" y="-21430"/>
                    <a:pt x="0" y="60874"/>
                    <a:pt x="0" y="60874"/>
                  </a:cubicBezTo>
                  <a:close/>
                </a:path>
              </a:pathLst>
            </a:custGeom>
            <a:solidFill>
              <a:srgbClr val="F5B97E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1748AD0-B7CD-12E6-51FD-68A29AB33A52}"/>
                </a:ext>
              </a:extLst>
            </p:cNvPr>
            <p:cNvSpPr/>
            <p:nvPr/>
          </p:nvSpPr>
          <p:spPr>
            <a:xfrm>
              <a:off x="2921866" y="2632469"/>
              <a:ext cx="307733" cy="743772"/>
            </a:xfrm>
            <a:custGeom>
              <a:avLst/>
              <a:gdLst>
                <a:gd name="connsiteX0" fmla="*/ 212921 w 307733"/>
                <a:gd name="connsiteY0" fmla="*/ 0 h 743772"/>
                <a:gd name="connsiteX1" fmla="*/ 209516 w 307733"/>
                <a:gd name="connsiteY1" fmla="*/ 35009 h 743772"/>
                <a:gd name="connsiteX2" fmla="*/ 212070 w 307733"/>
                <a:gd name="connsiteY2" fmla="*/ 113575 h 743772"/>
                <a:gd name="connsiteX3" fmla="*/ 220618 w 307733"/>
                <a:gd name="connsiteY3" fmla="*/ 234811 h 743772"/>
                <a:gd name="connsiteX4" fmla="*/ 241120 w 307733"/>
                <a:gd name="connsiteY4" fmla="*/ 302275 h 743772"/>
                <a:gd name="connsiteX5" fmla="*/ 247967 w 307733"/>
                <a:gd name="connsiteY5" fmla="*/ 314229 h 743772"/>
                <a:gd name="connsiteX6" fmla="*/ 242860 w 307733"/>
                <a:gd name="connsiteY6" fmla="*/ 333880 h 743772"/>
                <a:gd name="connsiteX7" fmla="*/ 232609 w 307733"/>
                <a:gd name="connsiteY7" fmla="*/ 362042 h 743772"/>
                <a:gd name="connsiteX8" fmla="*/ 228353 w 307733"/>
                <a:gd name="connsiteY8" fmla="*/ 389354 h 743772"/>
                <a:gd name="connsiteX9" fmla="*/ 225799 w 307733"/>
                <a:gd name="connsiteY9" fmla="*/ 409004 h 743772"/>
                <a:gd name="connsiteX10" fmla="*/ 214697 w 307733"/>
                <a:gd name="connsiteY10" fmla="*/ 415851 h 743772"/>
                <a:gd name="connsiteX11" fmla="*/ 228353 w 307733"/>
                <a:gd name="connsiteY11" fmla="*/ 426102 h 743772"/>
                <a:gd name="connsiteX12" fmla="*/ 224097 w 307733"/>
                <a:gd name="connsiteY12" fmla="*/ 447455 h 743772"/>
                <a:gd name="connsiteX13" fmla="*/ 216400 w 307733"/>
                <a:gd name="connsiteY13" fmla="*/ 456855 h 743772"/>
                <a:gd name="connsiteX14" fmla="*/ 229204 w 307733"/>
                <a:gd name="connsiteY14" fmla="*/ 489310 h 743772"/>
                <a:gd name="connsiteX15" fmla="*/ 266766 w 307733"/>
                <a:gd name="connsiteY15" fmla="*/ 540528 h 743772"/>
                <a:gd name="connsiteX16" fmla="*/ 307733 w 307733"/>
                <a:gd name="connsiteY16" fmla="*/ 584937 h 743772"/>
                <a:gd name="connsiteX17" fmla="*/ 259920 w 307733"/>
                <a:gd name="connsiteY17" fmla="*/ 604588 h 743772"/>
                <a:gd name="connsiteX18" fmla="*/ 190753 w 307733"/>
                <a:gd name="connsiteY18" fmla="*/ 695959 h 743772"/>
                <a:gd name="connsiteX19" fmla="*/ 177098 w 307733"/>
                <a:gd name="connsiteY19" fmla="*/ 743772 h 743772"/>
                <a:gd name="connsiteX20" fmla="*/ 143791 w 307733"/>
                <a:gd name="connsiteY20" fmla="*/ 684006 h 743772"/>
                <a:gd name="connsiteX21" fmla="*/ 96829 w 307733"/>
                <a:gd name="connsiteY21" fmla="*/ 587528 h 743772"/>
                <a:gd name="connsiteX22" fmla="*/ 73773 w 307733"/>
                <a:gd name="connsiteY22" fmla="*/ 556812 h 743772"/>
                <a:gd name="connsiteX23" fmla="*/ 31955 w 307733"/>
                <a:gd name="connsiteY23" fmla="*/ 498747 h 743772"/>
                <a:gd name="connsiteX24" fmla="*/ 11453 w 307733"/>
                <a:gd name="connsiteY24" fmla="*/ 475692 h 743772"/>
                <a:gd name="connsiteX25" fmla="*/ 7197 w 307733"/>
                <a:gd name="connsiteY25" fmla="*/ 457743 h 743772"/>
                <a:gd name="connsiteX26" fmla="*/ 2090 w 307733"/>
                <a:gd name="connsiteY26" fmla="*/ 433836 h 743772"/>
                <a:gd name="connsiteX27" fmla="*/ 8900 w 307733"/>
                <a:gd name="connsiteY27" fmla="*/ 399679 h 743772"/>
                <a:gd name="connsiteX28" fmla="*/ 18300 w 307733"/>
                <a:gd name="connsiteY28" fmla="*/ 369777 h 743772"/>
                <a:gd name="connsiteX29" fmla="*/ 49904 w 307733"/>
                <a:gd name="connsiteY29" fmla="*/ 313415 h 743772"/>
                <a:gd name="connsiteX30" fmla="*/ 87466 w 307733"/>
                <a:gd name="connsiteY30" fmla="*/ 221193 h 743772"/>
                <a:gd name="connsiteX31" fmla="*/ 137833 w 307733"/>
                <a:gd name="connsiteY31" fmla="*/ 108505 h 743772"/>
                <a:gd name="connsiteX32" fmla="*/ 212921 w 307733"/>
                <a:gd name="connsiteY32" fmla="*/ 0 h 743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07733" h="743772">
                  <a:moveTo>
                    <a:pt x="212921" y="0"/>
                  </a:moveTo>
                  <a:cubicBezTo>
                    <a:pt x="212921" y="0"/>
                    <a:pt x="206926" y="17912"/>
                    <a:pt x="209516" y="35009"/>
                  </a:cubicBezTo>
                  <a:cubicBezTo>
                    <a:pt x="212070" y="52106"/>
                    <a:pt x="212070" y="93073"/>
                    <a:pt x="212070" y="113575"/>
                  </a:cubicBezTo>
                  <a:cubicBezTo>
                    <a:pt x="212070" y="134077"/>
                    <a:pt x="213772" y="215197"/>
                    <a:pt x="220618" y="234811"/>
                  </a:cubicBezTo>
                  <a:cubicBezTo>
                    <a:pt x="227465" y="254425"/>
                    <a:pt x="234274" y="294578"/>
                    <a:pt x="241120" y="302275"/>
                  </a:cubicBezTo>
                  <a:cubicBezTo>
                    <a:pt x="247967" y="309973"/>
                    <a:pt x="247967" y="314229"/>
                    <a:pt x="247967" y="314229"/>
                  </a:cubicBezTo>
                  <a:cubicBezTo>
                    <a:pt x="247967" y="314229"/>
                    <a:pt x="245413" y="323629"/>
                    <a:pt x="242860" y="333880"/>
                  </a:cubicBezTo>
                  <a:cubicBezTo>
                    <a:pt x="240306" y="344131"/>
                    <a:pt x="232609" y="356935"/>
                    <a:pt x="232609" y="362042"/>
                  </a:cubicBezTo>
                  <a:cubicBezTo>
                    <a:pt x="232609" y="367149"/>
                    <a:pt x="230906" y="385949"/>
                    <a:pt x="228353" y="389354"/>
                  </a:cubicBezTo>
                  <a:cubicBezTo>
                    <a:pt x="225799" y="392758"/>
                    <a:pt x="235199" y="405563"/>
                    <a:pt x="225799" y="409004"/>
                  </a:cubicBezTo>
                  <a:cubicBezTo>
                    <a:pt x="216400" y="412409"/>
                    <a:pt x="214697" y="415851"/>
                    <a:pt x="214697" y="415851"/>
                  </a:cubicBezTo>
                  <a:cubicBezTo>
                    <a:pt x="214697" y="415851"/>
                    <a:pt x="228353" y="420107"/>
                    <a:pt x="228353" y="426102"/>
                  </a:cubicBezTo>
                  <a:cubicBezTo>
                    <a:pt x="228353" y="432097"/>
                    <a:pt x="230055" y="443162"/>
                    <a:pt x="224097" y="447455"/>
                  </a:cubicBezTo>
                  <a:cubicBezTo>
                    <a:pt x="218102" y="451711"/>
                    <a:pt x="214697" y="451711"/>
                    <a:pt x="216400" y="456855"/>
                  </a:cubicBezTo>
                  <a:cubicBezTo>
                    <a:pt x="218102" y="461962"/>
                    <a:pt x="219804" y="477357"/>
                    <a:pt x="229204" y="489310"/>
                  </a:cubicBezTo>
                  <a:cubicBezTo>
                    <a:pt x="238604" y="501264"/>
                    <a:pt x="254813" y="527724"/>
                    <a:pt x="266766" y="540528"/>
                  </a:cubicBezTo>
                  <a:cubicBezTo>
                    <a:pt x="278720" y="553333"/>
                    <a:pt x="307733" y="579793"/>
                    <a:pt x="307733" y="584937"/>
                  </a:cubicBezTo>
                  <a:cubicBezTo>
                    <a:pt x="292375" y="581532"/>
                    <a:pt x="271281" y="594485"/>
                    <a:pt x="259920" y="604588"/>
                  </a:cubicBezTo>
                  <a:cubicBezTo>
                    <a:pt x="229167" y="631899"/>
                    <a:pt x="198673" y="679676"/>
                    <a:pt x="190753" y="695959"/>
                  </a:cubicBezTo>
                  <a:cubicBezTo>
                    <a:pt x="174544" y="729266"/>
                    <a:pt x="177098" y="743772"/>
                    <a:pt x="177098" y="743772"/>
                  </a:cubicBezTo>
                  <a:cubicBezTo>
                    <a:pt x="177098" y="743772"/>
                    <a:pt x="159186" y="719866"/>
                    <a:pt x="143791" y="684006"/>
                  </a:cubicBezTo>
                  <a:cubicBezTo>
                    <a:pt x="128433" y="648146"/>
                    <a:pt x="104526" y="595225"/>
                    <a:pt x="96829" y="587528"/>
                  </a:cubicBezTo>
                  <a:cubicBezTo>
                    <a:pt x="89131" y="579830"/>
                    <a:pt x="79769" y="570467"/>
                    <a:pt x="73773" y="556812"/>
                  </a:cubicBezTo>
                  <a:cubicBezTo>
                    <a:pt x="67778" y="543156"/>
                    <a:pt x="43464" y="503077"/>
                    <a:pt x="31955" y="498747"/>
                  </a:cubicBezTo>
                  <a:cubicBezTo>
                    <a:pt x="18300" y="493640"/>
                    <a:pt x="10602" y="488496"/>
                    <a:pt x="11453" y="475692"/>
                  </a:cubicBezTo>
                  <a:cubicBezTo>
                    <a:pt x="12008" y="467143"/>
                    <a:pt x="9751" y="460334"/>
                    <a:pt x="7197" y="457743"/>
                  </a:cubicBezTo>
                  <a:cubicBezTo>
                    <a:pt x="4644" y="455190"/>
                    <a:pt x="-3905" y="447492"/>
                    <a:pt x="2090" y="433836"/>
                  </a:cubicBezTo>
                  <a:cubicBezTo>
                    <a:pt x="5717" y="425510"/>
                    <a:pt x="12600" y="411965"/>
                    <a:pt x="8900" y="399679"/>
                  </a:cubicBezTo>
                  <a:cubicBezTo>
                    <a:pt x="3793" y="382581"/>
                    <a:pt x="9751" y="375772"/>
                    <a:pt x="18300" y="369777"/>
                  </a:cubicBezTo>
                  <a:cubicBezTo>
                    <a:pt x="26848" y="363782"/>
                    <a:pt x="43057" y="331363"/>
                    <a:pt x="49904" y="313415"/>
                  </a:cubicBezTo>
                  <a:cubicBezTo>
                    <a:pt x="56750" y="295503"/>
                    <a:pt x="74625" y="251020"/>
                    <a:pt x="87466" y="221193"/>
                  </a:cubicBezTo>
                  <a:cubicBezTo>
                    <a:pt x="103675" y="183630"/>
                    <a:pt x="126731" y="128119"/>
                    <a:pt x="137833" y="108505"/>
                  </a:cubicBezTo>
                  <a:cubicBezTo>
                    <a:pt x="148898" y="88780"/>
                    <a:pt x="192456" y="5107"/>
                    <a:pt x="212921" y="0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7AED2E25-6C21-D062-0B8E-D3CC44468265}"/>
                </a:ext>
              </a:extLst>
            </p:cNvPr>
            <p:cNvSpPr/>
            <p:nvPr/>
          </p:nvSpPr>
          <p:spPr>
            <a:xfrm>
              <a:off x="3744408" y="3232468"/>
              <a:ext cx="122309" cy="150108"/>
            </a:xfrm>
            <a:custGeom>
              <a:avLst/>
              <a:gdLst>
                <a:gd name="connsiteX0" fmla="*/ 122309 w 122309"/>
                <a:gd name="connsiteY0" fmla="*/ 101807 h 150108"/>
                <a:gd name="connsiteX1" fmla="*/ 111429 w 122309"/>
                <a:gd name="connsiteY1" fmla="*/ 144069 h 150108"/>
                <a:gd name="connsiteX2" fmla="*/ 95405 w 122309"/>
                <a:gd name="connsiteY2" fmla="*/ 145994 h 150108"/>
                <a:gd name="connsiteX3" fmla="*/ 46111 w 122309"/>
                <a:gd name="connsiteY3" fmla="*/ 105656 h 150108"/>
                <a:gd name="connsiteX4" fmla="*/ 0 w 122309"/>
                <a:gd name="connsiteY4" fmla="*/ 80676 h 150108"/>
                <a:gd name="connsiteX5" fmla="*/ 40967 w 122309"/>
                <a:gd name="connsiteY5" fmla="*/ 0 h 150108"/>
                <a:gd name="connsiteX6" fmla="*/ 122309 w 122309"/>
                <a:gd name="connsiteY6" fmla="*/ 101807 h 150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2309" h="150108">
                  <a:moveTo>
                    <a:pt x="122309" y="101807"/>
                  </a:moveTo>
                  <a:cubicBezTo>
                    <a:pt x="122309" y="101807"/>
                    <a:pt x="117831" y="136372"/>
                    <a:pt x="111429" y="144069"/>
                  </a:cubicBezTo>
                  <a:cubicBezTo>
                    <a:pt x="105027" y="151767"/>
                    <a:pt x="101807" y="151767"/>
                    <a:pt x="95405" y="145994"/>
                  </a:cubicBezTo>
                  <a:cubicBezTo>
                    <a:pt x="89002" y="140221"/>
                    <a:pt x="61469" y="114612"/>
                    <a:pt x="46111" y="105656"/>
                  </a:cubicBezTo>
                  <a:cubicBezTo>
                    <a:pt x="30753" y="96700"/>
                    <a:pt x="0" y="80676"/>
                    <a:pt x="0" y="80676"/>
                  </a:cubicBezTo>
                  <a:lnTo>
                    <a:pt x="40967" y="0"/>
                  </a:lnTo>
                  <a:lnTo>
                    <a:pt x="122309" y="101807"/>
                  </a:lnTo>
                  <a:close/>
                </a:path>
              </a:pathLst>
            </a:custGeom>
            <a:solidFill>
              <a:srgbClr val="D4DFE9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7C473F45-8A71-8282-0DA2-A7F6A12FFE27}"/>
                </a:ext>
              </a:extLst>
            </p:cNvPr>
            <p:cNvSpPr/>
            <p:nvPr/>
          </p:nvSpPr>
          <p:spPr>
            <a:xfrm>
              <a:off x="3753993" y="3238204"/>
              <a:ext cx="92851" cy="85982"/>
            </a:xfrm>
            <a:custGeom>
              <a:avLst/>
              <a:gdLst>
                <a:gd name="connsiteX0" fmla="*/ 92851 w 92851"/>
                <a:gd name="connsiteY0" fmla="*/ 53179 h 85982"/>
                <a:gd name="connsiteX1" fmla="*/ 60840 w 92851"/>
                <a:gd name="connsiteY1" fmla="*/ 85191 h 85982"/>
                <a:gd name="connsiteX2" fmla="*/ 27533 w 92851"/>
                <a:gd name="connsiteY2" fmla="*/ 69167 h 85982"/>
                <a:gd name="connsiteX3" fmla="*/ 0 w 92851"/>
                <a:gd name="connsiteY3" fmla="*/ 40338 h 85982"/>
                <a:gd name="connsiteX4" fmla="*/ 69796 w 92851"/>
                <a:gd name="connsiteY4" fmla="*/ 0 h 85982"/>
                <a:gd name="connsiteX5" fmla="*/ 92851 w 92851"/>
                <a:gd name="connsiteY5" fmla="*/ 53179 h 85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2851" h="85982">
                  <a:moveTo>
                    <a:pt x="92851" y="53179"/>
                  </a:moveTo>
                  <a:cubicBezTo>
                    <a:pt x="92851" y="53179"/>
                    <a:pt x="64023" y="82637"/>
                    <a:pt x="60840" y="85191"/>
                  </a:cubicBezTo>
                  <a:cubicBezTo>
                    <a:pt x="57620" y="87744"/>
                    <a:pt x="43558" y="84562"/>
                    <a:pt x="27533" y="69167"/>
                  </a:cubicBezTo>
                  <a:cubicBezTo>
                    <a:pt x="21760" y="63616"/>
                    <a:pt x="0" y="40338"/>
                    <a:pt x="0" y="40338"/>
                  </a:cubicBezTo>
                  <a:lnTo>
                    <a:pt x="69796" y="0"/>
                  </a:lnTo>
                  <a:lnTo>
                    <a:pt x="92851" y="53179"/>
                  </a:lnTo>
                  <a:close/>
                </a:path>
              </a:pathLst>
            </a:custGeom>
            <a:solidFill>
              <a:srgbClr val="96C1E8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C04704BB-D8D2-F67D-889B-AF88831932A5}"/>
                </a:ext>
              </a:extLst>
            </p:cNvPr>
            <p:cNvSpPr/>
            <p:nvPr/>
          </p:nvSpPr>
          <p:spPr>
            <a:xfrm>
              <a:off x="3630927" y="3224807"/>
              <a:ext cx="190974" cy="145327"/>
            </a:xfrm>
            <a:custGeom>
              <a:avLst/>
              <a:gdLst>
                <a:gd name="connsiteX0" fmla="*/ 190975 w 190974"/>
                <a:gd name="connsiteY0" fmla="*/ 50552 h 145327"/>
                <a:gd name="connsiteX1" fmla="*/ 169843 w 190974"/>
                <a:gd name="connsiteY1" fmla="*/ 76161 h 145327"/>
                <a:gd name="connsiteX2" fmla="*/ 156410 w 190974"/>
                <a:gd name="connsiteY2" fmla="*/ 103065 h 145327"/>
                <a:gd name="connsiteX3" fmla="*/ 139756 w 190974"/>
                <a:gd name="connsiteY3" fmla="*/ 145328 h 145327"/>
                <a:gd name="connsiteX4" fmla="*/ 43723 w 190974"/>
                <a:gd name="connsiteY4" fmla="*/ 127379 h 145327"/>
                <a:gd name="connsiteX5" fmla="*/ 44352 w 190974"/>
                <a:gd name="connsiteY5" fmla="*/ 103065 h 145327"/>
                <a:gd name="connsiteX6" fmla="*/ 39874 w 190974"/>
                <a:gd name="connsiteY6" fmla="*/ 84488 h 145327"/>
                <a:gd name="connsiteX7" fmla="*/ 15523 w 190974"/>
                <a:gd name="connsiteY7" fmla="*/ 92185 h 145327"/>
                <a:gd name="connsiteX8" fmla="*/ 165 w 190974"/>
                <a:gd name="connsiteY8" fmla="*/ 68501 h 145327"/>
                <a:gd name="connsiteX9" fmla="*/ 20667 w 190974"/>
                <a:gd name="connsiteY9" fmla="*/ 52476 h 145327"/>
                <a:gd name="connsiteX10" fmla="*/ 40503 w 190974"/>
                <a:gd name="connsiteY10" fmla="*/ 32640 h 145327"/>
                <a:gd name="connsiteX11" fmla="*/ 76363 w 190974"/>
                <a:gd name="connsiteY11" fmla="*/ 12804 h 145327"/>
                <a:gd name="connsiteX12" fmla="*/ 110299 w 190974"/>
                <a:gd name="connsiteY12" fmla="*/ 0 h 145327"/>
                <a:gd name="connsiteX13" fmla="*/ 190975 w 190974"/>
                <a:gd name="connsiteY13" fmla="*/ 50552 h 145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0974" h="145327">
                  <a:moveTo>
                    <a:pt x="190975" y="50552"/>
                  </a:moveTo>
                  <a:cubicBezTo>
                    <a:pt x="190975" y="50552"/>
                    <a:pt x="176246" y="67205"/>
                    <a:pt x="169843" y="76161"/>
                  </a:cubicBezTo>
                  <a:cubicBezTo>
                    <a:pt x="163441" y="85117"/>
                    <a:pt x="162812" y="90261"/>
                    <a:pt x="156410" y="103065"/>
                  </a:cubicBezTo>
                  <a:cubicBezTo>
                    <a:pt x="150008" y="115870"/>
                    <a:pt x="139756" y="145328"/>
                    <a:pt x="139756" y="145328"/>
                  </a:cubicBezTo>
                  <a:lnTo>
                    <a:pt x="43723" y="127379"/>
                  </a:lnTo>
                  <a:cubicBezTo>
                    <a:pt x="43723" y="127379"/>
                    <a:pt x="45647" y="113945"/>
                    <a:pt x="44352" y="103065"/>
                  </a:cubicBezTo>
                  <a:cubicBezTo>
                    <a:pt x="43057" y="92185"/>
                    <a:pt x="39874" y="84488"/>
                    <a:pt x="39874" y="84488"/>
                  </a:cubicBezTo>
                  <a:cubicBezTo>
                    <a:pt x="39874" y="84488"/>
                    <a:pt x="30918" y="95997"/>
                    <a:pt x="15523" y="92185"/>
                  </a:cubicBezTo>
                  <a:cubicBezTo>
                    <a:pt x="165" y="88336"/>
                    <a:pt x="-501" y="78752"/>
                    <a:pt x="165" y="68501"/>
                  </a:cubicBezTo>
                  <a:cubicBezTo>
                    <a:pt x="794" y="58249"/>
                    <a:pt x="11045" y="58249"/>
                    <a:pt x="20667" y="52476"/>
                  </a:cubicBezTo>
                  <a:cubicBezTo>
                    <a:pt x="30252" y="46703"/>
                    <a:pt x="33472" y="39672"/>
                    <a:pt x="40503" y="32640"/>
                  </a:cubicBezTo>
                  <a:cubicBezTo>
                    <a:pt x="47571" y="25609"/>
                    <a:pt x="56527" y="13434"/>
                    <a:pt x="76363" y="12804"/>
                  </a:cubicBezTo>
                  <a:cubicBezTo>
                    <a:pt x="96199" y="12175"/>
                    <a:pt x="110299" y="0"/>
                    <a:pt x="110299" y="0"/>
                  </a:cubicBezTo>
                  <a:lnTo>
                    <a:pt x="190975" y="50552"/>
                  </a:lnTo>
                  <a:close/>
                </a:path>
              </a:pathLst>
            </a:custGeom>
            <a:solidFill>
              <a:srgbClr val="F5B97E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6040D2CE-857E-CEE9-19FD-3BCCA75C5052}"/>
                </a:ext>
              </a:extLst>
            </p:cNvPr>
            <p:cNvSpPr/>
            <p:nvPr/>
          </p:nvSpPr>
          <p:spPr>
            <a:xfrm>
              <a:off x="3722019" y="2615816"/>
              <a:ext cx="347789" cy="763275"/>
            </a:xfrm>
            <a:custGeom>
              <a:avLst/>
              <a:gdLst>
                <a:gd name="connsiteX0" fmla="*/ 114612 w 347789"/>
                <a:gd name="connsiteY0" fmla="*/ 0 h 763275"/>
                <a:gd name="connsiteX1" fmla="*/ 104361 w 347789"/>
                <a:gd name="connsiteY1" fmla="*/ 62764 h 763275"/>
                <a:gd name="connsiteX2" fmla="*/ 92851 w 347789"/>
                <a:gd name="connsiteY2" fmla="*/ 171640 h 763275"/>
                <a:gd name="connsiteX3" fmla="*/ 94109 w 347789"/>
                <a:gd name="connsiteY3" fmla="*/ 275371 h 763275"/>
                <a:gd name="connsiteX4" fmla="*/ 85154 w 347789"/>
                <a:gd name="connsiteY4" fmla="*/ 331733 h 763275"/>
                <a:gd name="connsiteX5" fmla="*/ 101807 w 347789"/>
                <a:gd name="connsiteY5" fmla="*/ 376549 h 763275"/>
                <a:gd name="connsiteX6" fmla="*/ 121014 w 347789"/>
                <a:gd name="connsiteY6" fmla="*/ 408560 h 763275"/>
                <a:gd name="connsiteX7" fmla="*/ 123567 w 347789"/>
                <a:gd name="connsiteY7" fmla="*/ 431616 h 763275"/>
                <a:gd name="connsiteX8" fmla="*/ 135077 w 347789"/>
                <a:gd name="connsiteY8" fmla="*/ 436723 h 763275"/>
                <a:gd name="connsiteX9" fmla="*/ 135077 w 347789"/>
                <a:gd name="connsiteY9" fmla="*/ 444420 h 763275"/>
                <a:gd name="connsiteX10" fmla="*/ 142774 w 347789"/>
                <a:gd name="connsiteY10" fmla="*/ 449528 h 763275"/>
                <a:gd name="connsiteX11" fmla="*/ 137667 w 347789"/>
                <a:gd name="connsiteY11" fmla="*/ 467439 h 763275"/>
                <a:gd name="connsiteX12" fmla="*/ 118460 w 347789"/>
                <a:gd name="connsiteY12" fmla="*/ 499450 h 763275"/>
                <a:gd name="connsiteX13" fmla="*/ 83896 w 347789"/>
                <a:gd name="connsiteY13" fmla="*/ 532757 h 763275"/>
                <a:gd name="connsiteX14" fmla="*/ 0 w 347789"/>
                <a:gd name="connsiteY14" fmla="*/ 619206 h 763275"/>
                <a:gd name="connsiteX15" fmla="*/ 44187 w 347789"/>
                <a:gd name="connsiteY15" fmla="*/ 624979 h 763275"/>
                <a:gd name="connsiteX16" fmla="*/ 132560 w 347789"/>
                <a:gd name="connsiteY16" fmla="*/ 718459 h 763275"/>
                <a:gd name="connsiteX17" fmla="*/ 132560 w 347789"/>
                <a:gd name="connsiteY17" fmla="*/ 763275 h 763275"/>
                <a:gd name="connsiteX18" fmla="*/ 182520 w 347789"/>
                <a:gd name="connsiteY18" fmla="*/ 699253 h 763275"/>
                <a:gd name="connsiteX19" fmla="*/ 279849 w 347789"/>
                <a:gd name="connsiteY19" fmla="*/ 568617 h 763275"/>
                <a:gd name="connsiteX20" fmla="*/ 327218 w 347789"/>
                <a:gd name="connsiteY20" fmla="*/ 509701 h 763275"/>
                <a:gd name="connsiteX21" fmla="*/ 347721 w 347789"/>
                <a:gd name="connsiteY21" fmla="*/ 471288 h 763275"/>
                <a:gd name="connsiteX22" fmla="*/ 340541 w 347789"/>
                <a:gd name="connsiteY22" fmla="*/ 434725 h 763275"/>
                <a:gd name="connsiteX23" fmla="*/ 337988 w 347789"/>
                <a:gd name="connsiteY23" fmla="*/ 407820 h 763275"/>
                <a:gd name="connsiteX24" fmla="*/ 331585 w 347789"/>
                <a:gd name="connsiteY24" fmla="*/ 380916 h 763275"/>
                <a:gd name="connsiteX25" fmla="*/ 317486 w 347789"/>
                <a:gd name="connsiteY25" fmla="*/ 343761 h 763275"/>
                <a:gd name="connsiteX26" fmla="*/ 294430 w 347789"/>
                <a:gd name="connsiteY26" fmla="*/ 292543 h 763275"/>
                <a:gd name="connsiteX27" fmla="*/ 227854 w 347789"/>
                <a:gd name="connsiteY27" fmla="*/ 179855 h 763275"/>
                <a:gd name="connsiteX28" fmla="*/ 193289 w 347789"/>
                <a:gd name="connsiteY28" fmla="*/ 129896 h 763275"/>
                <a:gd name="connsiteX29" fmla="*/ 147955 w 347789"/>
                <a:gd name="connsiteY29" fmla="*/ 28126 h 763275"/>
                <a:gd name="connsiteX30" fmla="*/ 114612 w 347789"/>
                <a:gd name="connsiteY30" fmla="*/ 0 h 763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47789" h="763275">
                  <a:moveTo>
                    <a:pt x="114612" y="0"/>
                  </a:moveTo>
                  <a:cubicBezTo>
                    <a:pt x="114612" y="0"/>
                    <a:pt x="109505" y="37118"/>
                    <a:pt x="104361" y="62764"/>
                  </a:cubicBezTo>
                  <a:cubicBezTo>
                    <a:pt x="99254" y="88373"/>
                    <a:pt x="91556" y="149842"/>
                    <a:pt x="92851" y="171640"/>
                  </a:cubicBezTo>
                  <a:cubicBezTo>
                    <a:pt x="94109" y="193400"/>
                    <a:pt x="99254" y="261308"/>
                    <a:pt x="94109" y="275371"/>
                  </a:cubicBezTo>
                  <a:cubicBezTo>
                    <a:pt x="89003" y="289471"/>
                    <a:pt x="83859" y="320187"/>
                    <a:pt x="85154" y="331733"/>
                  </a:cubicBezTo>
                  <a:cubicBezTo>
                    <a:pt x="86449" y="343243"/>
                    <a:pt x="90261" y="363745"/>
                    <a:pt x="101807" y="376549"/>
                  </a:cubicBezTo>
                  <a:cubicBezTo>
                    <a:pt x="113316" y="389354"/>
                    <a:pt x="122309" y="399605"/>
                    <a:pt x="121014" y="408560"/>
                  </a:cubicBezTo>
                  <a:cubicBezTo>
                    <a:pt x="119756" y="417516"/>
                    <a:pt x="119756" y="427767"/>
                    <a:pt x="123567" y="431616"/>
                  </a:cubicBezTo>
                  <a:cubicBezTo>
                    <a:pt x="127416" y="435465"/>
                    <a:pt x="135077" y="436723"/>
                    <a:pt x="135077" y="436723"/>
                  </a:cubicBezTo>
                  <a:cubicBezTo>
                    <a:pt x="135077" y="436723"/>
                    <a:pt x="132523" y="440572"/>
                    <a:pt x="135077" y="444420"/>
                  </a:cubicBezTo>
                  <a:cubicBezTo>
                    <a:pt x="137630" y="448269"/>
                    <a:pt x="142774" y="449528"/>
                    <a:pt x="142774" y="449528"/>
                  </a:cubicBezTo>
                  <a:cubicBezTo>
                    <a:pt x="142774" y="449528"/>
                    <a:pt x="137667" y="462332"/>
                    <a:pt x="137667" y="467439"/>
                  </a:cubicBezTo>
                  <a:cubicBezTo>
                    <a:pt x="137667" y="472546"/>
                    <a:pt x="119756" y="491790"/>
                    <a:pt x="118460" y="499450"/>
                  </a:cubicBezTo>
                  <a:cubicBezTo>
                    <a:pt x="117165" y="507148"/>
                    <a:pt x="94109" y="521211"/>
                    <a:pt x="83896" y="532757"/>
                  </a:cubicBezTo>
                  <a:cubicBezTo>
                    <a:pt x="73644" y="544266"/>
                    <a:pt x="2554" y="615357"/>
                    <a:pt x="0" y="619206"/>
                  </a:cubicBezTo>
                  <a:cubicBezTo>
                    <a:pt x="13434" y="616652"/>
                    <a:pt x="26904" y="614728"/>
                    <a:pt x="44187" y="624979"/>
                  </a:cubicBezTo>
                  <a:cubicBezTo>
                    <a:pt x="66502" y="638191"/>
                    <a:pt x="119941" y="694442"/>
                    <a:pt x="132560" y="718459"/>
                  </a:cubicBezTo>
                  <a:cubicBezTo>
                    <a:pt x="145994" y="744068"/>
                    <a:pt x="132560" y="763275"/>
                    <a:pt x="132560" y="763275"/>
                  </a:cubicBezTo>
                  <a:cubicBezTo>
                    <a:pt x="132560" y="763275"/>
                    <a:pt x="162018" y="726120"/>
                    <a:pt x="182520" y="699253"/>
                  </a:cubicBezTo>
                  <a:cubicBezTo>
                    <a:pt x="203022" y="672348"/>
                    <a:pt x="258089" y="598075"/>
                    <a:pt x="279849" y="568617"/>
                  </a:cubicBezTo>
                  <a:cubicBezTo>
                    <a:pt x="301609" y="539159"/>
                    <a:pt x="320816" y="517399"/>
                    <a:pt x="327218" y="509701"/>
                  </a:cubicBezTo>
                  <a:cubicBezTo>
                    <a:pt x="333621" y="502004"/>
                    <a:pt x="346425" y="481539"/>
                    <a:pt x="347721" y="471288"/>
                  </a:cubicBezTo>
                  <a:cubicBezTo>
                    <a:pt x="349016" y="461037"/>
                    <a:pt x="331585" y="447529"/>
                    <a:pt x="340541" y="434725"/>
                  </a:cubicBezTo>
                  <a:cubicBezTo>
                    <a:pt x="349497" y="421920"/>
                    <a:pt x="337988" y="407820"/>
                    <a:pt x="337988" y="407820"/>
                  </a:cubicBezTo>
                  <a:cubicBezTo>
                    <a:pt x="337988" y="407820"/>
                    <a:pt x="336692" y="393721"/>
                    <a:pt x="331585" y="380916"/>
                  </a:cubicBezTo>
                  <a:cubicBezTo>
                    <a:pt x="326478" y="368111"/>
                    <a:pt x="326478" y="354012"/>
                    <a:pt x="317486" y="343761"/>
                  </a:cubicBezTo>
                  <a:cubicBezTo>
                    <a:pt x="308530" y="333510"/>
                    <a:pt x="312379" y="330956"/>
                    <a:pt x="294430" y="292543"/>
                  </a:cubicBezTo>
                  <a:cubicBezTo>
                    <a:pt x="276482" y="254129"/>
                    <a:pt x="235514" y="191365"/>
                    <a:pt x="227854" y="179855"/>
                  </a:cubicBezTo>
                  <a:cubicBezTo>
                    <a:pt x="220156" y="168309"/>
                    <a:pt x="204798" y="149139"/>
                    <a:pt x="193289" y="129896"/>
                  </a:cubicBezTo>
                  <a:cubicBezTo>
                    <a:pt x="181780" y="110689"/>
                    <a:pt x="163350" y="51181"/>
                    <a:pt x="147955" y="28126"/>
                  </a:cubicBezTo>
                  <a:cubicBezTo>
                    <a:pt x="132523" y="5107"/>
                    <a:pt x="114612" y="0"/>
                    <a:pt x="114612" y="0"/>
                  </a:cubicBezTo>
                  <a:close/>
                </a:path>
              </a:pathLst>
            </a:custGeom>
            <a:solidFill>
              <a:srgbClr val="E4EF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958F36E2-A948-4F18-F91E-25A9E7E1027A}"/>
                </a:ext>
              </a:extLst>
            </p:cNvPr>
            <p:cNvSpPr/>
            <p:nvPr/>
          </p:nvSpPr>
          <p:spPr>
            <a:xfrm>
              <a:off x="3153624" y="3318066"/>
              <a:ext cx="145105" cy="260514"/>
            </a:xfrm>
            <a:custGeom>
              <a:avLst/>
              <a:gdLst>
                <a:gd name="connsiteX0" fmla="*/ 122901 w 145105"/>
                <a:gd name="connsiteY0" fmla="*/ 11102 h 260514"/>
                <a:gd name="connsiteX1" fmla="*/ 119497 w 145105"/>
                <a:gd name="connsiteY1" fmla="*/ 52958 h 260514"/>
                <a:gd name="connsiteX2" fmla="*/ 130599 w 145105"/>
                <a:gd name="connsiteY2" fmla="*/ 137482 h 260514"/>
                <a:gd name="connsiteX3" fmla="*/ 144254 w 145105"/>
                <a:gd name="connsiteY3" fmla="*/ 232258 h 260514"/>
                <a:gd name="connsiteX4" fmla="*/ 145106 w 145105"/>
                <a:gd name="connsiteY4" fmla="*/ 257867 h 260514"/>
                <a:gd name="connsiteX5" fmla="*/ 136557 w 145105"/>
                <a:gd name="connsiteY5" fmla="*/ 260420 h 260514"/>
                <a:gd name="connsiteX6" fmla="*/ 72534 w 145105"/>
                <a:gd name="connsiteY6" fmla="*/ 257867 h 260514"/>
                <a:gd name="connsiteX7" fmla="*/ 24721 w 145105"/>
                <a:gd name="connsiteY7" fmla="*/ 245913 h 260514"/>
                <a:gd name="connsiteX8" fmla="*/ 22167 w 145105"/>
                <a:gd name="connsiteY8" fmla="*/ 210905 h 260514"/>
                <a:gd name="connsiteX9" fmla="*/ 16209 w 145105"/>
                <a:gd name="connsiteY9" fmla="*/ 168235 h 260514"/>
                <a:gd name="connsiteX10" fmla="*/ 6809 w 145105"/>
                <a:gd name="connsiteY10" fmla="*/ 66613 h 260514"/>
                <a:gd name="connsiteX11" fmla="*/ 0 w 145105"/>
                <a:gd name="connsiteY11" fmla="*/ 12805 h 260514"/>
                <a:gd name="connsiteX12" fmla="*/ 13656 w 145105"/>
                <a:gd name="connsiteY12" fmla="*/ 0 h 260514"/>
                <a:gd name="connsiteX13" fmla="*/ 35860 w 145105"/>
                <a:gd name="connsiteY13" fmla="*/ 13656 h 260514"/>
                <a:gd name="connsiteX14" fmla="*/ 122901 w 145105"/>
                <a:gd name="connsiteY14" fmla="*/ 11102 h 260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5105" h="260514">
                  <a:moveTo>
                    <a:pt x="122901" y="11102"/>
                  </a:moveTo>
                  <a:cubicBezTo>
                    <a:pt x="122901" y="11102"/>
                    <a:pt x="119497" y="37562"/>
                    <a:pt x="119497" y="52958"/>
                  </a:cubicBezTo>
                  <a:cubicBezTo>
                    <a:pt x="119497" y="68316"/>
                    <a:pt x="129748" y="111873"/>
                    <a:pt x="130599" y="137482"/>
                  </a:cubicBezTo>
                  <a:cubicBezTo>
                    <a:pt x="131450" y="163091"/>
                    <a:pt x="143403" y="224560"/>
                    <a:pt x="144254" y="232258"/>
                  </a:cubicBezTo>
                  <a:cubicBezTo>
                    <a:pt x="145106" y="239918"/>
                    <a:pt x="145106" y="255313"/>
                    <a:pt x="145106" y="257867"/>
                  </a:cubicBezTo>
                  <a:cubicBezTo>
                    <a:pt x="145106" y="260420"/>
                    <a:pt x="145106" y="260420"/>
                    <a:pt x="136557" y="260420"/>
                  </a:cubicBezTo>
                  <a:cubicBezTo>
                    <a:pt x="128008" y="260420"/>
                    <a:pt x="91297" y="261271"/>
                    <a:pt x="72534" y="257867"/>
                  </a:cubicBezTo>
                  <a:cubicBezTo>
                    <a:pt x="53772" y="254462"/>
                    <a:pt x="26127" y="251909"/>
                    <a:pt x="24721" y="245913"/>
                  </a:cubicBezTo>
                  <a:cubicBezTo>
                    <a:pt x="22167" y="234811"/>
                    <a:pt x="22167" y="225411"/>
                    <a:pt x="22167" y="210905"/>
                  </a:cubicBezTo>
                  <a:cubicBezTo>
                    <a:pt x="22167" y="196398"/>
                    <a:pt x="17060" y="176747"/>
                    <a:pt x="16209" y="168235"/>
                  </a:cubicBezTo>
                  <a:cubicBezTo>
                    <a:pt x="15358" y="159687"/>
                    <a:pt x="5107" y="111873"/>
                    <a:pt x="6809" y="66613"/>
                  </a:cubicBezTo>
                  <a:cubicBezTo>
                    <a:pt x="7439" y="50367"/>
                    <a:pt x="814" y="17097"/>
                    <a:pt x="0" y="12805"/>
                  </a:cubicBezTo>
                  <a:lnTo>
                    <a:pt x="13656" y="0"/>
                  </a:lnTo>
                  <a:cubicBezTo>
                    <a:pt x="13656" y="0"/>
                    <a:pt x="12805" y="6846"/>
                    <a:pt x="35860" y="13656"/>
                  </a:cubicBezTo>
                  <a:cubicBezTo>
                    <a:pt x="58879" y="20502"/>
                    <a:pt x="96441" y="22204"/>
                    <a:pt x="122901" y="11102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B884E9B4-1BFA-9552-BF02-4D6B1EC11724}"/>
                </a:ext>
              </a:extLst>
            </p:cNvPr>
            <p:cNvSpPr/>
            <p:nvPr/>
          </p:nvSpPr>
          <p:spPr>
            <a:xfrm>
              <a:off x="3649338" y="3332610"/>
              <a:ext cx="141180" cy="252373"/>
            </a:xfrm>
            <a:custGeom>
              <a:avLst/>
              <a:gdLst>
                <a:gd name="connsiteX0" fmla="*/ 22905 w 141180"/>
                <a:gd name="connsiteY0" fmla="*/ 2961 h 252373"/>
                <a:gd name="connsiteX1" fmla="*/ 16910 w 141180"/>
                <a:gd name="connsiteY1" fmla="*/ 54179 h 252373"/>
                <a:gd name="connsiteX2" fmla="*/ 4106 w 141180"/>
                <a:gd name="connsiteY2" fmla="*/ 136150 h 252373"/>
                <a:gd name="connsiteX3" fmla="*/ 701 w 141180"/>
                <a:gd name="connsiteY3" fmla="*/ 249725 h 252373"/>
                <a:gd name="connsiteX4" fmla="*/ 9250 w 141180"/>
                <a:gd name="connsiteY4" fmla="*/ 252279 h 252373"/>
                <a:gd name="connsiteX5" fmla="*/ 73272 w 141180"/>
                <a:gd name="connsiteY5" fmla="*/ 249725 h 252373"/>
                <a:gd name="connsiteX6" fmla="*/ 121086 w 141180"/>
                <a:gd name="connsiteY6" fmla="*/ 237772 h 252373"/>
                <a:gd name="connsiteX7" fmla="*/ 123639 w 141180"/>
                <a:gd name="connsiteY7" fmla="*/ 202763 h 252373"/>
                <a:gd name="connsiteX8" fmla="*/ 135185 w 141180"/>
                <a:gd name="connsiteY8" fmla="*/ 60618 h 252373"/>
                <a:gd name="connsiteX9" fmla="*/ 141181 w 141180"/>
                <a:gd name="connsiteY9" fmla="*/ 5551 h 252373"/>
                <a:gd name="connsiteX10" fmla="*/ 132632 w 141180"/>
                <a:gd name="connsiteY10" fmla="*/ 0 h 252373"/>
                <a:gd name="connsiteX11" fmla="*/ 104469 w 141180"/>
                <a:gd name="connsiteY11" fmla="*/ 15358 h 252373"/>
                <a:gd name="connsiteX12" fmla="*/ 22905 w 141180"/>
                <a:gd name="connsiteY12" fmla="*/ 2961 h 2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1180" h="252373">
                  <a:moveTo>
                    <a:pt x="22905" y="2961"/>
                  </a:moveTo>
                  <a:cubicBezTo>
                    <a:pt x="22905" y="2961"/>
                    <a:pt x="16910" y="38821"/>
                    <a:pt x="16910" y="54179"/>
                  </a:cubicBezTo>
                  <a:cubicBezTo>
                    <a:pt x="16910" y="89780"/>
                    <a:pt x="6437" y="119422"/>
                    <a:pt x="4106" y="136150"/>
                  </a:cubicBezTo>
                  <a:cubicBezTo>
                    <a:pt x="-2297" y="182261"/>
                    <a:pt x="701" y="247135"/>
                    <a:pt x="701" y="249725"/>
                  </a:cubicBezTo>
                  <a:cubicBezTo>
                    <a:pt x="701" y="252279"/>
                    <a:pt x="701" y="252279"/>
                    <a:pt x="9250" y="252279"/>
                  </a:cubicBezTo>
                  <a:cubicBezTo>
                    <a:pt x="17798" y="252279"/>
                    <a:pt x="54510" y="253130"/>
                    <a:pt x="73272" y="249725"/>
                  </a:cubicBezTo>
                  <a:cubicBezTo>
                    <a:pt x="92072" y="246320"/>
                    <a:pt x="119716" y="243767"/>
                    <a:pt x="121086" y="237772"/>
                  </a:cubicBezTo>
                  <a:cubicBezTo>
                    <a:pt x="123639" y="226670"/>
                    <a:pt x="123639" y="217270"/>
                    <a:pt x="123639" y="202763"/>
                  </a:cubicBezTo>
                  <a:cubicBezTo>
                    <a:pt x="123639" y="188256"/>
                    <a:pt x="128339" y="116092"/>
                    <a:pt x="135185" y="60618"/>
                  </a:cubicBezTo>
                  <a:cubicBezTo>
                    <a:pt x="137184" y="44483"/>
                    <a:pt x="140292" y="9807"/>
                    <a:pt x="141181" y="5551"/>
                  </a:cubicBezTo>
                  <a:lnTo>
                    <a:pt x="132632" y="0"/>
                  </a:lnTo>
                  <a:cubicBezTo>
                    <a:pt x="132632" y="0"/>
                    <a:pt x="127525" y="8549"/>
                    <a:pt x="104469" y="15358"/>
                  </a:cubicBezTo>
                  <a:cubicBezTo>
                    <a:pt x="81414" y="22167"/>
                    <a:pt x="49403" y="14063"/>
                    <a:pt x="22905" y="2961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8D3403CF-A1D5-C200-07DC-E82A13D15366}"/>
                </a:ext>
              </a:extLst>
            </p:cNvPr>
            <p:cNvSpPr/>
            <p:nvPr/>
          </p:nvSpPr>
          <p:spPr>
            <a:xfrm>
              <a:off x="3370856" y="2321002"/>
              <a:ext cx="208572" cy="266415"/>
            </a:xfrm>
            <a:custGeom>
              <a:avLst/>
              <a:gdLst>
                <a:gd name="connsiteX0" fmla="*/ 0 w 208572"/>
                <a:gd name="connsiteY0" fmla="*/ 3344 h 266415"/>
                <a:gd name="connsiteX1" fmla="*/ 9178 w 208572"/>
                <a:gd name="connsiteY1" fmla="*/ 142418 h 266415"/>
                <a:gd name="connsiteX2" fmla="*/ 12397 w 208572"/>
                <a:gd name="connsiteY2" fmla="*/ 185309 h 266415"/>
                <a:gd name="connsiteX3" fmla="*/ 41855 w 208572"/>
                <a:gd name="connsiteY3" fmla="*/ 217950 h 266415"/>
                <a:gd name="connsiteX4" fmla="*/ 102066 w 208572"/>
                <a:gd name="connsiteY4" fmla="*/ 264061 h 266415"/>
                <a:gd name="connsiteX5" fmla="*/ 118719 w 208572"/>
                <a:gd name="connsiteY5" fmla="*/ 262136 h 266415"/>
                <a:gd name="connsiteX6" fmla="*/ 194288 w 208572"/>
                <a:gd name="connsiteY6" fmla="*/ 188492 h 266415"/>
                <a:gd name="connsiteX7" fmla="*/ 208388 w 208572"/>
                <a:gd name="connsiteY7" fmla="*/ 157739 h 266415"/>
                <a:gd name="connsiteX8" fmla="*/ 203725 w 208572"/>
                <a:gd name="connsiteY8" fmla="*/ 7119 h 266415"/>
                <a:gd name="connsiteX9" fmla="*/ 0 w 208572"/>
                <a:gd name="connsiteY9" fmla="*/ 3344 h 26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8572" h="266415">
                  <a:moveTo>
                    <a:pt x="0" y="3344"/>
                  </a:moveTo>
                  <a:cubicBezTo>
                    <a:pt x="0" y="3344"/>
                    <a:pt x="8327" y="128984"/>
                    <a:pt x="9178" y="142418"/>
                  </a:cubicBezTo>
                  <a:cubicBezTo>
                    <a:pt x="10473" y="162920"/>
                    <a:pt x="11102" y="182756"/>
                    <a:pt x="12397" y="185309"/>
                  </a:cubicBezTo>
                  <a:cubicBezTo>
                    <a:pt x="13693" y="187863"/>
                    <a:pt x="18171" y="201333"/>
                    <a:pt x="41855" y="217950"/>
                  </a:cubicBezTo>
                  <a:cubicBezTo>
                    <a:pt x="57990" y="229311"/>
                    <a:pt x="90520" y="257029"/>
                    <a:pt x="102066" y="264061"/>
                  </a:cubicBezTo>
                  <a:cubicBezTo>
                    <a:pt x="106026" y="266503"/>
                    <a:pt x="112946" y="268539"/>
                    <a:pt x="118719" y="262136"/>
                  </a:cubicBezTo>
                  <a:cubicBezTo>
                    <a:pt x="125492" y="254587"/>
                    <a:pt x="180188" y="205774"/>
                    <a:pt x="194288" y="188492"/>
                  </a:cubicBezTo>
                  <a:cubicBezTo>
                    <a:pt x="208388" y="171210"/>
                    <a:pt x="207093" y="164807"/>
                    <a:pt x="208388" y="157739"/>
                  </a:cubicBezTo>
                  <a:cubicBezTo>
                    <a:pt x="209683" y="150708"/>
                    <a:pt x="203725" y="20590"/>
                    <a:pt x="203725" y="7119"/>
                  </a:cubicBezTo>
                  <a:cubicBezTo>
                    <a:pt x="203651" y="-6277"/>
                    <a:pt x="0" y="3344"/>
                    <a:pt x="0" y="3344"/>
                  </a:cubicBezTo>
                  <a:close/>
                </a:path>
              </a:pathLst>
            </a:custGeom>
            <a:solidFill>
              <a:srgbClr val="E09C6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A9E8618-6E17-7C3F-479A-A8649C4D343E}"/>
                </a:ext>
              </a:extLst>
            </p:cNvPr>
            <p:cNvSpPr/>
            <p:nvPr/>
          </p:nvSpPr>
          <p:spPr>
            <a:xfrm>
              <a:off x="3633941" y="2706298"/>
              <a:ext cx="23573" cy="163128"/>
            </a:xfrm>
            <a:custGeom>
              <a:avLst/>
              <a:gdLst>
                <a:gd name="connsiteX0" fmla="*/ 23574 w 23573"/>
                <a:gd name="connsiteY0" fmla="*/ 163128 h 163128"/>
                <a:gd name="connsiteX1" fmla="*/ 21501 w 23573"/>
                <a:gd name="connsiteY1" fmla="*/ 74274 h 163128"/>
                <a:gd name="connsiteX2" fmla="*/ 11102 w 23573"/>
                <a:gd name="connsiteY2" fmla="*/ 0 h 163128"/>
                <a:gd name="connsiteX3" fmla="*/ 0 w 23573"/>
                <a:gd name="connsiteY3" fmla="*/ 4145 h 163128"/>
                <a:gd name="connsiteX4" fmla="*/ 8327 w 23573"/>
                <a:gd name="connsiteY4" fmla="*/ 91593 h 163128"/>
                <a:gd name="connsiteX5" fmla="*/ 8327 w 23573"/>
                <a:gd name="connsiteY5" fmla="*/ 160316 h 163128"/>
                <a:gd name="connsiteX6" fmla="*/ 23574 w 23573"/>
                <a:gd name="connsiteY6" fmla="*/ 163128 h 16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573" h="163128">
                  <a:moveTo>
                    <a:pt x="23574" y="163128"/>
                  </a:moveTo>
                  <a:cubicBezTo>
                    <a:pt x="23574" y="163128"/>
                    <a:pt x="23574" y="109690"/>
                    <a:pt x="21501" y="74274"/>
                  </a:cubicBezTo>
                  <a:cubicBezTo>
                    <a:pt x="19429" y="38858"/>
                    <a:pt x="11102" y="0"/>
                    <a:pt x="11102" y="0"/>
                  </a:cubicBezTo>
                  <a:lnTo>
                    <a:pt x="0" y="4145"/>
                  </a:lnTo>
                  <a:cubicBezTo>
                    <a:pt x="0" y="4145"/>
                    <a:pt x="6957" y="55511"/>
                    <a:pt x="8327" y="91593"/>
                  </a:cubicBezTo>
                  <a:cubicBezTo>
                    <a:pt x="9733" y="127675"/>
                    <a:pt x="8327" y="160316"/>
                    <a:pt x="8327" y="160316"/>
                  </a:cubicBezTo>
                  <a:lnTo>
                    <a:pt x="23574" y="163128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78F47A36-A70C-DED1-17D1-EBAB16488379}"/>
                </a:ext>
              </a:extLst>
            </p:cNvPr>
            <p:cNvSpPr/>
            <p:nvPr/>
          </p:nvSpPr>
          <p:spPr>
            <a:xfrm>
              <a:off x="3617873" y="2871499"/>
              <a:ext cx="67468" cy="50712"/>
            </a:xfrm>
            <a:custGeom>
              <a:avLst/>
              <a:gdLst>
                <a:gd name="connsiteX0" fmla="*/ 16031 w 67468"/>
                <a:gd name="connsiteY0" fmla="*/ 3479 h 50712"/>
                <a:gd name="connsiteX1" fmla="*/ 81 w 67468"/>
                <a:gd name="connsiteY1" fmla="*/ 25683 h 50712"/>
                <a:gd name="connsiteX2" fmla="*/ 34794 w 67468"/>
                <a:gd name="connsiteY2" fmla="*/ 50663 h 50712"/>
                <a:gd name="connsiteX3" fmla="*/ 67434 w 67468"/>
                <a:gd name="connsiteY3" fmla="*/ 22908 h 50712"/>
                <a:gd name="connsiteX4" fmla="*/ 45933 w 67468"/>
                <a:gd name="connsiteY4" fmla="*/ 0 h 50712"/>
                <a:gd name="connsiteX5" fmla="*/ 16031 w 67468"/>
                <a:gd name="connsiteY5" fmla="*/ 3479 h 50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468" h="50712">
                  <a:moveTo>
                    <a:pt x="16031" y="3479"/>
                  </a:moveTo>
                  <a:cubicBezTo>
                    <a:pt x="16031" y="3479"/>
                    <a:pt x="-1325" y="11102"/>
                    <a:pt x="81" y="25683"/>
                  </a:cubicBezTo>
                  <a:cubicBezTo>
                    <a:pt x="1487" y="40264"/>
                    <a:pt x="19547" y="51551"/>
                    <a:pt x="34794" y="50663"/>
                  </a:cubicBezTo>
                  <a:cubicBezTo>
                    <a:pt x="59071" y="49257"/>
                    <a:pt x="68100" y="33307"/>
                    <a:pt x="67434" y="22908"/>
                  </a:cubicBezTo>
                  <a:cubicBezTo>
                    <a:pt x="66731" y="12508"/>
                    <a:pt x="45933" y="0"/>
                    <a:pt x="45933" y="0"/>
                  </a:cubicBezTo>
                  <a:lnTo>
                    <a:pt x="16031" y="3479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521A3AD2-4BE0-9D4B-C4E0-743106C89003}"/>
                </a:ext>
              </a:extLst>
            </p:cNvPr>
            <p:cNvSpPr/>
            <p:nvPr/>
          </p:nvSpPr>
          <p:spPr>
            <a:xfrm>
              <a:off x="3620730" y="2871499"/>
              <a:ext cx="63164" cy="44418"/>
            </a:xfrm>
            <a:custGeom>
              <a:avLst/>
              <a:gdLst>
                <a:gd name="connsiteX0" fmla="*/ 13175 w 63164"/>
                <a:gd name="connsiteY0" fmla="*/ 3479 h 44418"/>
                <a:gd name="connsiteX1" fmla="*/ 0 w 63164"/>
                <a:gd name="connsiteY1" fmla="*/ 19429 h 44418"/>
                <a:gd name="connsiteX2" fmla="*/ 32603 w 63164"/>
                <a:gd name="connsiteY2" fmla="*/ 44409 h 44418"/>
                <a:gd name="connsiteX3" fmla="*/ 63134 w 63164"/>
                <a:gd name="connsiteY3" fmla="*/ 22908 h 44418"/>
                <a:gd name="connsiteX4" fmla="*/ 43002 w 63164"/>
                <a:gd name="connsiteY4" fmla="*/ 0 h 44418"/>
                <a:gd name="connsiteX5" fmla="*/ 13175 w 63164"/>
                <a:gd name="connsiteY5" fmla="*/ 3479 h 4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164" h="44418">
                  <a:moveTo>
                    <a:pt x="13175" y="3479"/>
                  </a:moveTo>
                  <a:cubicBezTo>
                    <a:pt x="13175" y="3479"/>
                    <a:pt x="0" y="10436"/>
                    <a:pt x="0" y="19429"/>
                  </a:cubicBezTo>
                  <a:cubicBezTo>
                    <a:pt x="0" y="34084"/>
                    <a:pt x="17356" y="44779"/>
                    <a:pt x="32603" y="44409"/>
                  </a:cubicBezTo>
                  <a:cubicBezTo>
                    <a:pt x="52254" y="43965"/>
                    <a:pt x="63838" y="33307"/>
                    <a:pt x="63134" y="22908"/>
                  </a:cubicBezTo>
                  <a:cubicBezTo>
                    <a:pt x="62431" y="12508"/>
                    <a:pt x="43002" y="0"/>
                    <a:pt x="43002" y="0"/>
                  </a:cubicBezTo>
                  <a:lnTo>
                    <a:pt x="13175" y="3479"/>
                  </a:lnTo>
                  <a:close/>
                </a:path>
              </a:pathLst>
            </a:custGeom>
            <a:solidFill>
              <a:srgbClr val="9C9EA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C28D09CC-3974-D64F-7F93-3D7C0E12CEF8}"/>
                </a:ext>
              </a:extLst>
            </p:cNvPr>
            <p:cNvSpPr/>
            <p:nvPr/>
          </p:nvSpPr>
          <p:spPr>
            <a:xfrm>
              <a:off x="3633165" y="2869066"/>
              <a:ext cx="36166" cy="37155"/>
            </a:xfrm>
            <a:custGeom>
              <a:avLst/>
              <a:gdLst>
                <a:gd name="connsiteX0" fmla="*/ 36155 w 36166"/>
                <a:gd name="connsiteY0" fmla="*/ 18754 h 37155"/>
                <a:gd name="connsiteX1" fmla="*/ 18095 w 36166"/>
                <a:gd name="connsiteY1" fmla="*/ 361 h 37155"/>
                <a:gd name="connsiteX2" fmla="*/ 36 w 36166"/>
                <a:gd name="connsiteY2" fmla="*/ 18754 h 37155"/>
                <a:gd name="connsiteX3" fmla="*/ 18095 w 36166"/>
                <a:gd name="connsiteY3" fmla="*/ 37146 h 37155"/>
                <a:gd name="connsiteX4" fmla="*/ 36155 w 36166"/>
                <a:gd name="connsiteY4" fmla="*/ 18754 h 3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66" h="37155">
                  <a:moveTo>
                    <a:pt x="36155" y="18754"/>
                  </a:moveTo>
                  <a:cubicBezTo>
                    <a:pt x="36525" y="-3821"/>
                    <a:pt x="28087" y="361"/>
                    <a:pt x="18095" y="361"/>
                  </a:cubicBezTo>
                  <a:cubicBezTo>
                    <a:pt x="8140" y="361"/>
                    <a:pt x="-630" y="-4154"/>
                    <a:pt x="36" y="18754"/>
                  </a:cubicBezTo>
                  <a:cubicBezTo>
                    <a:pt x="332" y="28931"/>
                    <a:pt x="2108" y="36813"/>
                    <a:pt x="18095" y="37146"/>
                  </a:cubicBezTo>
                  <a:cubicBezTo>
                    <a:pt x="33083" y="37479"/>
                    <a:pt x="36007" y="28894"/>
                    <a:pt x="36155" y="18754"/>
                  </a:cubicBezTo>
                  <a:close/>
                </a:path>
              </a:pathLst>
            </a:custGeom>
            <a:solidFill>
              <a:srgbClr val="C2C6CD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1D4D3064-0BCB-E563-E812-0EEED5B02864}"/>
                </a:ext>
              </a:extLst>
            </p:cNvPr>
            <p:cNvSpPr/>
            <p:nvPr/>
          </p:nvSpPr>
          <p:spPr>
            <a:xfrm>
              <a:off x="3628723" y="2858657"/>
              <a:ext cx="45111" cy="35749"/>
            </a:xfrm>
            <a:custGeom>
              <a:avLst/>
              <a:gdLst>
                <a:gd name="connsiteX0" fmla="*/ 45112 w 45111"/>
                <a:gd name="connsiteY0" fmla="*/ 17875 h 35749"/>
                <a:gd name="connsiteX1" fmla="*/ 22574 w 45111"/>
                <a:gd name="connsiteY1" fmla="*/ 35749 h 35749"/>
                <a:gd name="connsiteX2" fmla="*/ 0 w 45111"/>
                <a:gd name="connsiteY2" fmla="*/ 17875 h 35749"/>
                <a:gd name="connsiteX3" fmla="*/ 22574 w 45111"/>
                <a:gd name="connsiteY3" fmla="*/ 0 h 35749"/>
                <a:gd name="connsiteX4" fmla="*/ 45112 w 45111"/>
                <a:gd name="connsiteY4" fmla="*/ 17875 h 35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11" h="35749">
                  <a:moveTo>
                    <a:pt x="45112" y="17875"/>
                  </a:moveTo>
                  <a:cubicBezTo>
                    <a:pt x="45112" y="27755"/>
                    <a:pt x="35009" y="35749"/>
                    <a:pt x="22574" y="35749"/>
                  </a:cubicBezTo>
                  <a:cubicBezTo>
                    <a:pt x="10103" y="35749"/>
                    <a:pt x="0" y="27755"/>
                    <a:pt x="0" y="17875"/>
                  </a:cubicBezTo>
                  <a:cubicBezTo>
                    <a:pt x="0" y="7994"/>
                    <a:pt x="10103" y="0"/>
                    <a:pt x="22574" y="0"/>
                  </a:cubicBezTo>
                  <a:cubicBezTo>
                    <a:pt x="35009" y="0"/>
                    <a:pt x="45112" y="8031"/>
                    <a:pt x="45112" y="17875"/>
                  </a:cubicBezTo>
                  <a:close/>
                </a:path>
              </a:pathLst>
            </a:custGeom>
            <a:solidFill>
              <a:srgbClr val="B2B5BF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D2A5DB37-3B62-33C0-AE60-A032615BA512}"/>
                </a:ext>
              </a:extLst>
            </p:cNvPr>
            <p:cNvSpPr/>
            <p:nvPr/>
          </p:nvSpPr>
          <p:spPr>
            <a:xfrm>
              <a:off x="3626304" y="2856564"/>
              <a:ext cx="51026" cy="41334"/>
            </a:xfrm>
            <a:custGeom>
              <a:avLst/>
              <a:gdLst>
                <a:gd name="connsiteX0" fmla="*/ 51010 w 51026"/>
                <a:gd name="connsiteY0" fmla="*/ 19450 h 41334"/>
                <a:gd name="connsiteX1" fmla="*/ 24624 w 51026"/>
                <a:gd name="connsiteY1" fmla="*/ 21 h 41334"/>
                <a:gd name="connsiteX2" fmla="*/ 347 w 51026"/>
                <a:gd name="connsiteY2" fmla="*/ 22929 h 41334"/>
                <a:gd name="connsiteX3" fmla="*/ 25660 w 51026"/>
                <a:gd name="connsiteY3" fmla="*/ 41321 h 41334"/>
                <a:gd name="connsiteX4" fmla="*/ 51010 w 51026"/>
                <a:gd name="connsiteY4" fmla="*/ 19450 h 41334"/>
                <a:gd name="connsiteX5" fmla="*/ 25993 w 51026"/>
                <a:gd name="connsiteY5" fmla="*/ 35067 h 41334"/>
                <a:gd name="connsiteX6" fmla="*/ 4492 w 51026"/>
                <a:gd name="connsiteY6" fmla="*/ 17007 h 41334"/>
                <a:gd name="connsiteX7" fmla="*/ 25660 w 51026"/>
                <a:gd name="connsiteY7" fmla="*/ 4499 h 41334"/>
                <a:gd name="connsiteX8" fmla="*/ 45089 w 51026"/>
                <a:gd name="connsiteY8" fmla="*/ 18377 h 41334"/>
                <a:gd name="connsiteX9" fmla="*/ 25993 w 51026"/>
                <a:gd name="connsiteY9" fmla="*/ 35067 h 41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026" h="41334">
                  <a:moveTo>
                    <a:pt x="51010" y="19450"/>
                  </a:moveTo>
                  <a:cubicBezTo>
                    <a:pt x="50344" y="4092"/>
                    <a:pt x="32950" y="-349"/>
                    <a:pt x="24624" y="21"/>
                  </a:cubicBezTo>
                  <a:cubicBezTo>
                    <a:pt x="16260" y="354"/>
                    <a:pt x="-2799" y="6275"/>
                    <a:pt x="347" y="22929"/>
                  </a:cubicBezTo>
                  <a:cubicBezTo>
                    <a:pt x="3456" y="39582"/>
                    <a:pt x="19073" y="40988"/>
                    <a:pt x="25660" y="41321"/>
                  </a:cubicBezTo>
                  <a:cubicBezTo>
                    <a:pt x="32247" y="41654"/>
                    <a:pt x="51676" y="35770"/>
                    <a:pt x="51010" y="19450"/>
                  </a:cubicBezTo>
                  <a:close/>
                  <a:moveTo>
                    <a:pt x="25993" y="35067"/>
                  </a:moveTo>
                  <a:cubicBezTo>
                    <a:pt x="19036" y="35437"/>
                    <a:pt x="2752" y="30219"/>
                    <a:pt x="4492" y="17007"/>
                  </a:cubicBezTo>
                  <a:cubicBezTo>
                    <a:pt x="5528" y="9014"/>
                    <a:pt x="16297" y="3463"/>
                    <a:pt x="25660" y="4499"/>
                  </a:cubicBezTo>
                  <a:cubicBezTo>
                    <a:pt x="34986" y="5535"/>
                    <a:pt x="43201" y="7719"/>
                    <a:pt x="45089" y="18377"/>
                  </a:cubicBezTo>
                  <a:cubicBezTo>
                    <a:pt x="47161" y="30219"/>
                    <a:pt x="32247" y="34734"/>
                    <a:pt x="25993" y="35067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F59C61D1-12BC-F900-6D68-6F2BAA5D798C}"/>
                </a:ext>
              </a:extLst>
            </p:cNvPr>
            <p:cNvSpPr/>
            <p:nvPr/>
          </p:nvSpPr>
          <p:spPr>
            <a:xfrm>
              <a:off x="3234556" y="2662963"/>
              <a:ext cx="98109" cy="314610"/>
            </a:xfrm>
            <a:custGeom>
              <a:avLst/>
              <a:gdLst>
                <a:gd name="connsiteX0" fmla="*/ 98109 w 98109"/>
                <a:gd name="connsiteY0" fmla="*/ 3257 h 314610"/>
                <a:gd name="connsiteX1" fmla="*/ 54848 w 98109"/>
                <a:gd name="connsiteY1" fmla="*/ 164275 h 314610"/>
                <a:gd name="connsiteX2" fmla="*/ 53922 w 98109"/>
                <a:gd name="connsiteY2" fmla="*/ 212866 h 314610"/>
                <a:gd name="connsiteX3" fmla="*/ 68281 w 98109"/>
                <a:gd name="connsiteY3" fmla="*/ 225818 h 314610"/>
                <a:gd name="connsiteX4" fmla="*/ 82159 w 98109"/>
                <a:gd name="connsiteY4" fmla="*/ 273484 h 314610"/>
                <a:gd name="connsiteX5" fmla="*/ 83084 w 98109"/>
                <a:gd name="connsiteY5" fmla="*/ 302165 h 314610"/>
                <a:gd name="connsiteX6" fmla="*/ 71501 w 98109"/>
                <a:gd name="connsiteY6" fmla="*/ 301720 h 314610"/>
                <a:gd name="connsiteX7" fmla="*/ 69169 w 98109"/>
                <a:gd name="connsiteY7" fmla="*/ 261457 h 314610"/>
                <a:gd name="connsiteX8" fmla="*/ 46965 w 98109"/>
                <a:gd name="connsiteY8" fmla="*/ 232295 h 314610"/>
                <a:gd name="connsiteX9" fmla="*/ 18284 w 98109"/>
                <a:gd name="connsiteY9" fmla="*/ 263751 h 314610"/>
                <a:gd name="connsiteX10" fmla="*/ 13658 w 98109"/>
                <a:gd name="connsiteY10" fmla="*/ 313711 h 314610"/>
                <a:gd name="connsiteX11" fmla="*/ 225 w 98109"/>
                <a:gd name="connsiteY11" fmla="*/ 313267 h 314610"/>
                <a:gd name="connsiteX12" fmla="*/ 4407 w 98109"/>
                <a:gd name="connsiteY12" fmla="*/ 253093 h 314610"/>
                <a:gd name="connsiteX13" fmla="*/ 27092 w 98109"/>
                <a:gd name="connsiteY13" fmla="*/ 221156 h 314610"/>
                <a:gd name="connsiteX14" fmla="*/ 35863 w 98109"/>
                <a:gd name="connsiteY14" fmla="*/ 198026 h 314610"/>
                <a:gd name="connsiteX15" fmla="*/ 47890 w 98109"/>
                <a:gd name="connsiteY15" fmla="*/ 138814 h 314610"/>
                <a:gd name="connsiteX16" fmla="*/ 86970 w 98109"/>
                <a:gd name="connsiteY16" fmla="*/ 0 h 314610"/>
                <a:gd name="connsiteX17" fmla="*/ 98109 w 98109"/>
                <a:gd name="connsiteY17" fmla="*/ 3257 h 314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8109" h="314610">
                  <a:moveTo>
                    <a:pt x="98109" y="3257"/>
                  </a:moveTo>
                  <a:cubicBezTo>
                    <a:pt x="98109" y="3257"/>
                    <a:pt x="58548" y="139740"/>
                    <a:pt x="54848" y="164275"/>
                  </a:cubicBezTo>
                  <a:cubicBezTo>
                    <a:pt x="51147" y="188811"/>
                    <a:pt x="52812" y="208425"/>
                    <a:pt x="53922" y="212866"/>
                  </a:cubicBezTo>
                  <a:cubicBezTo>
                    <a:pt x="55773" y="220267"/>
                    <a:pt x="62249" y="219823"/>
                    <a:pt x="68281" y="225818"/>
                  </a:cubicBezTo>
                  <a:cubicBezTo>
                    <a:pt x="74276" y="231851"/>
                    <a:pt x="81678" y="248504"/>
                    <a:pt x="82159" y="273484"/>
                  </a:cubicBezTo>
                  <a:cubicBezTo>
                    <a:pt x="82640" y="298464"/>
                    <a:pt x="83084" y="302165"/>
                    <a:pt x="83084" y="302165"/>
                  </a:cubicBezTo>
                  <a:cubicBezTo>
                    <a:pt x="83084" y="302165"/>
                    <a:pt x="71982" y="304496"/>
                    <a:pt x="71501" y="301720"/>
                  </a:cubicBezTo>
                  <a:cubicBezTo>
                    <a:pt x="71020" y="298945"/>
                    <a:pt x="71982" y="279516"/>
                    <a:pt x="69169" y="261457"/>
                  </a:cubicBezTo>
                  <a:cubicBezTo>
                    <a:pt x="66394" y="243397"/>
                    <a:pt x="62693" y="230925"/>
                    <a:pt x="46965" y="232295"/>
                  </a:cubicBezTo>
                  <a:cubicBezTo>
                    <a:pt x="31237" y="233701"/>
                    <a:pt x="19210" y="248985"/>
                    <a:pt x="18284" y="263751"/>
                  </a:cubicBezTo>
                  <a:cubicBezTo>
                    <a:pt x="16915" y="285511"/>
                    <a:pt x="13658" y="313711"/>
                    <a:pt x="13658" y="313711"/>
                  </a:cubicBezTo>
                  <a:cubicBezTo>
                    <a:pt x="13658" y="313711"/>
                    <a:pt x="1150" y="316005"/>
                    <a:pt x="225" y="313267"/>
                  </a:cubicBezTo>
                  <a:cubicBezTo>
                    <a:pt x="-700" y="310491"/>
                    <a:pt x="1335" y="266119"/>
                    <a:pt x="4407" y="253093"/>
                  </a:cubicBezTo>
                  <a:cubicBezTo>
                    <a:pt x="8107" y="237365"/>
                    <a:pt x="24317" y="223931"/>
                    <a:pt x="27092" y="221156"/>
                  </a:cubicBezTo>
                  <a:cubicBezTo>
                    <a:pt x="29868" y="218380"/>
                    <a:pt x="33124" y="214198"/>
                    <a:pt x="35863" y="198026"/>
                  </a:cubicBezTo>
                  <a:cubicBezTo>
                    <a:pt x="38638" y="181817"/>
                    <a:pt x="42820" y="160538"/>
                    <a:pt x="47890" y="138814"/>
                  </a:cubicBezTo>
                  <a:cubicBezTo>
                    <a:pt x="52997" y="117054"/>
                    <a:pt x="86970" y="0"/>
                    <a:pt x="86970" y="0"/>
                  </a:cubicBezTo>
                  <a:lnTo>
                    <a:pt x="98109" y="3257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E98AD44F-0356-A2CC-CB0D-9CB3185D57B9}"/>
                </a:ext>
              </a:extLst>
            </p:cNvPr>
            <p:cNvSpPr/>
            <p:nvPr/>
          </p:nvSpPr>
          <p:spPr>
            <a:xfrm>
              <a:off x="3235729" y="2974712"/>
              <a:ext cx="36799" cy="126342"/>
            </a:xfrm>
            <a:custGeom>
              <a:avLst/>
              <a:gdLst>
                <a:gd name="connsiteX0" fmla="*/ 19110 w 36799"/>
                <a:gd name="connsiteY0" fmla="*/ 126343 h 126342"/>
                <a:gd name="connsiteX1" fmla="*/ 17149 w 36799"/>
                <a:gd name="connsiteY1" fmla="*/ 126121 h 126342"/>
                <a:gd name="connsiteX2" fmla="*/ 1161 w 36799"/>
                <a:gd name="connsiteY2" fmla="*/ 85857 h 126342"/>
                <a:gd name="connsiteX3" fmla="*/ 680 w 36799"/>
                <a:gd name="connsiteY3" fmla="*/ 0 h 126342"/>
                <a:gd name="connsiteX4" fmla="*/ 4825 w 36799"/>
                <a:gd name="connsiteY4" fmla="*/ 111 h 126342"/>
                <a:gd name="connsiteX5" fmla="*/ 5269 w 36799"/>
                <a:gd name="connsiteY5" fmla="*/ 85450 h 126342"/>
                <a:gd name="connsiteX6" fmla="*/ 18000 w 36799"/>
                <a:gd name="connsiteY6" fmla="*/ 122013 h 126342"/>
                <a:gd name="connsiteX7" fmla="*/ 25882 w 36799"/>
                <a:gd name="connsiteY7" fmla="*/ 116536 h 126342"/>
                <a:gd name="connsiteX8" fmla="*/ 32137 w 36799"/>
                <a:gd name="connsiteY8" fmla="*/ 107506 h 126342"/>
                <a:gd name="connsiteX9" fmla="*/ 36799 w 36799"/>
                <a:gd name="connsiteY9" fmla="*/ 111429 h 126342"/>
                <a:gd name="connsiteX10" fmla="*/ 28843 w 36799"/>
                <a:gd name="connsiteY10" fmla="*/ 120792 h 126342"/>
                <a:gd name="connsiteX11" fmla="*/ 19110 w 36799"/>
                <a:gd name="connsiteY11" fmla="*/ 126343 h 126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799" h="126342">
                  <a:moveTo>
                    <a:pt x="19110" y="126343"/>
                  </a:moveTo>
                  <a:cubicBezTo>
                    <a:pt x="18481" y="126343"/>
                    <a:pt x="17815" y="126269"/>
                    <a:pt x="17149" y="126121"/>
                  </a:cubicBezTo>
                  <a:cubicBezTo>
                    <a:pt x="8378" y="124233"/>
                    <a:pt x="3456" y="111799"/>
                    <a:pt x="1161" y="85857"/>
                  </a:cubicBezTo>
                  <a:cubicBezTo>
                    <a:pt x="-1133" y="59656"/>
                    <a:pt x="680" y="592"/>
                    <a:pt x="680" y="0"/>
                  </a:cubicBezTo>
                  <a:lnTo>
                    <a:pt x="4825" y="111"/>
                  </a:lnTo>
                  <a:cubicBezTo>
                    <a:pt x="4788" y="703"/>
                    <a:pt x="3012" y="59508"/>
                    <a:pt x="5269" y="85450"/>
                  </a:cubicBezTo>
                  <a:cubicBezTo>
                    <a:pt x="7268" y="108320"/>
                    <a:pt x="11560" y="120607"/>
                    <a:pt x="18000" y="122013"/>
                  </a:cubicBezTo>
                  <a:cubicBezTo>
                    <a:pt x="20442" y="122531"/>
                    <a:pt x="23070" y="119756"/>
                    <a:pt x="25882" y="116536"/>
                  </a:cubicBezTo>
                  <a:cubicBezTo>
                    <a:pt x="32173" y="109357"/>
                    <a:pt x="32099" y="107543"/>
                    <a:pt x="32137" y="107506"/>
                  </a:cubicBezTo>
                  <a:lnTo>
                    <a:pt x="36799" y="111429"/>
                  </a:lnTo>
                  <a:cubicBezTo>
                    <a:pt x="36725" y="111503"/>
                    <a:pt x="35282" y="113427"/>
                    <a:pt x="28843" y="120792"/>
                  </a:cubicBezTo>
                  <a:cubicBezTo>
                    <a:pt x="27585" y="122309"/>
                    <a:pt x="24032" y="126343"/>
                    <a:pt x="19110" y="126343"/>
                  </a:cubicBezTo>
                  <a:close/>
                </a:path>
              </a:pathLst>
            </a:custGeom>
            <a:solidFill>
              <a:srgbClr val="9A9CA7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15688299-414F-F7BA-6B4B-5870754DC180}"/>
                </a:ext>
              </a:extLst>
            </p:cNvPr>
            <p:cNvSpPr/>
            <p:nvPr/>
          </p:nvSpPr>
          <p:spPr>
            <a:xfrm>
              <a:off x="3234929" y="2964461"/>
              <a:ext cx="79592" cy="148362"/>
            </a:xfrm>
            <a:custGeom>
              <a:avLst/>
              <a:gdLst>
                <a:gd name="connsiteX0" fmla="*/ 35268 w 79592"/>
                <a:gd name="connsiteY0" fmla="*/ 148362 h 148362"/>
                <a:gd name="connsiteX1" fmla="*/ 19614 w 79592"/>
                <a:gd name="connsiteY1" fmla="*/ 145587 h 148362"/>
                <a:gd name="connsiteX2" fmla="*/ 0 w 79592"/>
                <a:gd name="connsiteY2" fmla="*/ 139999 h 148362"/>
                <a:gd name="connsiteX3" fmla="*/ 1998 w 79592"/>
                <a:gd name="connsiteY3" fmla="*/ 135151 h 148362"/>
                <a:gd name="connsiteX4" fmla="*/ 20872 w 79592"/>
                <a:gd name="connsiteY4" fmla="*/ 141590 h 148362"/>
                <a:gd name="connsiteX5" fmla="*/ 49516 w 79592"/>
                <a:gd name="connsiteY5" fmla="*/ 139629 h 148362"/>
                <a:gd name="connsiteX6" fmla="*/ 73719 w 79592"/>
                <a:gd name="connsiteY6" fmla="*/ 61469 h 148362"/>
                <a:gd name="connsiteX7" fmla="*/ 74644 w 79592"/>
                <a:gd name="connsiteY7" fmla="*/ 296 h 148362"/>
                <a:gd name="connsiteX8" fmla="*/ 78789 w 79592"/>
                <a:gd name="connsiteY8" fmla="*/ 0 h 148362"/>
                <a:gd name="connsiteX9" fmla="*/ 77863 w 79592"/>
                <a:gd name="connsiteY9" fmla="*/ 61913 h 148362"/>
                <a:gd name="connsiteX10" fmla="*/ 52069 w 79592"/>
                <a:gd name="connsiteY10" fmla="*/ 142922 h 148362"/>
                <a:gd name="connsiteX11" fmla="*/ 35268 w 79592"/>
                <a:gd name="connsiteY11" fmla="*/ 148362 h 14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9592" h="148362">
                  <a:moveTo>
                    <a:pt x="35268" y="148362"/>
                  </a:moveTo>
                  <a:cubicBezTo>
                    <a:pt x="29569" y="148362"/>
                    <a:pt x="24055" y="146993"/>
                    <a:pt x="19614" y="145587"/>
                  </a:cubicBezTo>
                  <a:cubicBezTo>
                    <a:pt x="12249" y="143292"/>
                    <a:pt x="111" y="140073"/>
                    <a:pt x="0" y="139999"/>
                  </a:cubicBezTo>
                  <a:lnTo>
                    <a:pt x="1998" y="135151"/>
                  </a:lnTo>
                  <a:cubicBezTo>
                    <a:pt x="2109" y="135188"/>
                    <a:pt x="13619" y="139332"/>
                    <a:pt x="20872" y="141590"/>
                  </a:cubicBezTo>
                  <a:cubicBezTo>
                    <a:pt x="28866" y="144069"/>
                    <a:pt x="40486" y="146586"/>
                    <a:pt x="49516" y="139629"/>
                  </a:cubicBezTo>
                  <a:cubicBezTo>
                    <a:pt x="58916" y="132375"/>
                    <a:pt x="70425" y="90927"/>
                    <a:pt x="73719" y="61469"/>
                  </a:cubicBezTo>
                  <a:cubicBezTo>
                    <a:pt x="76901" y="32862"/>
                    <a:pt x="74644" y="629"/>
                    <a:pt x="74644" y="296"/>
                  </a:cubicBezTo>
                  <a:lnTo>
                    <a:pt x="78789" y="0"/>
                  </a:lnTo>
                  <a:cubicBezTo>
                    <a:pt x="78826" y="333"/>
                    <a:pt x="81083" y="32899"/>
                    <a:pt x="77863" y="61913"/>
                  </a:cubicBezTo>
                  <a:cubicBezTo>
                    <a:pt x="74755" y="89817"/>
                    <a:pt x="63468" y="134114"/>
                    <a:pt x="52069" y="142922"/>
                  </a:cubicBezTo>
                  <a:cubicBezTo>
                    <a:pt x="46777" y="147030"/>
                    <a:pt x="40930" y="148362"/>
                    <a:pt x="35268" y="148362"/>
                  </a:cubicBezTo>
                  <a:close/>
                </a:path>
              </a:pathLst>
            </a:custGeom>
            <a:solidFill>
              <a:srgbClr val="9597A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A7532C12-84E8-1DE1-1CDC-5C5773A3492C}"/>
                </a:ext>
              </a:extLst>
            </p:cNvPr>
            <p:cNvSpPr/>
            <p:nvPr/>
          </p:nvSpPr>
          <p:spPr>
            <a:xfrm>
              <a:off x="3262271" y="3067355"/>
              <a:ext cx="23687" cy="23834"/>
            </a:xfrm>
            <a:custGeom>
              <a:avLst/>
              <a:gdLst>
                <a:gd name="connsiteX0" fmla="*/ 20175 w 23687"/>
                <a:gd name="connsiteY0" fmla="*/ 1837 h 23834"/>
                <a:gd name="connsiteX1" fmla="*/ 20619 w 23687"/>
                <a:gd name="connsiteY1" fmla="*/ 14789 h 23834"/>
                <a:gd name="connsiteX2" fmla="*/ 9998 w 23687"/>
                <a:gd name="connsiteY2" fmla="*/ 23597 h 23834"/>
                <a:gd name="connsiteX3" fmla="*/ 265 w 23687"/>
                <a:gd name="connsiteY3" fmla="*/ 15714 h 23834"/>
                <a:gd name="connsiteX4" fmla="*/ 10886 w 23687"/>
                <a:gd name="connsiteY4" fmla="*/ 911 h 23834"/>
                <a:gd name="connsiteX5" fmla="*/ 20175 w 23687"/>
                <a:gd name="connsiteY5" fmla="*/ 1837 h 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7" h="23834">
                  <a:moveTo>
                    <a:pt x="20175" y="1837"/>
                  </a:moveTo>
                  <a:cubicBezTo>
                    <a:pt x="25208" y="5204"/>
                    <a:pt x="24357" y="10163"/>
                    <a:pt x="20619" y="14789"/>
                  </a:cubicBezTo>
                  <a:cubicBezTo>
                    <a:pt x="16918" y="19415"/>
                    <a:pt x="11737" y="22820"/>
                    <a:pt x="9998" y="23597"/>
                  </a:cubicBezTo>
                  <a:cubicBezTo>
                    <a:pt x="6741" y="25003"/>
                    <a:pt x="-1585" y="19896"/>
                    <a:pt x="265" y="15714"/>
                  </a:cubicBezTo>
                  <a:cubicBezTo>
                    <a:pt x="2116" y="11569"/>
                    <a:pt x="8148" y="1837"/>
                    <a:pt x="10886" y="911"/>
                  </a:cubicBezTo>
                  <a:cubicBezTo>
                    <a:pt x="13699" y="23"/>
                    <a:pt x="16030" y="-939"/>
                    <a:pt x="20175" y="1837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346DE9F4-A3E8-8AA6-1A32-C41266D692CB}"/>
                </a:ext>
              </a:extLst>
            </p:cNvPr>
            <p:cNvSpPr/>
            <p:nvPr/>
          </p:nvSpPr>
          <p:spPr>
            <a:xfrm>
              <a:off x="3224901" y="3094814"/>
              <a:ext cx="23476" cy="17171"/>
            </a:xfrm>
            <a:custGeom>
              <a:avLst/>
              <a:gdLst>
                <a:gd name="connsiteX0" fmla="*/ 20537 w 23476"/>
                <a:gd name="connsiteY0" fmla="*/ 16973 h 17171"/>
                <a:gd name="connsiteX1" fmla="*/ 2034 w 23476"/>
                <a:gd name="connsiteY1" fmla="*/ 13716 h 17171"/>
                <a:gd name="connsiteX2" fmla="*/ 5734 w 23476"/>
                <a:gd name="connsiteY2" fmla="*/ 283 h 17171"/>
                <a:gd name="connsiteX3" fmla="*/ 23313 w 23476"/>
                <a:gd name="connsiteY3" fmla="*/ 5353 h 17171"/>
                <a:gd name="connsiteX4" fmla="*/ 20537 w 23476"/>
                <a:gd name="connsiteY4" fmla="*/ 16973 h 1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76" h="17171">
                  <a:moveTo>
                    <a:pt x="20537" y="16973"/>
                  </a:moveTo>
                  <a:cubicBezTo>
                    <a:pt x="20537" y="16973"/>
                    <a:pt x="6660" y="18379"/>
                    <a:pt x="2034" y="13716"/>
                  </a:cubicBezTo>
                  <a:cubicBezTo>
                    <a:pt x="-2592" y="9090"/>
                    <a:pt x="1553" y="1689"/>
                    <a:pt x="5734" y="283"/>
                  </a:cubicBezTo>
                  <a:cubicBezTo>
                    <a:pt x="9879" y="-1124"/>
                    <a:pt x="22869" y="3058"/>
                    <a:pt x="23313" y="5353"/>
                  </a:cubicBezTo>
                  <a:cubicBezTo>
                    <a:pt x="23794" y="7721"/>
                    <a:pt x="23313" y="14641"/>
                    <a:pt x="20537" y="16973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716099C6-1B46-5106-DF31-1927FF691476}"/>
                </a:ext>
              </a:extLst>
            </p:cNvPr>
            <p:cNvSpPr/>
            <p:nvPr/>
          </p:nvSpPr>
          <p:spPr>
            <a:xfrm>
              <a:off x="3265217" y="2504058"/>
              <a:ext cx="188091" cy="494708"/>
            </a:xfrm>
            <a:custGeom>
              <a:avLst/>
              <a:gdLst>
                <a:gd name="connsiteX0" fmla="*/ 115483 w 188091"/>
                <a:gd name="connsiteY0" fmla="*/ 329 h 494708"/>
                <a:gd name="connsiteX1" fmla="*/ 134283 w 188091"/>
                <a:gd name="connsiteY1" fmla="*/ 160015 h 494708"/>
                <a:gd name="connsiteX2" fmla="*/ 181245 w 188091"/>
                <a:gd name="connsiteY2" fmla="*/ 425542 h 494708"/>
                <a:gd name="connsiteX3" fmla="*/ 188091 w 188091"/>
                <a:gd name="connsiteY3" fmla="*/ 494709 h 494708"/>
                <a:gd name="connsiteX4" fmla="*/ 142831 w 188091"/>
                <a:gd name="connsiteY4" fmla="*/ 393124 h 494708"/>
                <a:gd name="connsiteX5" fmla="*/ 15600 w 188091"/>
                <a:gd name="connsiteY5" fmla="*/ 198466 h 494708"/>
                <a:gd name="connsiteX6" fmla="*/ 18154 w 188091"/>
                <a:gd name="connsiteY6" fmla="*/ 189066 h 494708"/>
                <a:gd name="connsiteX7" fmla="*/ 60860 w 188091"/>
                <a:gd name="connsiteY7" fmla="*/ 154908 h 494708"/>
                <a:gd name="connsiteX8" fmla="*/ 18154 w 188091"/>
                <a:gd name="connsiteY8" fmla="*/ 142103 h 494708"/>
                <a:gd name="connsiteX9" fmla="*/ 205 w 188091"/>
                <a:gd name="connsiteY9" fmla="*/ 131852 h 494708"/>
                <a:gd name="connsiteX10" fmla="*/ 30958 w 188091"/>
                <a:gd name="connsiteY10" fmla="*/ 89997 h 494708"/>
                <a:gd name="connsiteX11" fmla="*/ 88172 w 188091"/>
                <a:gd name="connsiteY11" fmla="*/ 32784 h 494708"/>
                <a:gd name="connsiteX12" fmla="*/ 115483 w 188091"/>
                <a:gd name="connsiteY12" fmla="*/ 329 h 494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8091" h="494708">
                  <a:moveTo>
                    <a:pt x="115483" y="329"/>
                  </a:moveTo>
                  <a:cubicBezTo>
                    <a:pt x="112078" y="16538"/>
                    <a:pt x="108637" y="33635"/>
                    <a:pt x="134283" y="160015"/>
                  </a:cubicBezTo>
                  <a:cubicBezTo>
                    <a:pt x="159892" y="286358"/>
                    <a:pt x="176989" y="390533"/>
                    <a:pt x="181245" y="425542"/>
                  </a:cubicBezTo>
                  <a:cubicBezTo>
                    <a:pt x="185501" y="460551"/>
                    <a:pt x="188091" y="494709"/>
                    <a:pt x="188091" y="494709"/>
                  </a:cubicBezTo>
                  <a:cubicBezTo>
                    <a:pt x="188091" y="494709"/>
                    <a:pt x="172733" y="435793"/>
                    <a:pt x="142831" y="393124"/>
                  </a:cubicBezTo>
                  <a:cubicBezTo>
                    <a:pt x="112929" y="350455"/>
                    <a:pt x="18191" y="201870"/>
                    <a:pt x="15600" y="198466"/>
                  </a:cubicBezTo>
                  <a:cubicBezTo>
                    <a:pt x="13047" y="195061"/>
                    <a:pt x="12196" y="193359"/>
                    <a:pt x="18154" y="189066"/>
                  </a:cubicBezTo>
                  <a:cubicBezTo>
                    <a:pt x="24149" y="184810"/>
                    <a:pt x="60860" y="154908"/>
                    <a:pt x="60860" y="154908"/>
                  </a:cubicBezTo>
                  <a:cubicBezTo>
                    <a:pt x="60860" y="154908"/>
                    <a:pt x="32698" y="147210"/>
                    <a:pt x="18154" y="142103"/>
                  </a:cubicBezTo>
                  <a:cubicBezTo>
                    <a:pt x="7644" y="138403"/>
                    <a:pt x="-1497" y="136108"/>
                    <a:pt x="205" y="131852"/>
                  </a:cubicBezTo>
                  <a:cubicBezTo>
                    <a:pt x="1908" y="127597"/>
                    <a:pt x="16414" y="107946"/>
                    <a:pt x="30958" y="89997"/>
                  </a:cubicBezTo>
                  <a:cubicBezTo>
                    <a:pt x="45465" y="72086"/>
                    <a:pt x="76218" y="44737"/>
                    <a:pt x="88172" y="32784"/>
                  </a:cubicBezTo>
                  <a:cubicBezTo>
                    <a:pt x="100088" y="20831"/>
                    <a:pt x="108637" y="-3076"/>
                    <a:pt x="115483" y="329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67528FEF-D433-F41C-29AE-5FB127F9F9AC}"/>
                </a:ext>
              </a:extLst>
            </p:cNvPr>
            <p:cNvSpPr/>
            <p:nvPr/>
          </p:nvSpPr>
          <p:spPr>
            <a:xfrm>
              <a:off x="3499790" y="2480566"/>
              <a:ext cx="206232" cy="460543"/>
            </a:xfrm>
            <a:custGeom>
              <a:avLst/>
              <a:gdLst>
                <a:gd name="connsiteX0" fmla="*/ 82378 w 206232"/>
                <a:gd name="connsiteY0" fmla="*/ 1616 h 460543"/>
                <a:gd name="connsiteX1" fmla="*/ 90927 w 206232"/>
                <a:gd name="connsiteY1" fmla="*/ 6723 h 460543"/>
                <a:gd name="connsiteX2" fmla="*/ 110578 w 206232"/>
                <a:gd name="connsiteY2" fmla="*/ 28928 h 460543"/>
                <a:gd name="connsiteX3" fmla="*/ 161796 w 206232"/>
                <a:gd name="connsiteY3" fmla="*/ 74188 h 460543"/>
                <a:gd name="connsiteX4" fmla="*/ 206205 w 206232"/>
                <a:gd name="connsiteY4" fmla="*/ 161266 h 460543"/>
                <a:gd name="connsiteX5" fmla="*/ 148140 w 206232"/>
                <a:gd name="connsiteY5" fmla="*/ 178326 h 460543"/>
                <a:gd name="connsiteX6" fmla="*/ 186554 w 206232"/>
                <a:gd name="connsiteY6" fmla="*/ 211633 h 460543"/>
                <a:gd name="connsiteX7" fmla="*/ 181447 w 206232"/>
                <a:gd name="connsiteY7" fmla="*/ 222735 h 460543"/>
                <a:gd name="connsiteX8" fmla="*/ 65318 w 206232"/>
                <a:gd name="connsiteY8" fmla="*/ 377277 h 460543"/>
                <a:gd name="connsiteX9" fmla="*/ 11509 w 206232"/>
                <a:gd name="connsiteY9" fmla="*/ 441337 h 460543"/>
                <a:gd name="connsiteX10" fmla="*/ 0 w 206232"/>
                <a:gd name="connsiteY10" fmla="*/ 460544 h 460543"/>
                <a:gd name="connsiteX11" fmla="*/ 14951 w 206232"/>
                <a:gd name="connsiteY11" fmla="*/ 378128 h 460543"/>
                <a:gd name="connsiteX12" fmla="*/ 83266 w 206232"/>
                <a:gd name="connsiteY12" fmla="*/ 123703 h 460543"/>
                <a:gd name="connsiteX13" fmla="*/ 90964 w 206232"/>
                <a:gd name="connsiteY13" fmla="*/ 32332 h 460543"/>
                <a:gd name="connsiteX14" fmla="*/ 82378 w 206232"/>
                <a:gd name="connsiteY14" fmla="*/ 1616 h 460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6232" h="460543">
                  <a:moveTo>
                    <a:pt x="82378" y="1616"/>
                  </a:moveTo>
                  <a:cubicBezTo>
                    <a:pt x="82378" y="1616"/>
                    <a:pt x="83229" y="-4379"/>
                    <a:pt x="90927" y="6723"/>
                  </a:cubicBezTo>
                  <a:cubicBezTo>
                    <a:pt x="98624" y="17825"/>
                    <a:pt x="103731" y="21230"/>
                    <a:pt x="110578" y="28928"/>
                  </a:cubicBezTo>
                  <a:cubicBezTo>
                    <a:pt x="117387" y="36625"/>
                    <a:pt x="147326" y="58793"/>
                    <a:pt x="161796" y="74188"/>
                  </a:cubicBezTo>
                  <a:cubicBezTo>
                    <a:pt x="188256" y="102350"/>
                    <a:pt x="207056" y="160415"/>
                    <a:pt x="206205" y="161266"/>
                  </a:cubicBezTo>
                  <a:cubicBezTo>
                    <a:pt x="205353" y="162117"/>
                    <a:pt x="148140" y="178326"/>
                    <a:pt x="148140" y="178326"/>
                  </a:cubicBezTo>
                  <a:cubicBezTo>
                    <a:pt x="148140" y="178326"/>
                    <a:pt x="184000" y="209930"/>
                    <a:pt x="186554" y="211633"/>
                  </a:cubicBezTo>
                  <a:cubicBezTo>
                    <a:pt x="189107" y="213335"/>
                    <a:pt x="184851" y="219330"/>
                    <a:pt x="181447" y="222735"/>
                  </a:cubicBezTo>
                  <a:cubicBezTo>
                    <a:pt x="178042" y="226140"/>
                    <a:pt x="76420" y="361919"/>
                    <a:pt x="65318" y="377277"/>
                  </a:cubicBezTo>
                  <a:cubicBezTo>
                    <a:pt x="54216" y="392635"/>
                    <a:pt x="15358" y="434083"/>
                    <a:pt x="11509" y="441337"/>
                  </a:cubicBezTo>
                  <a:cubicBezTo>
                    <a:pt x="7660" y="448590"/>
                    <a:pt x="0" y="460544"/>
                    <a:pt x="0" y="460544"/>
                  </a:cubicBezTo>
                  <a:cubicBezTo>
                    <a:pt x="0" y="460544"/>
                    <a:pt x="3849" y="419133"/>
                    <a:pt x="14951" y="378128"/>
                  </a:cubicBezTo>
                  <a:cubicBezTo>
                    <a:pt x="26053" y="337161"/>
                    <a:pt x="78122" y="142466"/>
                    <a:pt x="83266" y="123703"/>
                  </a:cubicBezTo>
                  <a:cubicBezTo>
                    <a:pt x="88373" y="104904"/>
                    <a:pt x="94369" y="52834"/>
                    <a:pt x="90964" y="32332"/>
                  </a:cubicBezTo>
                  <a:cubicBezTo>
                    <a:pt x="87522" y="11867"/>
                    <a:pt x="82378" y="1616"/>
                    <a:pt x="82378" y="1616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EF9BD000-A2E4-999C-8E22-617D712E96D6}"/>
                </a:ext>
              </a:extLst>
            </p:cNvPr>
            <p:cNvSpPr/>
            <p:nvPr/>
          </p:nvSpPr>
          <p:spPr>
            <a:xfrm>
              <a:off x="3322192" y="2273521"/>
              <a:ext cx="68907" cy="110482"/>
            </a:xfrm>
            <a:custGeom>
              <a:avLst/>
              <a:gdLst>
                <a:gd name="connsiteX0" fmla="*/ 24610 w 68907"/>
                <a:gd name="connsiteY0" fmla="*/ 8415 h 110482"/>
                <a:gd name="connsiteX1" fmla="*/ 5625 w 68907"/>
                <a:gd name="connsiteY1" fmla="*/ 681 h 110482"/>
                <a:gd name="connsiteX2" fmla="*/ 2813 w 68907"/>
                <a:gd name="connsiteY2" fmla="*/ 40056 h 110482"/>
                <a:gd name="connsiteX3" fmla="*/ 21094 w 68907"/>
                <a:gd name="connsiteY3" fmla="*/ 90682 h 110482"/>
                <a:gd name="connsiteX4" fmla="*/ 40782 w 68907"/>
                <a:gd name="connsiteY4" fmla="*/ 108964 h 110482"/>
                <a:gd name="connsiteX5" fmla="*/ 68908 w 68907"/>
                <a:gd name="connsiteY5" fmla="*/ 110370 h 110482"/>
                <a:gd name="connsiteX6" fmla="*/ 42891 w 68907"/>
                <a:gd name="connsiteY6" fmla="*/ 8415 h 110482"/>
                <a:gd name="connsiteX7" fmla="*/ 24610 w 68907"/>
                <a:gd name="connsiteY7" fmla="*/ 8415 h 11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907" h="110482">
                  <a:moveTo>
                    <a:pt x="24610" y="8415"/>
                  </a:moveTo>
                  <a:cubicBezTo>
                    <a:pt x="24610" y="8415"/>
                    <a:pt x="14063" y="-2835"/>
                    <a:pt x="5625" y="681"/>
                  </a:cubicBezTo>
                  <a:cubicBezTo>
                    <a:pt x="-2813" y="4196"/>
                    <a:pt x="0" y="27400"/>
                    <a:pt x="2813" y="40056"/>
                  </a:cubicBezTo>
                  <a:cubicBezTo>
                    <a:pt x="5625" y="52713"/>
                    <a:pt x="14766" y="80838"/>
                    <a:pt x="21094" y="90682"/>
                  </a:cubicBezTo>
                  <a:cubicBezTo>
                    <a:pt x="27422" y="100526"/>
                    <a:pt x="33751" y="106854"/>
                    <a:pt x="40782" y="108964"/>
                  </a:cubicBezTo>
                  <a:cubicBezTo>
                    <a:pt x="47813" y="111073"/>
                    <a:pt x="68908" y="110370"/>
                    <a:pt x="68908" y="110370"/>
                  </a:cubicBezTo>
                  <a:lnTo>
                    <a:pt x="42891" y="8415"/>
                  </a:lnTo>
                  <a:lnTo>
                    <a:pt x="24610" y="8415"/>
                  </a:lnTo>
                  <a:close/>
                </a:path>
              </a:pathLst>
            </a:custGeom>
            <a:solidFill>
              <a:srgbClr val="E09C6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2DF7D687-B688-59F0-0F00-16716537686F}"/>
                </a:ext>
              </a:extLst>
            </p:cNvPr>
            <p:cNvSpPr/>
            <p:nvPr/>
          </p:nvSpPr>
          <p:spPr>
            <a:xfrm>
              <a:off x="3560519" y="2273521"/>
              <a:ext cx="68907" cy="110482"/>
            </a:xfrm>
            <a:custGeom>
              <a:avLst/>
              <a:gdLst>
                <a:gd name="connsiteX0" fmla="*/ 44298 w 68907"/>
                <a:gd name="connsiteY0" fmla="*/ 8415 h 110482"/>
                <a:gd name="connsiteX1" fmla="*/ 63283 w 68907"/>
                <a:gd name="connsiteY1" fmla="*/ 681 h 110482"/>
                <a:gd name="connsiteX2" fmla="*/ 66095 w 68907"/>
                <a:gd name="connsiteY2" fmla="*/ 40056 h 110482"/>
                <a:gd name="connsiteX3" fmla="*/ 47813 w 68907"/>
                <a:gd name="connsiteY3" fmla="*/ 90682 h 110482"/>
                <a:gd name="connsiteX4" fmla="*/ 28126 w 68907"/>
                <a:gd name="connsiteY4" fmla="*/ 108964 h 110482"/>
                <a:gd name="connsiteX5" fmla="*/ 0 w 68907"/>
                <a:gd name="connsiteY5" fmla="*/ 110370 h 110482"/>
                <a:gd name="connsiteX6" fmla="*/ 26016 w 68907"/>
                <a:gd name="connsiteY6" fmla="*/ 8415 h 110482"/>
                <a:gd name="connsiteX7" fmla="*/ 44298 w 68907"/>
                <a:gd name="connsiteY7" fmla="*/ 8415 h 11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907" h="110482">
                  <a:moveTo>
                    <a:pt x="44298" y="8415"/>
                  </a:moveTo>
                  <a:cubicBezTo>
                    <a:pt x="44298" y="8415"/>
                    <a:pt x="54845" y="-2835"/>
                    <a:pt x="63283" y="681"/>
                  </a:cubicBezTo>
                  <a:cubicBezTo>
                    <a:pt x="71720" y="4196"/>
                    <a:pt x="68908" y="27400"/>
                    <a:pt x="66095" y="40056"/>
                  </a:cubicBezTo>
                  <a:cubicBezTo>
                    <a:pt x="63283" y="52713"/>
                    <a:pt x="54142" y="80838"/>
                    <a:pt x="47813" y="90682"/>
                  </a:cubicBezTo>
                  <a:cubicBezTo>
                    <a:pt x="41485" y="100526"/>
                    <a:pt x="35157" y="106854"/>
                    <a:pt x="28126" y="108964"/>
                  </a:cubicBezTo>
                  <a:cubicBezTo>
                    <a:pt x="21094" y="111073"/>
                    <a:pt x="0" y="110370"/>
                    <a:pt x="0" y="110370"/>
                  </a:cubicBezTo>
                  <a:lnTo>
                    <a:pt x="26016" y="8415"/>
                  </a:lnTo>
                  <a:lnTo>
                    <a:pt x="44298" y="8415"/>
                  </a:lnTo>
                  <a:close/>
                </a:path>
              </a:pathLst>
            </a:custGeom>
            <a:solidFill>
              <a:srgbClr val="E09C6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E33361CB-9AF2-C465-83BE-1F09F996F39C}"/>
                </a:ext>
              </a:extLst>
            </p:cNvPr>
            <p:cNvSpPr/>
            <p:nvPr/>
          </p:nvSpPr>
          <p:spPr>
            <a:xfrm>
              <a:off x="3348989" y="2118799"/>
              <a:ext cx="259375" cy="388192"/>
            </a:xfrm>
            <a:custGeom>
              <a:avLst/>
              <a:gdLst>
                <a:gd name="connsiteX0" fmla="*/ 129670 w 259375"/>
                <a:gd name="connsiteY0" fmla="*/ 5708 h 388192"/>
                <a:gd name="connsiteX1" fmla="*/ 3438 w 259375"/>
                <a:gd name="connsiteY1" fmla="*/ 156105 h 388192"/>
                <a:gd name="connsiteX2" fmla="*/ 14688 w 259375"/>
                <a:gd name="connsiteY2" fmla="*/ 218685 h 388192"/>
                <a:gd name="connsiteX3" fmla="*/ 23126 w 259375"/>
                <a:gd name="connsiteY3" fmla="*/ 302358 h 388192"/>
                <a:gd name="connsiteX4" fmla="*/ 46329 w 259375"/>
                <a:gd name="connsiteY4" fmla="*/ 338736 h 388192"/>
                <a:gd name="connsiteX5" fmla="*/ 77268 w 259375"/>
                <a:gd name="connsiteY5" fmla="*/ 363531 h 388192"/>
                <a:gd name="connsiteX6" fmla="*/ 106096 w 259375"/>
                <a:gd name="connsiteY6" fmla="*/ 386735 h 388192"/>
                <a:gd name="connsiteX7" fmla="*/ 129670 w 259375"/>
                <a:gd name="connsiteY7" fmla="*/ 385439 h 388192"/>
                <a:gd name="connsiteX8" fmla="*/ 153281 w 259375"/>
                <a:gd name="connsiteY8" fmla="*/ 386735 h 388192"/>
                <a:gd name="connsiteX9" fmla="*/ 182109 w 259375"/>
                <a:gd name="connsiteY9" fmla="*/ 363531 h 388192"/>
                <a:gd name="connsiteX10" fmla="*/ 213047 w 259375"/>
                <a:gd name="connsiteY10" fmla="*/ 338736 h 388192"/>
                <a:gd name="connsiteX11" fmla="*/ 236251 w 259375"/>
                <a:gd name="connsiteY11" fmla="*/ 302358 h 388192"/>
                <a:gd name="connsiteX12" fmla="*/ 244688 w 259375"/>
                <a:gd name="connsiteY12" fmla="*/ 218685 h 388192"/>
                <a:gd name="connsiteX13" fmla="*/ 255939 w 259375"/>
                <a:gd name="connsiteY13" fmla="*/ 156105 h 388192"/>
                <a:gd name="connsiteX14" fmla="*/ 129670 w 259375"/>
                <a:gd name="connsiteY14" fmla="*/ 5708 h 38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9375" h="388192">
                  <a:moveTo>
                    <a:pt x="129670" y="5708"/>
                  </a:moveTo>
                  <a:cubicBezTo>
                    <a:pt x="99546" y="-2693"/>
                    <a:pt x="-21838" y="-25860"/>
                    <a:pt x="3438" y="156105"/>
                  </a:cubicBezTo>
                  <a:cubicBezTo>
                    <a:pt x="3438" y="156105"/>
                    <a:pt x="13282" y="194075"/>
                    <a:pt x="14688" y="218685"/>
                  </a:cubicBezTo>
                  <a:cubicBezTo>
                    <a:pt x="16094" y="243294"/>
                    <a:pt x="21016" y="291108"/>
                    <a:pt x="23126" y="302358"/>
                  </a:cubicBezTo>
                  <a:cubicBezTo>
                    <a:pt x="25235" y="313608"/>
                    <a:pt x="36004" y="330372"/>
                    <a:pt x="46329" y="338736"/>
                  </a:cubicBezTo>
                  <a:cubicBezTo>
                    <a:pt x="61095" y="350689"/>
                    <a:pt x="70236" y="357055"/>
                    <a:pt x="77268" y="363531"/>
                  </a:cubicBezTo>
                  <a:cubicBezTo>
                    <a:pt x="86408" y="371969"/>
                    <a:pt x="98584" y="384477"/>
                    <a:pt x="106096" y="386735"/>
                  </a:cubicBezTo>
                  <a:cubicBezTo>
                    <a:pt x="116902" y="389991"/>
                    <a:pt x="126043" y="386994"/>
                    <a:pt x="129670" y="385439"/>
                  </a:cubicBezTo>
                  <a:cubicBezTo>
                    <a:pt x="133334" y="386994"/>
                    <a:pt x="142437" y="389991"/>
                    <a:pt x="153281" y="386735"/>
                  </a:cubicBezTo>
                  <a:cubicBezTo>
                    <a:pt x="160793" y="384477"/>
                    <a:pt x="173597" y="371266"/>
                    <a:pt x="182109" y="363531"/>
                  </a:cubicBezTo>
                  <a:cubicBezTo>
                    <a:pt x="189178" y="357092"/>
                    <a:pt x="198281" y="350689"/>
                    <a:pt x="213047" y="338736"/>
                  </a:cubicBezTo>
                  <a:cubicBezTo>
                    <a:pt x="223335" y="330372"/>
                    <a:pt x="234141" y="313608"/>
                    <a:pt x="236251" y="302358"/>
                  </a:cubicBezTo>
                  <a:cubicBezTo>
                    <a:pt x="238360" y="291108"/>
                    <a:pt x="243282" y="243294"/>
                    <a:pt x="244688" y="218685"/>
                  </a:cubicBezTo>
                  <a:cubicBezTo>
                    <a:pt x="246095" y="194075"/>
                    <a:pt x="255939" y="156105"/>
                    <a:pt x="255939" y="156105"/>
                  </a:cubicBezTo>
                  <a:cubicBezTo>
                    <a:pt x="281215" y="-25860"/>
                    <a:pt x="159794" y="-2693"/>
                    <a:pt x="129670" y="5708"/>
                  </a:cubicBezTo>
                  <a:close/>
                </a:path>
              </a:pathLst>
            </a:custGeom>
            <a:solidFill>
              <a:srgbClr val="F5B97E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A4299118-475D-69AE-6C3D-3526E25723F9}"/>
                </a:ext>
              </a:extLst>
            </p:cNvPr>
            <p:cNvSpPr/>
            <p:nvPr/>
          </p:nvSpPr>
          <p:spPr>
            <a:xfrm>
              <a:off x="3332394" y="2066898"/>
              <a:ext cx="280156" cy="252851"/>
            </a:xfrm>
            <a:custGeom>
              <a:avLst/>
              <a:gdLst>
                <a:gd name="connsiteX0" fmla="*/ 235156 w 280156"/>
                <a:gd name="connsiteY0" fmla="*/ 106052 h 252851"/>
                <a:gd name="connsiteX1" fmla="*/ 247109 w 280156"/>
                <a:gd name="connsiteY1" fmla="*/ 144021 h 252851"/>
                <a:gd name="connsiteX2" fmla="*/ 248516 w 280156"/>
                <a:gd name="connsiteY2" fmla="*/ 184803 h 252851"/>
                <a:gd name="connsiteX3" fmla="*/ 254844 w 280156"/>
                <a:gd name="connsiteY3" fmla="*/ 212225 h 252851"/>
                <a:gd name="connsiteX4" fmla="*/ 259766 w 280156"/>
                <a:gd name="connsiteY4" fmla="*/ 251601 h 252851"/>
                <a:gd name="connsiteX5" fmla="*/ 263282 w 280156"/>
                <a:gd name="connsiteY5" fmla="*/ 251601 h 252851"/>
                <a:gd name="connsiteX6" fmla="*/ 272422 w 280156"/>
                <a:gd name="connsiteY6" fmla="*/ 224179 h 252851"/>
                <a:gd name="connsiteX7" fmla="*/ 280157 w 280156"/>
                <a:gd name="connsiteY7" fmla="*/ 208007 h 252851"/>
                <a:gd name="connsiteX8" fmla="*/ 279454 w 280156"/>
                <a:gd name="connsiteY8" fmla="*/ 161599 h 252851"/>
                <a:gd name="connsiteX9" fmla="*/ 278047 w 280156"/>
                <a:gd name="connsiteY9" fmla="*/ 96911 h 252851"/>
                <a:gd name="connsiteX10" fmla="*/ 253438 w 280156"/>
                <a:gd name="connsiteY10" fmla="*/ 61051 h 252851"/>
                <a:gd name="connsiteX11" fmla="*/ 245000 w 280156"/>
                <a:gd name="connsiteY11" fmla="*/ 43472 h 252851"/>
                <a:gd name="connsiteX12" fmla="*/ 195077 w 280156"/>
                <a:gd name="connsiteY12" fmla="*/ 3393 h 252851"/>
                <a:gd name="connsiteX13" fmla="*/ 62184 w 280156"/>
                <a:gd name="connsiteY13" fmla="*/ 18862 h 252851"/>
                <a:gd name="connsiteX14" fmla="*/ 8745 w 280156"/>
                <a:gd name="connsiteY14" fmla="*/ 87770 h 252851"/>
                <a:gd name="connsiteX15" fmla="*/ 308 w 280156"/>
                <a:gd name="connsiteY15" fmla="*/ 178475 h 252851"/>
                <a:gd name="connsiteX16" fmla="*/ 5230 w 280156"/>
                <a:gd name="connsiteY16" fmla="*/ 208710 h 252851"/>
                <a:gd name="connsiteX17" fmla="*/ 12964 w 280156"/>
                <a:gd name="connsiteY17" fmla="*/ 223476 h 252851"/>
                <a:gd name="connsiteX18" fmla="*/ 22105 w 280156"/>
                <a:gd name="connsiteY18" fmla="*/ 243867 h 252851"/>
                <a:gd name="connsiteX19" fmla="*/ 27027 w 280156"/>
                <a:gd name="connsiteY19" fmla="*/ 243867 h 252851"/>
                <a:gd name="connsiteX20" fmla="*/ 29840 w 280156"/>
                <a:gd name="connsiteY20" fmla="*/ 217147 h 252851"/>
                <a:gd name="connsiteX21" fmla="*/ 34762 w 280156"/>
                <a:gd name="connsiteY21" fmla="*/ 181990 h 252851"/>
                <a:gd name="connsiteX22" fmla="*/ 31949 w 280156"/>
                <a:gd name="connsiteY22" fmla="*/ 139099 h 252851"/>
                <a:gd name="connsiteX23" fmla="*/ 41090 w 280156"/>
                <a:gd name="connsiteY23" fmla="*/ 115192 h 252851"/>
                <a:gd name="connsiteX24" fmla="*/ 68512 w 280156"/>
                <a:gd name="connsiteY24" fmla="*/ 134177 h 252851"/>
                <a:gd name="connsiteX25" fmla="*/ 100857 w 280156"/>
                <a:gd name="connsiteY25" fmla="*/ 125739 h 252851"/>
                <a:gd name="connsiteX26" fmla="*/ 133201 w 280156"/>
                <a:gd name="connsiteY26" fmla="*/ 120114 h 252851"/>
                <a:gd name="connsiteX27" fmla="*/ 166952 w 280156"/>
                <a:gd name="connsiteY27" fmla="*/ 111677 h 252851"/>
                <a:gd name="connsiteX28" fmla="*/ 190858 w 280156"/>
                <a:gd name="connsiteY28" fmla="*/ 107458 h 252851"/>
                <a:gd name="connsiteX29" fmla="*/ 235156 w 280156"/>
                <a:gd name="connsiteY29" fmla="*/ 106052 h 252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80156" h="252851">
                  <a:moveTo>
                    <a:pt x="235156" y="106052"/>
                  </a:moveTo>
                  <a:cubicBezTo>
                    <a:pt x="235156" y="106052"/>
                    <a:pt x="246406" y="127849"/>
                    <a:pt x="247109" y="144021"/>
                  </a:cubicBezTo>
                  <a:cubicBezTo>
                    <a:pt x="247813" y="160193"/>
                    <a:pt x="246406" y="174959"/>
                    <a:pt x="248516" y="184803"/>
                  </a:cubicBezTo>
                  <a:cubicBezTo>
                    <a:pt x="250625" y="194647"/>
                    <a:pt x="254844" y="202382"/>
                    <a:pt x="254844" y="212225"/>
                  </a:cubicBezTo>
                  <a:cubicBezTo>
                    <a:pt x="254844" y="222069"/>
                    <a:pt x="259766" y="248789"/>
                    <a:pt x="259766" y="251601"/>
                  </a:cubicBezTo>
                  <a:cubicBezTo>
                    <a:pt x="259766" y="254414"/>
                    <a:pt x="263282" y="251601"/>
                    <a:pt x="263282" y="251601"/>
                  </a:cubicBezTo>
                  <a:cubicBezTo>
                    <a:pt x="263282" y="251601"/>
                    <a:pt x="268204" y="229804"/>
                    <a:pt x="272422" y="224179"/>
                  </a:cubicBezTo>
                  <a:cubicBezTo>
                    <a:pt x="276641" y="218554"/>
                    <a:pt x="280157" y="208007"/>
                    <a:pt x="280157" y="208007"/>
                  </a:cubicBezTo>
                  <a:cubicBezTo>
                    <a:pt x="280157" y="208007"/>
                    <a:pt x="280157" y="181990"/>
                    <a:pt x="279454" y="161599"/>
                  </a:cubicBezTo>
                  <a:cubicBezTo>
                    <a:pt x="278751" y="141208"/>
                    <a:pt x="280157" y="110974"/>
                    <a:pt x="278047" y="96911"/>
                  </a:cubicBezTo>
                  <a:cubicBezTo>
                    <a:pt x="275938" y="82848"/>
                    <a:pt x="253438" y="61051"/>
                    <a:pt x="253438" y="61051"/>
                  </a:cubicBezTo>
                  <a:cubicBezTo>
                    <a:pt x="253438" y="61051"/>
                    <a:pt x="253438" y="50504"/>
                    <a:pt x="245000" y="43472"/>
                  </a:cubicBezTo>
                  <a:cubicBezTo>
                    <a:pt x="236562" y="36441"/>
                    <a:pt x="237969" y="11128"/>
                    <a:pt x="195077" y="3393"/>
                  </a:cubicBezTo>
                  <a:cubicBezTo>
                    <a:pt x="152186" y="-4341"/>
                    <a:pt x="85388" y="1284"/>
                    <a:pt x="62184" y="18862"/>
                  </a:cubicBezTo>
                  <a:cubicBezTo>
                    <a:pt x="38980" y="36441"/>
                    <a:pt x="15074" y="63863"/>
                    <a:pt x="8745" y="87770"/>
                  </a:cubicBezTo>
                  <a:cubicBezTo>
                    <a:pt x="2417" y="111677"/>
                    <a:pt x="-1098" y="158787"/>
                    <a:pt x="308" y="178475"/>
                  </a:cubicBezTo>
                  <a:cubicBezTo>
                    <a:pt x="1714" y="198163"/>
                    <a:pt x="5230" y="208710"/>
                    <a:pt x="5230" y="208710"/>
                  </a:cubicBezTo>
                  <a:cubicBezTo>
                    <a:pt x="5230" y="208710"/>
                    <a:pt x="12261" y="219960"/>
                    <a:pt x="12964" y="223476"/>
                  </a:cubicBezTo>
                  <a:cubicBezTo>
                    <a:pt x="13667" y="226991"/>
                    <a:pt x="22105" y="243867"/>
                    <a:pt x="22105" y="243867"/>
                  </a:cubicBezTo>
                  <a:cubicBezTo>
                    <a:pt x="22105" y="243867"/>
                    <a:pt x="25621" y="248789"/>
                    <a:pt x="27027" y="243867"/>
                  </a:cubicBezTo>
                  <a:cubicBezTo>
                    <a:pt x="28507" y="238723"/>
                    <a:pt x="25621" y="230507"/>
                    <a:pt x="29840" y="217147"/>
                  </a:cubicBezTo>
                  <a:cubicBezTo>
                    <a:pt x="34058" y="203788"/>
                    <a:pt x="38980" y="194647"/>
                    <a:pt x="34762" y="181990"/>
                  </a:cubicBezTo>
                  <a:cubicBezTo>
                    <a:pt x="30543" y="169334"/>
                    <a:pt x="28433" y="151756"/>
                    <a:pt x="31949" y="139099"/>
                  </a:cubicBezTo>
                  <a:cubicBezTo>
                    <a:pt x="35465" y="126443"/>
                    <a:pt x="41090" y="115192"/>
                    <a:pt x="41090" y="115192"/>
                  </a:cubicBezTo>
                  <a:cubicBezTo>
                    <a:pt x="41090" y="115192"/>
                    <a:pt x="57965" y="132771"/>
                    <a:pt x="68512" y="134177"/>
                  </a:cubicBezTo>
                  <a:cubicBezTo>
                    <a:pt x="79059" y="135583"/>
                    <a:pt x="93122" y="129958"/>
                    <a:pt x="100857" y="125739"/>
                  </a:cubicBezTo>
                  <a:cubicBezTo>
                    <a:pt x="108591" y="121521"/>
                    <a:pt x="124763" y="120114"/>
                    <a:pt x="133201" y="120114"/>
                  </a:cubicBezTo>
                  <a:cubicBezTo>
                    <a:pt x="141639" y="120114"/>
                    <a:pt x="159217" y="116599"/>
                    <a:pt x="166952" y="111677"/>
                  </a:cubicBezTo>
                  <a:cubicBezTo>
                    <a:pt x="174686" y="106755"/>
                    <a:pt x="183827" y="107458"/>
                    <a:pt x="190858" y="107458"/>
                  </a:cubicBezTo>
                  <a:cubicBezTo>
                    <a:pt x="197890" y="107458"/>
                    <a:pt x="224609" y="114489"/>
                    <a:pt x="235156" y="106052"/>
                  </a:cubicBezTo>
                  <a:close/>
                </a:path>
              </a:pathLst>
            </a:custGeom>
            <a:solidFill>
              <a:schemeClr val="tx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471" name="Graphic 470">
            <a:extLst>
              <a:ext uri="{FF2B5EF4-FFF2-40B4-BE49-F238E27FC236}">
                <a16:creationId xmlns:a16="http://schemas.microsoft.com/office/drawing/2014/main" id="{D955AB9F-DE49-0663-89A3-44987CDBD2A5}"/>
              </a:ext>
            </a:extLst>
      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 flipH="1">
            <a:off x="-8182051" y="-2104146"/>
            <a:ext cx="1694004" cy="30484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72" name="Graphic 471">
            <a:extLst>
              <a:ext uri="{FF2B5EF4-FFF2-40B4-BE49-F238E27FC236}">
                <a16:creationId xmlns:a16="http://schemas.microsoft.com/office/drawing/2014/main" id="{ADDBB590-5B91-97BB-D6C7-A4D850DC9AF1}"/>
              </a:ext>
            </a:extLst>
          </p:cNvPr>
          <p:cNvPicPr>
            <a:picLocks noChangeAspect="1"/>
          </p:cNvPicPr>
          <p:nvPr/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17586841" y="-6829571"/>
            <a:ext cx="1493589" cy="274767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473" name="Graphic 153">
            <a:extLst>
              <a:ext uri="{FF2B5EF4-FFF2-40B4-BE49-F238E27FC236}">
                <a16:creationId xmlns:a16="http://schemas.microsoft.com/office/drawing/2014/main" id="{83E0DA9F-6653-D755-5269-3D2401074EF4}"/>
              </a:ext>
            </a:extLst>
          </p:cNvPr>
          <p:cNvGrpSpPr/>
          <p:nvPr/>
        </p:nvGrpSpPr>
        <p:grpSpPr>
          <a:xfrm>
            <a:off x="15243390" y="-1351303"/>
            <a:ext cx="891879" cy="2735603"/>
            <a:chOff x="5214983" y="4706016"/>
            <a:chExt cx="956732" cy="293452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751E8F3F-2262-1571-0A61-73E497A08994}"/>
                </a:ext>
              </a:extLst>
            </p:cNvPr>
            <p:cNvSpPr/>
            <p:nvPr/>
          </p:nvSpPr>
          <p:spPr>
            <a:xfrm>
              <a:off x="5587851" y="4706016"/>
              <a:ext cx="334411" cy="407104"/>
            </a:xfrm>
            <a:custGeom>
              <a:avLst/>
              <a:gdLst>
                <a:gd name="connsiteX0" fmla="*/ 326564 w 334411"/>
                <a:gd name="connsiteY0" fmla="*/ 224681 h 407104"/>
                <a:gd name="connsiteX1" fmla="*/ 263334 w 334411"/>
                <a:gd name="connsiteY1" fmla="*/ 57409 h 407104"/>
                <a:gd name="connsiteX2" fmla="*/ 168303 w 334411"/>
                <a:gd name="connsiteY2" fmla="*/ 249 h 407104"/>
                <a:gd name="connsiteX3" fmla="*/ 123357 w 334411"/>
                <a:gd name="connsiteY3" fmla="*/ 6877 h 407104"/>
                <a:gd name="connsiteX4" fmla="*/ 26353 w 334411"/>
                <a:gd name="connsiteY4" fmla="*/ 108946 h 407104"/>
                <a:gd name="connsiteX5" fmla="*/ 1255 w 334411"/>
                <a:gd name="connsiteY5" fmla="*/ 278490 h 407104"/>
                <a:gd name="connsiteX6" fmla="*/ 12910 w 334411"/>
                <a:gd name="connsiteY6" fmla="*/ 343544 h 407104"/>
                <a:gd name="connsiteX7" fmla="*/ 2781 w 334411"/>
                <a:gd name="connsiteY7" fmla="*/ 380186 h 407104"/>
                <a:gd name="connsiteX8" fmla="*/ 44786 w 334411"/>
                <a:gd name="connsiteY8" fmla="*/ 382905 h 407104"/>
                <a:gd name="connsiteX9" fmla="*/ 70070 w 334411"/>
                <a:gd name="connsiteY9" fmla="*/ 394188 h 407104"/>
                <a:gd name="connsiteX10" fmla="*/ 230081 w 334411"/>
                <a:gd name="connsiteY10" fmla="*/ 406960 h 407104"/>
                <a:gd name="connsiteX11" fmla="*/ 307126 w 334411"/>
                <a:gd name="connsiteY11" fmla="*/ 393592 h 407104"/>
                <a:gd name="connsiteX12" fmla="*/ 332671 w 334411"/>
                <a:gd name="connsiteY12" fmla="*/ 328984 h 407104"/>
                <a:gd name="connsiteX13" fmla="*/ 326564 w 334411"/>
                <a:gd name="connsiteY13" fmla="*/ 224681 h 407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4411" h="407104">
                  <a:moveTo>
                    <a:pt x="326564" y="224681"/>
                  </a:moveTo>
                  <a:cubicBezTo>
                    <a:pt x="320308" y="194519"/>
                    <a:pt x="305190" y="98967"/>
                    <a:pt x="263334" y="57409"/>
                  </a:cubicBezTo>
                  <a:cubicBezTo>
                    <a:pt x="220846" y="15182"/>
                    <a:pt x="199807" y="3563"/>
                    <a:pt x="168303" y="249"/>
                  </a:cubicBezTo>
                  <a:cubicBezTo>
                    <a:pt x="151249" y="-1538"/>
                    <a:pt x="123357" y="6877"/>
                    <a:pt x="123357" y="6877"/>
                  </a:cubicBezTo>
                  <a:cubicBezTo>
                    <a:pt x="123357" y="6877"/>
                    <a:pt x="60053" y="-7645"/>
                    <a:pt x="26353" y="108946"/>
                  </a:cubicBezTo>
                  <a:cubicBezTo>
                    <a:pt x="11048" y="161936"/>
                    <a:pt x="-4592" y="234140"/>
                    <a:pt x="1255" y="278490"/>
                  </a:cubicBezTo>
                  <a:cubicBezTo>
                    <a:pt x="3601" y="296290"/>
                    <a:pt x="11942" y="338927"/>
                    <a:pt x="12910" y="343544"/>
                  </a:cubicBezTo>
                  <a:cubicBezTo>
                    <a:pt x="16038" y="358626"/>
                    <a:pt x="14623" y="371138"/>
                    <a:pt x="2781" y="380186"/>
                  </a:cubicBezTo>
                  <a:cubicBezTo>
                    <a:pt x="24230" y="387522"/>
                    <a:pt x="42700" y="383128"/>
                    <a:pt x="44786" y="382905"/>
                  </a:cubicBezTo>
                  <a:cubicBezTo>
                    <a:pt x="48919" y="383836"/>
                    <a:pt x="56925" y="390613"/>
                    <a:pt x="70070" y="394188"/>
                  </a:cubicBezTo>
                  <a:cubicBezTo>
                    <a:pt x="81465" y="397279"/>
                    <a:pt x="214367" y="406849"/>
                    <a:pt x="230081" y="406960"/>
                  </a:cubicBezTo>
                  <a:cubicBezTo>
                    <a:pt x="255812" y="407147"/>
                    <a:pt x="281730" y="408822"/>
                    <a:pt x="307126" y="393592"/>
                  </a:cubicBezTo>
                  <a:cubicBezTo>
                    <a:pt x="319265" y="386331"/>
                    <a:pt x="328389" y="354157"/>
                    <a:pt x="332671" y="328984"/>
                  </a:cubicBezTo>
                  <a:cubicBezTo>
                    <a:pt x="336916" y="303774"/>
                    <a:pt x="332820" y="254844"/>
                    <a:pt x="326564" y="224681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A10AE672-9B09-4BD2-EC34-D53FB2365222}"/>
                </a:ext>
              </a:extLst>
            </p:cNvPr>
            <p:cNvSpPr/>
            <p:nvPr/>
          </p:nvSpPr>
          <p:spPr>
            <a:xfrm>
              <a:off x="5874086" y="7448121"/>
              <a:ext cx="297629" cy="170699"/>
            </a:xfrm>
            <a:custGeom>
              <a:avLst/>
              <a:gdLst>
                <a:gd name="connsiteX0" fmla="*/ 295333 w 297629"/>
                <a:gd name="connsiteY0" fmla="*/ 164963 h 170699"/>
                <a:gd name="connsiteX1" fmla="*/ 192706 w 297629"/>
                <a:gd name="connsiteY1" fmla="*/ 169134 h 170699"/>
                <a:gd name="connsiteX2" fmla="*/ 109516 w 297629"/>
                <a:gd name="connsiteY2" fmla="*/ 141392 h 170699"/>
                <a:gd name="connsiteX3" fmla="*/ 91493 w 297629"/>
                <a:gd name="connsiteY3" fmla="*/ 87323 h 170699"/>
                <a:gd name="connsiteX4" fmla="*/ 72092 w 297629"/>
                <a:gd name="connsiteY4" fmla="*/ 62373 h 170699"/>
                <a:gd name="connsiteX5" fmla="*/ 42972 w 297629"/>
                <a:gd name="connsiteY5" fmla="*/ 65166 h 170699"/>
                <a:gd name="connsiteX6" fmla="*/ 29120 w 297629"/>
                <a:gd name="connsiteY6" fmla="*/ 133125 h 170699"/>
                <a:gd name="connsiteX7" fmla="*/ 8304 w 297629"/>
                <a:gd name="connsiteY7" fmla="*/ 131747 h 170699"/>
                <a:gd name="connsiteX8" fmla="*/ 0 w 297629"/>
                <a:gd name="connsiteY8" fmla="*/ 40217 h 170699"/>
                <a:gd name="connsiteX9" fmla="*/ 178890 w 297629"/>
                <a:gd name="connsiteY9" fmla="*/ 0 h 170699"/>
                <a:gd name="connsiteX10" fmla="*/ 203840 w 297629"/>
                <a:gd name="connsiteY10" fmla="*/ 77641 h 170699"/>
                <a:gd name="connsiteX11" fmla="*/ 250983 w 297629"/>
                <a:gd name="connsiteY11" fmla="*/ 113724 h 170699"/>
                <a:gd name="connsiteX12" fmla="*/ 296748 w 297629"/>
                <a:gd name="connsiteY12" fmla="*/ 142844 h 170699"/>
                <a:gd name="connsiteX13" fmla="*/ 295333 w 297629"/>
                <a:gd name="connsiteY13" fmla="*/ 164963 h 170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97629" h="170699">
                  <a:moveTo>
                    <a:pt x="295333" y="164963"/>
                  </a:moveTo>
                  <a:cubicBezTo>
                    <a:pt x="291162" y="173267"/>
                    <a:pt x="219070" y="170512"/>
                    <a:pt x="192706" y="169134"/>
                  </a:cubicBezTo>
                  <a:cubicBezTo>
                    <a:pt x="166341" y="167756"/>
                    <a:pt x="115065" y="156659"/>
                    <a:pt x="109516" y="141392"/>
                  </a:cubicBezTo>
                  <a:cubicBezTo>
                    <a:pt x="103968" y="126124"/>
                    <a:pt x="99797" y="105346"/>
                    <a:pt x="91493" y="87323"/>
                  </a:cubicBezTo>
                  <a:cubicBezTo>
                    <a:pt x="83189" y="69299"/>
                    <a:pt x="72092" y="62373"/>
                    <a:pt x="72092" y="62373"/>
                  </a:cubicBezTo>
                  <a:lnTo>
                    <a:pt x="42972" y="65166"/>
                  </a:lnTo>
                  <a:lnTo>
                    <a:pt x="29120" y="133125"/>
                  </a:lnTo>
                  <a:cubicBezTo>
                    <a:pt x="29120" y="133125"/>
                    <a:pt x="9719" y="138674"/>
                    <a:pt x="8304" y="131747"/>
                  </a:cubicBezTo>
                  <a:cubicBezTo>
                    <a:pt x="6926" y="124821"/>
                    <a:pt x="0" y="40217"/>
                    <a:pt x="0" y="40217"/>
                  </a:cubicBezTo>
                  <a:lnTo>
                    <a:pt x="178890" y="0"/>
                  </a:lnTo>
                  <a:cubicBezTo>
                    <a:pt x="178890" y="0"/>
                    <a:pt x="198291" y="69337"/>
                    <a:pt x="203840" y="77641"/>
                  </a:cubicBezTo>
                  <a:cubicBezTo>
                    <a:pt x="209388" y="85945"/>
                    <a:pt x="232960" y="106761"/>
                    <a:pt x="250983" y="113724"/>
                  </a:cubicBezTo>
                  <a:cubicBezTo>
                    <a:pt x="269006" y="120651"/>
                    <a:pt x="296748" y="134503"/>
                    <a:pt x="296748" y="142844"/>
                  </a:cubicBezTo>
                  <a:cubicBezTo>
                    <a:pt x="296711" y="151111"/>
                    <a:pt x="299504" y="156622"/>
                    <a:pt x="295333" y="164963"/>
                  </a:cubicBezTo>
                  <a:close/>
                </a:path>
              </a:pathLst>
            </a:custGeom>
            <a:solidFill>
              <a:srgbClr val="16130B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9D645A31-6CAD-1D76-768E-0433F078A2C3}"/>
                </a:ext>
              </a:extLst>
            </p:cNvPr>
            <p:cNvSpPr/>
            <p:nvPr/>
          </p:nvSpPr>
          <p:spPr>
            <a:xfrm>
              <a:off x="5545281" y="7466070"/>
              <a:ext cx="245646" cy="174469"/>
            </a:xfrm>
            <a:custGeom>
              <a:avLst/>
              <a:gdLst>
                <a:gd name="connsiteX0" fmla="*/ 23716 w 245646"/>
                <a:gd name="connsiteY0" fmla="*/ 131747 h 174469"/>
                <a:gd name="connsiteX1" fmla="*/ 33025 w 245646"/>
                <a:gd name="connsiteY1" fmla="*/ 67810 h 174469"/>
                <a:gd name="connsiteX2" fmla="*/ 47064 w 245646"/>
                <a:gd name="connsiteY2" fmla="*/ 112235 h 174469"/>
                <a:gd name="connsiteX3" fmla="*/ 82142 w 245646"/>
                <a:gd name="connsiteY3" fmla="*/ 161351 h 174469"/>
                <a:gd name="connsiteX4" fmla="*/ 216458 w 245646"/>
                <a:gd name="connsiteY4" fmla="*/ 173342 h 174469"/>
                <a:gd name="connsiteX5" fmla="*/ 245578 w 245646"/>
                <a:gd name="connsiteY5" fmla="*/ 153941 h 174469"/>
                <a:gd name="connsiteX6" fmla="*/ 211953 w 245646"/>
                <a:gd name="connsiteY6" fmla="*/ 113426 h 174469"/>
                <a:gd name="connsiteX7" fmla="*/ 161682 w 245646"/>
                <a:gd name="connsiteY7" fmla="*/ 45579 h 174469"/>
                <a:gd name="connsiteX8" fmla="*/ 159634 w 245646"/>
                <a:gd name="connsiteY8" fmla="*/ 0 h 174469"/>
                <a:gd name="connsiteX9" fmla="*/ 5730 w 245646"/>
                <a:gd name="connsiteY9" fmla="*/ 13852 h 174469"/>
                <a:gd name="connsiteX10" fmla="*/ 181 w 245646"/>
                <a:gd name="connsiteY10" fmla="*/ 74885 h 174469"/>
                <a:gd name="connsiteX11" fmla="*/ 8485 w 245646"/>
                <a:gd name="connsiteY11" fmla="*/ 131747 h 174469"/>
                <a:gd name="connsiteX12" fmla="*/ 23716 w 245646"/>
                <a:gd name="connsiteY12" fmla="*/ 131747 h 174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5646" h="174469">
                  <a:moveTo>
                    <a:pt x="23716" y="131747"/>
                  </a:moveTo>
                  <a:lnTo>
                    <a:pt x="33025" y="67810"/>
                  </a:lnTo>
                  <a:cubicBezTo>
                    <a:pt x="33025" y="67810"/>
                    <a:pt x="40435" y="87918"/>
                    <a:pt x="47064" y="112235"/>
                  </a:cubicBezTo>
                  <a:cubicBezTo>
                    <a:pt x="53767" y="136849"/>
                    <a:pt x="69146" y="157181"/>
                    <a:pt x="82142" y="161351"/>
                  </a:cubicBezTo>
                  <a:cubicBezTo>
                    <a:pt x="118411" y="173044"/>
                    <a:pt x="190913" y="176544"/>
                    <a:pt x="216458" y="173342"/>
                  </a:cubicBezTo>
                  <a:cubicBezTo>
                    <a:pt x="231577" y="171443"/>
                    <a:pt x="244201" y="171964"/>
                    <a:pt x="245578" y="153941"/>
                  </a:cubicBezTo>
                  <a:cubicBezTo>
                    <a:pt x="246956" y="135918"/>
                    <a:pt x="227071" y="122512"/>
                    <a:pt x="211953" y="113426"/>
                  </a:cubicBezTo>
                  <a:cubicBezTo>
                    <a:pt x="173970" y="90600"/>
                    <a:pt x="167677" y="59469"/>
                    <a:pt x="161682" y="45579"/>
                  </a:cubicBezTo>
                  <a:cubicBezTo>
                    <a:pt x="155686" y="31726"/>
                    <a:pt x="159634" y="0"/>
                    <a:pt x="159634" y="0"/>
                  </a:cubicBezTo>
                  <a:lnTo>
                    <a:pt x="5730" y="13852"/>
                  </a:lnTo>
                  <a:cubicBezTo>
                    <a:pt x="5730" y="13852"/>
                    <a:pt x="-1197" y="60996"/>
                    <a:pt x="181" y="74885"/>
                  </a:cubicBezTo>
                  <a:cubicBezTo>
                    <a:pt x="1559" y="88738"/>
                    <a:pt x="8485" y="131747"/>
                    <a:pt x="8485" y="131747"/>
                  </a:cubicBezTo>
                  <a:cubicBezTo>
                    <a:pt x="8485" y="131747"/>
                    <a:pt x="18651" y="136849"/>
                    <a:pt x="23716" y="131747"/>
                  </a:cubicBezTo>
                  <a:close/>
                </a:path>
              </a:pathLst>
            </a:custGeom>
            <a:solidFill>
              <a:srgbClr val="16130B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324145F2-F3CB-AB0F-04A8-ED0BE28668E3}"/>
                </a:ext>
              </a:extLst>
            </p:cNvPr>
            <p:cNvSpPr/>
            <p:nvPr/>
          </p:nvSpPr>
          <p:spPr>
            <a:xfrm>
              <a:off x="5632040" y="5136958"/>
              <a:ext cx="292838" cy="873710"/>
            </a:xfrm>
            <a:custGeom>
              <a:avLst/>
              <a:gdLst>
                <a:gd name="connsiteX0" fmla="*/ 205069 w 292838"/>
                <a:gd name="connsiteY0" fmla="*/ 63900 h 873710"/>
                <a:gd name="connsiteX1" fmla="*/ 239253 w 292838"/>
                <a:gd name="connsiteY1" fmla="*/ 87956 h 873710"/>
                <a:gd name="connsiteX2" fmla="*/ 274368 w 292838"/>
                <a:gd name="connsiteY2" fmla="*/ 645368 h 873710"/>
                <a:gd name="connsiteX3" fmla="*/ 292838 w 292838"/>
                <a:gd name="connsiteY3" fmla="*/ 873710 h 873710"/>
                <a:gd name="connsiteX4" fmla="*/ 180045 w 292838"/>
                <a:gd name="connsiteY4" fmla="*/ 870955 h 873710"/>
                <a:gd name="connsiteX5" fmla="*/ 104229 w 292838"/>
                <a:gd name="connsiteY5" fmla="*/ 387496 h 873710"/>
                <a:gd name="connsiteX6" fmla="*/ 0 w 292838"/>
                <a:gd name="connsiteY6" fmla="*/ 14039 h 873710"/>
                <a:gd name="connsiteX7" fmla="*/ 32732 w 292838"/>
                <a:gd name="connsiteY7" fmla="*/ 0 h 873710"/>
                <a:gd name="connsiteX8" fmla="*/ 205069 w 292838"/>
                <a:gd name="connsiteY8" fmla="*/ 63900 h 873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2838" h="873710">
                  <a:moveTo>
                    <a:pt x="205069" y="63900"/>
                  </a:moveTo>
                  <a:lnTo>
                    <a:pt x="239253" y="87956"/>
                  </a:lnTo>
                  <a:lnTo>
                    <a:pt x="274368" y="645368"/>
                  </a:lnTo>
                  <a:lnTo>
                    <a:pt x="292838" y="873710"/>
                  </a:lnTo>
                  <a:lnTo>
                    <a:pt x="180045" y="870955"/>
                  </a:lnTo>
                  <a:cubicBezTo>
                    <a:pt x="180045" y="870955"/>
                    <a:pt x="158782" y="481783"/>
                    <a:pt x="104229" y="387496"/>
                  </a:cubicBezTo>
                  <a:cubicBezTo>
                    <a:pt x="49675" y="293210"/>
                    <a:pt x="0" y="14039"/>
                    <a:pt x="0" y="14039"/>
                  </a:cubicBezTo>
                  <a:lnTo>
                    <a:pt x="32732" y="0"/>
                  </a:lnTo>
                  <a:lnTo>
                    <a:pt x="205069" y="63900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BAAD559A-BE54-A7D1-F298-5CD97D050F46}"/>
                </a:ext>
              </a:extLst>
            </p:cNvPr>
            <p:cNvSpPr/>
            <p:nvPr/>
          </p:nvSpPr>
          <p:spPr>
            <a:xfrm>
              <a:off x="5510869" y="5983599"/>
              <a:ext cx="587806" cy="1575666"/>
            </a:xfrm>
            <a:custGeom>
              <a:avLst/>
              <a:gdLst>
                <a:gd name="connsiteX0" fmla="*/ 567057 w 587806"/>
                <a:gd name="connsiteY0" fmla="*/ 636651 h 1575666"/>
                <a:gd name="connsiteX1" fmla="*/ 571228 w 587806"/>
                <a:gd name="connsiteY1" fmla="*/ 724011 h 1575666"/>
                <a:gd name="connsiteX2" fmla="*/ 578154 w 587806"/>
                <a:gd name="connsiteY2" fmla="*/ 768361 h 1575666"/>
                <a:gd name="connsiteX3" fmla="*/ 583703 w 587806"/>
                <a:gd name="connsiteY3" fmla="*/ 815504 h 1575666"/>
                <a:gd name="connsiteX4" fmla="*/ 578154 w 587806"/>
                <a:gd name="connsiteY4" fmla="*/ 934740 h 1575666"/>
                <a:gd name="connsiteX5" fmla="*/ 573983 w 587806"/>
                <a:gd name="connsiteY5" fmla="*/ 1304958 h 1575666"/>
                <a:gd name="connsiteX6" fmla="*/ 572606 w 587806"/>
                <a:gd name="connsiteY6" fmla="*/ 1539296 h 1575666"/>
                <a:gd name="connsiteX7" fmla="*/ 486624 w 587806"/>
                <a:gd name="connsiteY7" fmla="*/ 1540673 h 1575666"/>
                <a:gd name="connsiteX8" fmla="*/ 317452 w 587806"/>
                <a:gd name="connsiteY8" fmla="*/ 1508760 h 1575666"/>
                <a:gd name="connsiteX9" fmla="*/ 282784 w 587806"/>
                <a:gd name="connsiteY9" fmla="*/ 1482433 h 1575666"/>
                <a:gd name="connsiteX10" fmla="*/ 303600 w 587806"/>
                <a:gd name="connsiteY10" fmla="*/ 1404793 h 1575666"/>
                <a:gd name="connsiteX11" fmla="*/ 336890 w 587806"/>
                <a:gd name="connsiteY11" fmla="*/ 1149639 h 1575666"/>
                <a:gd name="connsiteX12" fmla="*/ 359084 w 587806"/>
                <a:gd name="connsiteY12" fmla="*/ 1012343 h 1575666"/>
                <a:gd name="connsiteX13" fmla="*/ 363255 w 587806"/>
                <a:gd name="connsiteY13" fmla="*/ 965200 h 1575666"/>
                <a:gd name="connsiteX14" fmla="*/ 354951 w 587806"/>
                <a:gd name="connsiteY14" fmla="*/ 920813 h 1575666"/>
                <a:gd name="connsiteX15" fmla="*/ 354951 w 587806"/>
                <a:gd name="connsiteY15" fmla="*/ 844550 h 1575666"/>
                <a:gd name="connsiteX16" fmla="*/ 354951 w 587806"/>
                <a:gd name="connsiteY16" fmla="*/ 782139 h 1575666"/>
                <a:gd name="connsiteX17" fmla="*/ 350780 w 587806"/>
                <a:gd name="connsiteY17" fmla="*/ 744678 h 1575666"/>
                <a:gd name="connsiteX18" fmla="*/ 345232 w 587806"/>
                <a:gd name="connsiteY18" fmla="*/ 668415 h 1575666"/>
                <a:gd name="connsiteX19" fmla="*/ 250946 w 587806"/>
                <a:gd name="connsiteY19" fmla="*/ 499244 h 1575666"/>
                <a:gd name="connsiteX20" fmla="*/ 221826 w 587806"/>
                <a:gd name="connsiteY20" fmla="*/ 809844 h 1575666"/>
                <a:gd name="connsiteX21" fmla="*/ 196876 w 587806"/>
                <a:gd name="connsiteY21" fmla="*/ 1257740 h 1575666"/>
                <a:gd name="connsiteX22" fmla="*/ 212144 w 587806"/>
                <a:gd name="connsiteY22" fmla="*/ 1472677 h 1575666"/>
                <a:gd name="connsiteX23" fmla="*/ 224618 w 587806"/>
                <a:gd name="connsiteY23" fmla="*/ 1544769 h 1575666"/>
                <a:gd name="connsiteX24" fmla="*/ 153904 w 587806"/>
                <a:gd name="connsiteY24" fmla="*/ 1575267 h 1575666"/>
                <a:gd name="connsiteX25" fmla="*/ 34668 w 587806"/>
                <a:gd name="connsiteY25" fmla="*/ 1557244 h 1575666"/>
                <a:gd name="connsiteX26" fmla="*/ 0 w 587806"/>
                <a:gd name="connsiteY26" fmla="*/ 1539221 h 1575666"/>
                <a:gd name="connsiteX27" fmla="*/ 8304 w 587806"/>
                <a:gd name="connsiteY27" fmla="*/ 1428290 h 1575666"/>
                <a:gd name="connsiteX28" fmla="*/ 12475 w 587806"/>
                <a:gd name="connsiteY28" fmla="*/ 1040048 h 1575666"/>
                <a:gd name="connsiteX29" fmla="*/ 18023 w 587806"/>
                <a:gd name="connsiteY29" fmla="*/ 768250 h 1575666"/>
                <a:gd name="connsiteX30" fmla="*/ 13852 w 587806"/>
                <a:gd name="connsiteY30" fmla="*/ 599078 h 1575666"/>
                <a:gd name="connsiteX31" fmla="*/ 263457 w 587806"/>
                <a:gd name="connsiteY31" fmla="*/ 34 h 1575666"/>
                <a:gd name="connsiteX32" fmla="*/ 415983 w 587806"/>
                <a:gd name="connsiteY32" fmla="*/ 34 h 1575666"/>
                <a:gd name="connsiteX33" fmla="*/ 567057 w 587806"/>
                <a:gd name="connsiteY33" fmla="*/ 636651 h 157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587806" h="1575666">
                  <a:moveTo>
                    <a:pt x="567057" y="636651"/>
                  </a:moveTo>
                  <a:cubicBezTo>
                    <a:pt x="567057" y="636651"/>
                    <a:pt x="567057" y="705988"/>
                    <a:pt x="571228" y="724011"/>
                  </a:cubicBezTo>
                  <a:cubicBezTo>
                    <a:pt x="575398" y="742034"/>
                    <a:pt x="569850" y="755887"/>
                    <a:pt x="578154" y="768361"/>
                  </a:cubicBezTo>
                  <a:cubicBezTo>
                    <a:pt x="586458" y="780836"/>
                    <a:pt x="592006" y="797481"/>
                    <a:pt x="583703" y="815504"/>
                  </a:cubicBezTo>
                  <a:cubicBezTo>
                    <a:pt x="575398" y="833527"/>
                    <a:pt x="579532" y="884841"/>
                    <a:pt x="578154" y="934740"/>
                  </a:cubicBezTo>
                  <a:cubicBezTo>
                    <a:pt x="576776" y="984676"/>
                    <a:pt x="569850" y="1232866"/>
                    <a:pt x="573983" y="1304958"/>
                  </a:cubicBezTo>
                  <a:cubicBezTo>
                    <a:pt x="578154" y="1377088"/>
                    <a:pt x="572606" y="1539296"/>
                    <a:pt x="572606" y="1539296"/>
                  </a:cubicBezTo>
                  <a:cubicBezTo>
                    <a:pt x="572606" y="1539296"/>
                    <a:pt x="539315" y="1546222"/>
                    <a:pt x="486624" y="1540673"/>
                  </a:cubicBezTo>
                  <a:cubicBezTo>
                    <a:pt x="433932" y="1535125"/>
                    <a:pt x="349365" y="1519857"/>
                    <a:pt x="317452" y="1508760"/>
                  </a:cubicBezTo>
                  <a:cubicBezTo>
                    <a:pt x="285539" y="1497664"/>
                    <a:pt x="282784" y="1482433"/>
                    <a:pt x="282784" y="1482433"/>
                  </a:cubicBezTo>
                  <a:cubicBezTo>
                    <a:pt x="282784" y="1482433"/>
                    <a:pt x="293881" y="1449143"/>
                    <a:pt x="303600" y="1404793"/>
                  </a:cubicBezTo>
                  <a:cubicBezTo>
                    <a:pt x="313319" y="1360405"/>
                    <a:pt x="334098" y="1195404"/>
                    <a:pt x="336890" y="1149639"/>
                  </a:cubicBezTo>
                  <a:cubicBezTo>
                    <a:pt x="339646" y="1103874"/>
                    <a:pt x="359084" y="1030366"/>
                    <a:pt x="359084" y="1012343"/>
                  </a:cubicBezTo>
                  <a:cubicBezTo>
                    <a:pt x="359084" y="994320"/>
                    <a:pt x="359084" y="977675"/>
                    <a:pt x="363255" y="965200"/>
                  </a:cubicBezTo>
                  <a:cubicBezTo>
                    <a:pt x="367425" y="952726"/>
                    <a:pt x="359084" y="937458"/>
                    <a:pt x="354951" y="920813"/>
                  </a:cubicBezTo>
                  <a:cubicBezTo>
                    <a:pt x="350780" y="904168"/>
                    <a:pt x="349402" y="870877"/>
                    <a:pt x="354951" y="844550"/>
                  </a:cubicBezTo>
                  <a:cubicBezTo>
                    <a:pt x="360499" y="818185"/>
                    <a:pt x="360499" y="798785"/>
                    <a:pt x="354951" y="782139"/>
                  </a:cubicBezTo>
                  <a:cubicBezTo>
                    <a:pt x="349402" y="765494"/>
                    <a:pt x="346647" y="754397"/>
                    <a:pt x="350780" y="744678"/>
                  </a:cubicBezTo>
                  <a:cubicBezTo>
                    <a:pt x="354951" y="734959"/>
                    <a:pt x="349402" y="701706"/>
                    <a:pt x="345232" y="668415"/>
                  </a:cubicBezTo>
                  <a:cubicBezTo>
                    <a:pt x="341061" y="635125"/>
                    <a:pt x="250946" y="499244"/>
                    <a:pt x="250946" y="499244"/>
                  </a:cubicBezTo>
                  <a:cubicBezTo>
                    <a:pt x="250946" y="499244"/>
                    <a:pt x="225996" y="773798"/>
                    <a:pt x="221826" y="809844"/>
                  </a:cubicBezTo>
                  <a:cubicBezTo>
                    <a:pt x="217655" y="845890"/>
                    <a:pt x="199632" y="1210560"/>
                    <a:pt x="196876" y="1257740"/>
                  </a:cubicBezTo>
                  <a:cubicBezTo>
                    <a:pt x="194083" y="1304884"/>
                    <a:pt x="209351" y="1447728"/>
                    <a:pt x="212144" y="1472677"/>
                  </a:cubicBezTo>
                  <a:cubicBezTo>
                    <a:pt x="214899" y="1497626"/>
                    <a:pt x="224618" y="1539221"/>
                    <a:pt x="224618" y="1544769"/>
                  </a:cubicBezTo>
                  <a:cubicBezTo>
                    <a:pt x="224618" y="1550318"/>
                    <a:pt x="188572" y="1572512"/>
                    <a:pt x="153904" y="1575267"/>
                  </a:cubicBezTo>
                  <a:cubicBezTo>
                    <a:pt x="119235" y="1578060"/>
                    <a:pt x="54069" y="1565585"/>
                    <a:pt x="34668" y="1557244"/>
                  </a:cubicBezTo>
                  <a:cubicBezTo>
                    <a:pt x="15268" y="1548903"/>
                    <a:pt x="0" y="1539221"/>
                    <a:pt x="0" y="1539221"/>
                  </a:cubicBezTo>
                  <a:cubicBezTo>
                    <a:pt x="0" y="1539221"/>
                    <a:pt x="6926" y="1469884"/>
                    <a:pt x="8304" y="1428290"/>
                  </a:cubicBezTo>
                  <a:cubicBezTo>
                    <a:pt x="9682" y="1386695"/>
                    <a:pt x="11097" y="1107970"/>
                    <a:pt x="12475" y="1040048"/>
                  </a:cubicBezTo>
                  <a:cubicBezTo>
                    <a:pt x="13852" y="972089"/>
                    <a:pt x="18023" y="825112"/>
                    <a:pt x="18023" y="768250"/>
                  </a:cubicBezTo>
                  <a:cubicBezTo>
                    <a:pt x="18023" y="711388"/>
                    <a:pt x="13852" y="599078"/>
                    <a:pt x="13852" y="599078"/>
                  </a:cubicBezTo>
                  <a:lnTo>
                    <a:pt x="263457" y="34"/>
                  </a:lnTo>
                  <a:cubicBezTo>
                    <a:pt x="263457" y="34"/>
                    <a:pt x="389656" y="5582"/>
                    <a:pt x="415983" y="34"/>
                  </a:cubicBezTo>
                  <a:cubicBezTo>
                    <a:pt x="442236" y="-5366"/>
                    <a:pt x="567057" y="636651"/>
                    <a:pt x="567057" y="636651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343D158D-9E55-0D27-ED7E-964B5A32270E}"/>
                </a:ext>
              </a:extLst>
            </p:cNvPr>
            <p:cNvSpPr/>
            <p:nvPr/>
          </p:nvSpPr>
          <p:spPr>
            <a:xfrm>
              <a:off x="6001626" y="6039229"/>
              <a:ext cx="149748" cy="101696"/>
            </a:xfrm>
            <a:custGeom>
              <a:avLst/>
              <a:gdLst>
                <a:gd name="connsiteX0" fmla="*/ 144222 w 149748"/>
                <a:gd name="connsiteY0" fmla="*/ 55484 h 101696"/>
                <a:gd name="connsiteX1" fmla="*/ 148393 w 149748"/>
                <a:gd name="connsiteY1" fmla="*/ 90153 h 101696"/>
                <a:gd name="connsiteX2" fmla="*/ 91531 w 149748"/>
                <a:gd name="connsiteY2" fmla="*/ 101696 h 101696"/>
                <a:gd name="connsiteX3" fmla="*/ 0 w 149748"/>
                <a:gd name="connsiteY3" fmla="*/ 98457 h 101696"/>
                <a:gd name="connsiteX4" fmla="*/ 1378 w 149748"/>
                <a:gd name="connsiteY4" fmla="*/ 0 h 101696"/>
                <a:gd name="connsiteX5" fmla="*/ 144222 w 149748"/>
                <a:gd name="connsiteY5" fmla="*/ 55484 h 101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9748" h="101696">
                  <a:moveTo>
                    <a:pt x="144222" y="55484"/>
                  </a:moveTo>
                  <a:cubicBezTo>
                    <a:pt x="144222" y="55484"/>
                    <a:pt x="153047" y="78237"/>
                    <a:pt x="148393" y="90153"/>
                  </a:cubicBezTo>
                  <a:cubicBezTo>
                    <a:pt x="144222" y="100765"/>
                    <a:pt x="109554" y="101696"/>
                    <a:pt x="91531" y="101696"/>
                  </a:cubicBezTo>
                  <a:cubicBezTo>
                    <a:pt x="73507" y="101696"/>
                    <a:pt x="0" y="98457"/>
                    <a:pt x="0" y="98457"/>
                  </a:cubicBezTo>
                  <a:lnTo>
                    <a:pt x="1378" y="0"/>
                  </a:lnTo>
                  <a:lnTo>
                    <a:pt x="144222" y="55484"/>
                  </a:lnTo>
                  <a:close/>
                </a:path>
              </a:pathLst>
            </a:custGeom>
            <a:solidFill>
              <a:srgbClr val="D4DFE9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776E4A6F-04D8-11AC-BA0E-5CBF98FD439C}"/>
                </a:ext>
              </a:extLst>
            </p:cNvPr>
            <p:cNvSpPr/>
            <p:nvPr/>
          </p:nvSpPr>
          <p:spPr>
            <a:xfrm>
              <a:off x="6048806" y="6077474"/>
              <a:ext cx="99821" cy="308364"/>
            </a:xfrm>
            <a:custGeom>
              <a:avLst/>
              <a:gdLst>
                <a:gd name="connsiteX0" fmla="*/ 30498 w 99821"/>
                <a:gd name="connsiteY0" fmla="*/ 256678 h 308364"/>
                <a:gd name="connsiteX1" fmla="*/ 40664 w 99821"/>
                <a:gd name="connsiteY1" fmla="*/ 237278 h 308364"/>
                <a:gd name="connsiteX2" fmla="*/ 40664 w 99821"/>
                <a:gd name="connsiteY2" fmla="*/ 224356 h 308364"/>
                <a:gd name="connsiteX3" fmla="*/ 41595 w 99821"/>
                <a:gd name="connsiteY3" fmla="*/ 211397 h 308364"/>
                <a:gd name="connsiteX4" fmla="*/ 37908 w 99821"/>
                <a:gd name="connsiteY4" fmla="*/ 203987 h 308364"/>
                <a:gd name="connsiteX5" fmla="*/ 31429 w 99821"/>
                <a:gd name="connsiteY5" fmla="*/ 229867 h 308364"/>
                <a:gd name="connsiteX6" fmla="*/ 21114 w 99821"/>
                <a:gd name="connsiteY6" fmla="*/ 248598 h 308364"/>
                <a:gd name="connsiteX7" fmla="*/ 0 w 99821"/>
                <a:gd name="connsiteY7" fmla="*/ 80990 h 308364"/>
                <a:gd name="connsiteX8" fmla="*/ 7373 w 99821"/>
                <a:gd name="connsiteY8" fmla="*/ 10723 h 308364"/>
                <a:gd name="connsiteX9" fmla="*/ 75779 w 99821"/>
                <a:gd name="connsiteY9" fmla="*/ 19958 h 308364"/>
                <a:gd name="connsiteX10" fmla="*/ 80396 w 99821"/>
                <a:gd name="connsiteY10" fmla="*/ 56935 h 308364"/>
                <a:gd name="connsiteX11" fmla="*/ 82258 w 99821"/>
                <a:gd name="connsiteY11" fmla="*/ 80022 h 308364"/>
                <a:gd name="connsiteX12" fmla="*/ 87807 w 99821"/>
                <a:gd name="connsiteY12" fmla="*/ 125304 h 308364"/>
                <a:gd name="connsiteX13" fmla="*/ 98904 w 99821"/>
                <a:gd name="connsiteY13" fmla="*/ 207599 h 308364"/>
                <a:gd name="connsiteX14" fmla="*/ 89669 w 99821"/>
                <a:gd name="connsiteY14" fmla="*/ 237166 h 308364"/>
                <a:gd name="connsiteX15" fmla="*/ 66544 w 99821"/>
                <a:gd name="connsiteY15" fmla="*/ 290788 h 308364"/>
                <a:gd name="connsiteX16" fmla="*/ 28636 w 99821"/>
                <a:gd name="connsiteY16" fmla="*/ 308364 h 308364"/>
                <a:gd name="connsiteX17" fmla="*/ 22938 w 99821"/>
                <a:gd name="connsiteY17" fmla="*/ 263158 h 308364"/>
                <a:gd name="connsiteX18" fmla="*/ 30498 w 99821"/>
                <a:gd name="connsiteY18" fmla="*/ 256678 h 30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9821" h="308364">
                  <a:moveTo>
                    <a:pt x="30498" y="256678"/>
                  </a:moveTo>
                  <a:cubicBezTo>
                    <a:pt x="33291" y="249268"/>
                    <a:pt x="40664" y="237278"/>
                    <a:pt x="40664" y="237278"/>
                  </a:cubicBezTo>
                  <a:cubicBezTo>
                    <a:pt x="40664" y="237278"/>
                    <a:pt x="38802" y="228974"/>
                    <a:pt x="40664" y="224356"/>
                  </a:cubicBezTo>
                  <a:cubicBezTo>
                    <a:pt x="42526" y="219739"/>
                    <a:pt x="41595" y="216946"/>
                    <a:pt x="41595" y="211397"/>
                  </a:cubicBezTo>
                  <a:cubicBezTo>
                    <a:pt x="41595" y="205849"/>
                    <a:pt x="37908" y="203987"/>
                    <a:pt x="37908" y="203987"/>
                  </a:cubicBezTo>
                  <a:lnTo>
                    <a:pt x="31429" y="229867"/>
                  </a:lnTo>
                  <a:lnTo>
                    <a:pt x="21114" y="248598"/>
                  </a:lnTo>
                  <a:lnTo>
                    <a:pt x="0" y="80990"/>
                  </a:lnTo>
                  <a:cubicBezTo>
                    <a:pt x="0" y="80990"/>
                    <a:pt x="7373" y="39396"/>
                    <a:pt x="7373" y="10723"/>
                  </a:cubicBezTo>
                  <a:cubicBezTo>
                    <a:pt x="7373" y="-17950"/>
                    <a:pt x="75779" y="19958"/>
                    <a:pt x="75779" y="19958"/>
                  </a:cubicBezTo>
                  <a:cubicBezTo>
                    <a:pt x="75779" y="19958"/>
                    <a:pt x="75779" y="50456"/>
                    <a:pt x="80396" y="56935"/>
                  </a:cubicBezTo>
                  <a:cubicBezTo>
                    <a:pt x="85014" y="63414"/>
                    <a:pt x="84083" y="71718"/>
                    <a:pt x="82258" y="80022"/>
                  </a:cubicBezTo>
                  <a:cubicBezTo>
                    <a:pt x="80396" y="88364"/>
                    <a:pt x="85014" y="108658"/>
                    <a:pt x="87807" y="125304"/>
                  </a:cubicBezTo>
                  <a:cubicBezTo>
                    <a:pt x="90562" y="141949"/>
                    <a:pt x="96111" y="199258"/>
                    <a:pt x="98904" y="207599"/>
                  </a:cubicBezTo>
                  <a:cubicBezTo>
                    <a:pt x="101696" y="215903"/>
                    <a:pt x="97973" y="226069"/>
                    <a:pt x="89669" y="237166"/>
                  </a:cubicBezTo>
                  <a:cubicBezTo>
                    <a:pt x="81365" y="248263"/>
                    <a:pt x="70268" y="282447"/>
                    <a:pt x="66544" y="290788"/>
                  </a:cubicBezTo>
                  <a:cubicBezTo>
                    <a:pt x="62857" y="299092"/>
                    <a:pt x="28636" y="308364"/>
                    <a:pt x="28636" y="308364"/>
                  </a:cubicBezTo>
                  <a:lnTo>
                    <a:pt x="22938" y="263158"/>
                  </a:lnTo>
                  <a:cubicBezTo>
                    <a:pt x="26364" y="261631"/>
                    <a:pt x="29418" y="259508"/>
                    <a:pt x="30498" y="256678"/>
                  </a:cubicBezTo>
                  <a:close/>
                </a:path>
              </a:pathLst>
            </a:custGeom>
            <a:solidFill>
              <a:srgbClr val="F5B97E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9F429520-E6B8-C489-D794-7C54C99D8F41}"/>
                </a:ext>
              </a:extLst>
            </p:cNvPr>
            <p:cNvSpPr/>
            <p:nvPr/>
          </p:nvSpPr>
          <p:spPr>
            <a:xfrm>
              <a:off x="5943460" y="5264609"/>
              <a:ext cx="220000" cy="864773"/>
            </a:xfrm>
            <a:custGeom>
              <a:avLst/>
              <a:gdLst>
                <a:gd name="connsiteX0" fmla="*/ 102553 w 220000"/>
                <a:gd name="connsiteY0" fmla="*/ 20332 h 864773"/>
                <a:gd name="connsiteX1" fmla="*/ 120129 w 220000"/>
                <a:gd name="connsiteY1" fmla="*/ 51761 h 864773"/>
                <a:gd name="connsiteX2" fmla="*/ 133088 w 220000"/>
                <a:gd name="connsiteY2" fmla="*/ 91531 h 864773"/>
                <a:gd name="connsiteX3" fmla="*/ 149733 w 220000"/>
                <a:gd name="connsiteY3" fmla="*/ 202462 h 864773"/>
                <a:gd name="connsiteX4" fmla="*/ 204287 w 220000"/>
                <a:gd name="connsiteY4" fmla="*/ 543560 h 864773"/>
                <a:gd name="connsiteX5" fmla="*/ 220001 w 220000"/>
                <a:gd name="connsiteY5" fmla="*/ 725653 h 864773"/>
                <a:gd name="connsiteX6" fmla="*/ 213522 w 220000"/>
                <a:gd name="connsiteY6" fmla="*/ 808842 h 864773"/>
                <a:gd name="connsiteX7" fmla="*/ 206595 w 220000"/>
                <a:gd name="connsiteY7" fmla="*/ 864773 h 864773"/>
                <a:gd name="connsiteX8" fmla="*/ 152526 w 220000"/>
                <a:gd name="connsiteY8" fmla="*/ 843957 h 864773"/>
                <a:gd name="connsiteX9" fmla="*/ 103521 w 220000"/>
                <a:gd name="connsiteY9" fmla="*/ 850437 h 864773"/>
                <a:gd name="connsiteX10" fmla="*/ 0 w 220000"/>
                <a:gd name="connsiteY10" fmla="*/ 574952 h 864773"/>
                <a:gd name="connsiteX11" fmla="*/ 41595 w 220000"/>
                <a:gd name="connsiteY11" fmla="*/ 0 h 864773"/>
                <a:gd name="connsiteX12" fmla="*/ 102553 w 220000"/>
                <a:gd name="connsiteY12" fmla="*/ 20332 h 86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0000" h="864773">
                  <a:moveTo>
                    <a:pt x="102553" y="20332"/>
                  </a:moveTo>
                  <a:cubicBezTo>
                    <a:pt x="102553" y="20332"/>
                    <a:pt x="117858" y="37573"/>
                    <a:pt x="120129" y="51761"/>
                  </a:cubicBezTo>
                  <a:cubicBezTo>
                    <a:pt x="123816" y="74885"/>
                    <a:pt x="133088" y="70268"/>
                    <a:pt x="133088" y="91531"/>
                  </a:cubicBezTo>
                  <a:cubicBezTo>
                    <a:pt x="133088" y="103856"/>
                    <a:pt x="143254" y="157181"/>
                    <a:pt x="149733" y="202462"/>
                  </a:cubicBezTo>
                  <a:cubicBezTo>
                    <a:pt x="156213" y="247743"/>
                    <a:pt x="193190" y="481634"/>
                    <a:pt x="204287" y="543560"/>
                  </a:cubicBezTo>
                  <a:cubicBezTo>
                    <a:pt x="215383" y="605487"/>
                    <a:pt x="220001" y="691431"/>
                    <a:pt x="220001" y="725653"/>
                  </a:cubicBezTo>
                  <a:cubicBezTo>
                    <a:pt x="220001" y="759837"/>
                    <a:pt x="214452" y="790372"/>
                    <a:pt x="213522" y="808842"/>
                  </a:cubicBezTo>
                  <a:cubicBezTo>
                    <a:pt x="212591" y="827349"/>
                    <a:pt x="206595" y="864773"/>
                    <a:pt x="206595" y="864773"/>
                  </a:cubicBezTo>
                  <a:cubicBezTo>
                    <a:pt x="206595" y="864773"/>
                    <a:pt x="188572" y="846750"/>
                    <a:pt x="152526" y="843957"/>
                  </a:cubicBezTo>
                  <a:cubicBezTo>
                    <a:pt x="116480" y="841202"/>
                    <a:pt x="103521" y="850437"/>
                    <a:pt x="103521" y="850437"/>
                  </a:cubicBezTo>
                  <a:lnTo>
                    <a:pt x="0" y="574952"/>
                  </a:lnTo>
                  <a:lnTo>
                    <a:pt x="41595" y="0"/>
                  </a:lnTo>
                  <a:lnTo>
                    <a:pt x="102553" y="20332"/>
                  </a:lnTo>
                  <a:close/>
                </a:path>
              </a:pathLst>
            </a:custGeom>
            <a:solidFill>
              <a:srgbClr val="E4EFF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9DF56595-2584-8A8C-73A4-99D1C87BC2B2}"/>
                </a:ext>
              </a:extLst>
            </p:cNvPr>
            <p:cNvSpPr/>
            <p:nvPr/>
          </p:nvSpPr>
          <p:spPr>
            <a:xfrm>
              <a:off x="5865643" y="5191623"/>
              <a:ext cx="239503" cy="1510606"/>
            </a:xfrm>
            <a:custGeom>
              <a:avLst/>
              <a:gdLst>
                <a:gd name="connsiteX0" fmla="*/ 23226 w 239503"/>
                <a:gd name="connsiteY0" fmla="*/ 0 h 1510606"/>
                <a:gd name="connsiteX1" fmla="*/ 70369 w 239503"/>
                <a:gd name="connsiteY1" fmla="*/ 23125 h 1510606"/>
                <a:gd name="connsiteX2" fmla="*/ 156351 w 239503"/>
                <a:gd name="connsiteY2" fmla="*/ 67512 h 1510606"/>
                <a:gd name="connsiteX3" fmla="*/ 193328 w 239503"/>
                <a:gd name="connsiteY3" fmla="*/ 107245 h 1510606"/>
                <a:gd name="connsiteX4" fmla="*/ 191466 w 239503"/>
                <a:gd name="connsiteY4" fmla="*/ 143291 h 1510606"/>
                <a:gd name="connsiteX5" fmla="*/ 186849 w 239503"/>
                <a:gd name="connsiteY5" fmla="*/ 186748 h 1510606"/>
                <a:gd name="connsiteX6" fmla="*/ 179439 w 239503"/>
                <a:gd name="connsiteY6" fmla="*/ 216314 h 1510606"/>
                <a:gd name="connsiteX7" fmla="*/ 182194 w 239503"/>
                <a:gd name="connsiteY7" fmla="*/ 376139 h 1510606"/>
                <a:gd name="connsiteX8" fmla="*/ 164618 w 239503"/>
                <a:gd name="connsiteY8" fmla="*/ 483384 h 1510606"/>
                <a:gd name="connsiteX9" fmla="*/ 152590 w 239503"/>
                <a:gd name="connsiteY9" fmla="*/ 566648 h 1510606"/>
                <a:gd name="connsiteX10" fmla="*/ 155383 w 239503"/>
                <a:gd name="connsiteY10" fmla="*/ 661865 h 1510606"/>
                <a:gd name="connsiteX11" fmla="*/ 174784 w 239503"/>
                <a:gd name="connsiteY11" fmla="*/ 819939 h 1510606"/>
                <a:gd name="connsiteX12" fmla="*/ 198839 w 239503"/>
                <a:gd name="connsiteY12" fmla="*/ 1096318 h 1510606"/>
                <a:gd name="connsiteX13" fmla="*/ 217309 w 239503"/>
                <a:gd name="connsiteY13" fmla="*/ 1152696 h 1510606"/>
                <a:gd name="connsiteX14" fmla="*/ 230268 w 239503"/>
                <a:gd name="connsiteY14" fmla="*/ 1314457 h 1510606"/>
                <a:gd name="connsiteX15" fmla="*/ 239503 w 239503"/>
                <a:gd name="connsiteY15" fmla="*/ 1491932 h 1510606"/>
                <a:gd name="connsiteX16" fmla="*/ 209005 w 239503"/>
                <a:gd name="connsiteY16" fmla="*/ 1505785 h 1510606"/>
                <a:gd name="connsiteX17" fmla="*/ 172028 w 239503"/>
                <a:gd name="connsiteY17" fmla="*/ 1509471 h 1510606"/>
                <a:gd name="connsiteX18" fmla="*/ 151696 w 239503"/>
                <a:gd name="connsiteY18" fmla="*/ 1431830 h 1510606"/>
                <a:gd name="connsiteX19" fmla="*/ 94388 w 239503"/>
                <a:gd name="connsiteY19" fmla="*/ 1160069 h 1510606"/>
                <a:gd name="connsiteX20" fmla="*/ 47244 w 239503"/>
                <a:gd name="connsiteY20" fmla="*/ 900373 h 1510606"/>
                <a:gd name="connsiteX21" fmla="*/ 13954 w 239503"/>
                <a:gd name="connsiteY21" fmla="*/ 623994 h 1510606"/>
                <a:gd name="connsiteX22" fmla="*/ 101 w 239503"/>
                <a:gd name="connsiteY22" fmla="*/ 425256 h 1510606"/>
                <a:gd name="connsiteX23" fmla="*/ 3788 w 239503"/>
                <a:gd name="connsiteY23" fmla="*/ 70268 h 1510606"/>
                <a:gd name="connsiteX24" fmla="*/ 23226 w 239503"/>
                <a:gd name="connsiteY24" fmla="*/ 0 h 1510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39503" h="1510606">
                  <a:moveTo>
                    <a:pt x="23226" y="0"/>
                  </a:moveTo>
                  <a:cubicBezTo>
                    <a:pt x="23226" y="0"/>
                    <a:pt x="50968" y="13852"/>
                    <a:pt x="70369" y="23125"/>
                  </a:cubicBezTo>
                  <a:cubicBezTo>
                    <a:pt x="89770" y="32360"/>
                    <a:pt x="136019" y="53622"/>
                    <a:pt x="156351" y="67512"/>
                  </a:cubicBezTo>
                  <a:cubicBezTo>
                    <a:pt x="176683" y="81365"/>
                    <a:pt x="191466" y="103558"/>
                    <a:pt x="193328" y="107245"/>
                  </a:cubicBezTo>
                  <a:cubicBezTo>
                    <a:pt x="195153" y="110931"/>
                    <a:pt x="190573" y="134056"/>
                    <a:pt x="191466" y="143291"/>
                  </a:cubicBezTo>
                  <a:cubicBezTo>
                    <a:pt x="192397" y="152526"/>
                    <a:pt x="191466" y="176582"/>
                    <a:pt x="186849" y="186748"/>
                  </a:cubicBezTo>
                  <a:cubicBezTo>
                    <a:pt x="182231" y="196913"/>
                    <a:pt x="179439" y="201531"/>
                    <a:pt x="179439" y="216314"/>
                  </a:cubicBezTo>
                  <a:cubicBezTo>
                    <a:pt x="179439" y="231098"/>
                    <a:pt x="182194" y="348397"/>
                    <a:pt x="182194" y="376139"/>
                  </a:cubicBezTo>
                  <a:cubicBezTo>
                    <a:pt x="182194" y="403881"/>
                    <a:pt x="172028" y="452886"/>
                    <a:pt x="164618" y="483384"/>
                  </a:cubicBezTo>
                  <a:cubicBezTo>
                    <a:pt x="161900" y="494630"/>
                    <a:pt x="152590" y="544454"/>
                    <a:pt x="152590" y="566648"/>
                  </a:cubicBezTo>
                  <a:cubicBezTo>
                    <a:pt x="152590" y="588841"/>
                    <a:pt x="153111" y="639745"/>
                    <a:pt x="155383" y="661865"/>
                  </a:cubicBezTo>
                  <a:cubicBezTo>
                    <a:pt x="159070" y="697874"/>
                    <a:pt x="171097" y="785718"/>
                    <a:pt x="174784" y="819939"/>
                  </a:cubicBezTo>
                  <a:cubicBezTo>
                    <a:pt x="178470" y="854161"/>
                    <a:pt x="198839" y="1096318"/>
                    <a:pt x="198839" y="1096318"/>
                  </a:cubicBezTo>
                  <a:cubicBezTo>
                    <a:pt x="198839" y="1096318"/>
                    <a:pt x="213623" y="1146254"/>
                    <a:pt x="217309" y="1152696"/>
                  </a:cubicBezTo>
                  <a:cubicBezTo>
                    <a:pt x="220996" y="1159175"/>
                    <a:pt x="226544" y="1277480"/>
                    <a:pt x="230268" y="1314457"/>
                  </a:cubicBezTo>
                  <a:cubicBezTo>
                    <a:pt x="233955" y="1351434"/>
                    <a:pt x="239503" y="1488246"/>
                    <a:pt x="239503" y="1491932"/>
                  </a:cubicBezTo>
                  <a:cubicBezTo>
                    <a:pt x="239503" y="1495619"/>
                    <a:pt x="221927" y="1502098"/>
                    <a:pt x="209005" y="1505785"/>
                  </a:cubicBezTo>
                  <a:cubicBezTo>
                    <a:pt x="196047" y="1509471"/>
                    <a:pt x="174784" y="1512264"/>
                    <a:pt x="172028" y="1509471"/>
                  </a:cubicBezTo>
                  <a:cubicBezTo>
                    <a:pt x="169236" y="1506716"/>
                    <a:pt x="162793" y="1478043"/>
                    <a:pt x="151696" y="1431830"/>
                  </a:cubicBezTo>
                  <a:cubicBezTo>
                    <a:pt x="140600" y="1385618"/>
                    <a:pt x="104553" y="1211830"/>
                    <a:pt x="94388" y="1160069"/>
                  </a:cubicBezTo>
                  <a:cubicBezTo>
                    <a:pt x="84222" y="1108309"/>
                    <a:pt x="54655" y="945654"/>
                    <a:pt x="47244" y="900373"/>
                  </a:cubicBezTo>
                  <a:cubicBezTo>
                    <a:pt x="39834" y="855092"/>
                    <a:pt x="23226" y="699773"/>
                    <a:pt x="13954" y="623994"/>
                  </a:cubicBezTo>
                  <a:cubicBezTo>
                    <a:pt x="4719" y="548178"/>
                    <a:pt x="-830" y="496417"/>
                    <a:pt x="101" y="425256"/>
                  </a:cubicBezTo>
                  <a:cubicBezTo>
                    <a:pt x="1032" y="354094"/>
                    <a:pt x="3788" y="70268"/>
                    <a:pt x="3788" y="70268"/>
                  </a:cubicBezTo>
                  <a:lnTo>
                    <a:pt x="23226" y="0"/>
                  </a:lnTo>
                  <a:close/>
                </a:path>
              </a:pathLst>
            </a:custGeom>
            <a:solidFill>
              <a:srgbClr val="DCE7F1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F871DDB-A3CC-D189-1218-C9640AE30722}"/>
                </a:ext>
              </a:extLst>
            </p:cNvPr>
            <p:cNvSpPr/>
            <p:nvPr/>
          </p:nvSpPr>
          <p:spPr>
            <a:xfrm>
              <a:off x="5390628" y="5163880"/>
              <a:ext cx="468154" cy="1566147"/>
            </a:xfrm>
            <a:custGeom>
              <a:avLst/>
              <a:gdLst>
                <a:gd name="connsiteX0" fmla="*/ 316112 w 468154"/>
                <a:gd name="connsiteY0" fmla="*/ 207079 h 1566147"/>
                <a:gd name="connsiteX1" fmla="*/ 403025 w 468154"/>
                <a:gd name="connsiteY1" fmla="*/ 339274 h 1566147"/>
                <a:gd name="connsiteX2" fmla="*/ 430767 w 468154"/>
                <a:gd name="connsiteY2" fmla="*/ 452030 h 1566147"/>
                <a:gd name="connsiteX3" fmla="*/ 429836 w 468154"/>
                <a:gd name="connsiteY3" fmla="*/ 640602 h 1566147"/>
                <a:gd name="connsiteX4" fmla="*/ 442757 w 468154"/>
                <a:gd name="connsiteY4" fmla="*/ 1039046 h 1566147"/>
                <a:gd name="connsiteX5" fmla="*/ 457541 w 468154"/>
                <a:gd name="connsiteY5" fmla="*/ 1421702 h 1566147"/>
                <a:gd name="connsiteX6" fmla="*/ 467707 w 468154"/>
                <a:gd name="connsiteY6" fmla="*/ 1553896 h 1566147"/>
                <a:gd name="connsiteX7" fmla="*/ 295780 w 468154"/>
                <a:gd name="connsiteY7" fmla="*/ 1565924 h 1566147"/>
                <a:gd name="connsiteX8" fmla="*/ 96111 w 468154"/>
                <a:gd name="connsiteY8" fmla="*/ 1552034 h 1566147"/>
                <a:gd name="connsiteX9" fmla="*/ 63751 w 468154"/>
                <a:gd name="connsiteY9" fmla="*/ 1532633 h 1566147"/>
                <a:gd name="connsiteX10" fmla="*/ 74848 w 468154"/>
                <a:gd name="connsiteY10" fmla="*/ 1418015 h 1566147"/>
                <a:gd name="connsiteX11" fmla="*/ 80396 w 468154"/>
                <a:gd name="connsiteY11" fmla="*/ 1165655 h 1566147"/>
                <a:gd name="connsiteX12" fmla="*/ 103521 w 468154"/>
                <a:gd name="connsiteY12" fmla="*/ 928078 h 1566147"/>
                <a:gd name="connsiteX13" fmla="*/ 105383 w 468154"/>
                <a:gd name="connsiteY13" fmla="*/ 827312 h 1566147"/>
                <a:gd name="connsiteX14" fmla="*/ 97079 w 468154"/>
                <a:gd name="connsiteY14" fmla="*/ 564786 h 1566147"/>
                <a:gd name="connsiteX15" fmla="*/ 84120 w 468154"/>
                <a:gd name="connsiteY15" fmla="*/ 445550 h 1566147"/>
                <a:gd name="connsiteX16" fmla="*/ 0 w 468154"/>
                <a:gd name="connsiteY16" fmla="*/ 289338 h 1566147"/>
                <a:gd name="connsiteX17" fmla="*/ 8304 w 468154"/>
                <a:gd name="connsiteY17" fmla="*/ 133125 h 1566147"/>
                <a:gd name="connsiteX18" fmla="*/ 41595 w 468154"/>
                <a:gd name="connsiteY18" fmla="*/ 101696 h 1566147"/>
                <a:gd name="connsiteX19" fmla="*/ 170102 w 468154"/>
                <a:gd name="connsiteY19" fmla="*/ 34222 h 1566147"/>
                <a:gd name="connsiteX20" fmla="*/ 222794 w 468154"/>
                <a:gd name="connsiteY20" fmla="*/ 0 h 1566147"/>
                <a:gd name="connsiteX21" fmla="*/ 316112 w 468154"/>
                <a:gd name="connsiteY21" fmla="*/ 207079 h 1566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68154" h="1566147">
                  <a:moveTo>
                    <a:pt x="316112" y="207079"/>
                  </a:moveTo>
                  <a:cubicBezTo>
                    <a:pt x="316112" y="207079"/>
                    <a:pt x="391928" y="315255"/>
                    <a:pt x="403025" y="339274"/>
                  </a:cubicBezTo>
                  <a:cubicBezTo>
                    <a:pt x="414122" y="363292"/>
                    <a:pt x="427974" y="395652"/>
                    <a:pt x="430767" y="452030"/>
                  </a:cubicBezTo>
                  <a:cubicBezTo>
                    <a:pt x="433560" y="508445"/>
                    <a:pt x="429836" y="584224"/>
                    <a:pt x="429836" y="640602"/>
                  </a:cubicBezTo>
                  <a:cubicBezTo>
                    <a:pt x="429836" y="697017"/>
                    <a:pt x="441864" y="964161"/>
                    <a:pt x="442757" y="1039046"/>
                  </a:cubicBezTo>
                  <a:cubicBezTo>
                    <a:pt x="443688" y="1113932"/>
                    <a:pt x="455716" y="1361600"/>
                    <a:pt x="457541" y="1421702"/>
                  </a:cubicBezTo>
                  <a:cubicBezTo>
                    <a:pt x="459403" y="1481766"/>
                    <a:pt x="470500" y="1547417"/>
                    <a:pt x="467707" y="1553896"/>
                  </a:cubicBezTo>
                  <a:cubicBezTo>
                    <a:pt x="464951" y="1560375"/>
                    <a:pt x="357706" y="1564062"/>
                    <a:pt x="295780" y="1565924"/>
                  </a:cubicBezTo>
                  <a:cubicBezTo>
                    <a:pt x="233853" y="1567786"/>
                    <a:pt x="117374" y="1557583"/>
                    <a:pt x="96111" y="1552034"/>
                  </a:cubicBezTo>
                  <a:cubicBezTo>
                    <a:pt x="74848" y="1546486"/>
                    <a:pt x="64682" y="1540006"/>
                    <a:pt x="63751" y="1532633"/>
                  </a:cubicBezTo>
                  <a:cubicBezTo>
                    <a:pt x="62820" y="1525223"/>
                    <a:pt x="70231" y="1480873"/>
                    <a:pt x="74848" y="1418015"/>
                  </a:cubicBezTo>
                  <a:cubicBezTo>
                    <a:pt x="79465" y="1355158"/>
                    <a:pt x="73917" y="1218346"/>
                    <a:pt x="80396" y="1165655"/>
                  </a:cubicBezTo>
                  <a:cubicBezTo>
                    <a:pt x="86876" y="1112963"/>
                    <a:pt x="102590" y="964124"/>
                    <a:pt x="103521" y="928078"/>
                  </a:cubicBezTo>
                  <a:cubicBezTo>
                    <a:pt x="104452" y="892031"/>
                    <a:pt x="101659" y="856916"/>
                    <a:pt x="105383" y="827312"/>
                  </a:cubicBezTo>
                  <a:cubicBezTo>
                    <a:pt x="109070" y="797708"/>
                    <a:pt x="101696" y="620233"/>
                    <a:pt x="97079" y="564786"/>
                  </a:cubicBezTo>
                  <a:cubicBezTo>
                    <a:pt x="92461" y="509301"/>
                    <a:pt x="88775" y="464057"/>
                    <a:pt x="84120" y="445550"/>
                  </a:cubicBezTo>
                  <a:cubicBezTo>
                    <a:pt x="79503" y="427043"/>
                    <a:pt x="0" y="289338"/>
                    <a:pt x="0" y="289338"/>
                  </a:cubicBezTo>
                  <a:cubicBezTo>
                    <a:pt x="0" y="289338"/>
                    <a:pt x="2756" y="146978"/>
                    <a:pt x="8304" y="133125"/>
                  </a:cubicBezTo>
                  <a:cubicBezTo>
                    <a:pt x="13852" y="119273"/>
                    <a:pt x="10166" y="120204"/>
                    <a:pt x="41595" y="101696"/>
                  </a:cubicBezTo>
                  <a:cubicBezTo>
                    <a:pt x="73023" y="83226"/>
                    <a:pt x="129439" y="52691"/>
                    <a:pt x="170102" y="34222"/>
                  </a:cubicBezTo>
                  <a:cubicBezTo>
                    <a:pt x="210766" y="15714"/>
                    <a:pt x="222794" y="0"/>
                    <a:pt x="222794" y="0"/>
                  </a:cubicBezTo>
                  <a:lnTo>
                    <a:pt x="316112" y="207079"/>
                  </a:lnTo>
                  <a:close/>
                </a:path>
              </a:pathLst>
            </a:custGeom>
            <a:solidFill>
              <a:srgbClr val="DCE7F1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3377FDCD-253D-F8F8-EBDF-7D7D4AFFF7AE}"/>
                </a:ext>
              </a:extLst>
            </p:cNvPr>
            <p:cNvSpPr/>
            <p:nvPr/>
          </p:nvSpPr>
          <p:spPr>
            <a:xfrm>
              <a:off x="5390917" y="5873782"/>
              <a:ext cx="174430" cy="160678"/>
            </a:xfrm>
            <a:custGeom>
              <a:avLst/>
              <a:gdLst>
                <a:gd name="connsiteX0" fmla="*/ 2466 w 174430"/>
                <a:gd name="connsiteY0" fmla="*/ 94249 h 160678"/>
                <a:gd name="connsiteX1" fmla="*/ 2466 w 174430"/>
                <a:gd name="connsiteY1" fmla="*/ 157106 h 160678"/>
                <a:gd name="connsiteX2" fmla="*/ 100476 w 174430"/>
                <a:gd name="connsiteY2" fmla="*/ 133088 h 160678"/>
                <a:gd name="connsiteX3" fmla="*/ 174430 w 174430"/>
                <a:gd name="connsiteY3" fmla="*/ 66544 h 160678"/>
                <a:gd name="connsiteX4" fmla="*/ 150412 w 174430"/>
                <a:gd name="connsiteY4" fmla="*/ 0 h 160678"/>
                <a:gd name="connsiteX5" fmla="*/ 2466 w 174430"/>
                <a:gd name="connsiteY5" fmla="*/ 94249 h 160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4430" h="160678">
                  <a:moveTo>
                    <a:pt x="2466" y="94249"/>
                  </a:moveTo>
                  <a:cubicBezTo>
                    <a:pt x="2466" y="94249"/>
                    <a:pt x="-3082" y="146009"/>
                    <a:pt x="2466" y="157106"/>
                  </a:cubicBezTo>
                  <a:cubicBezTo>
                    <a:pt x="8014" y="168203"/>
                    <a:pt x="69010" y="151558"/>
                    <a:pt x="100476" y="133088"/>
                  </a:cubicBezTo>
                  <a:cubicBezTo>
                    <a:pt x="131905" y="114618"/>
                    <a:pt x="174430" y="66544"/>
                    <a:pt x="174430" y="66544"/>
                  </a:cubicBezTo>
                  <a:lnTo>
                    <a:pt x="150412" y="0"/>
                  </a:lnTo>
                  <a:lnTo>
                    <a:pt x="2466" y="94249"/>
                  </a:lnTo>
                  <a:close/>
                </a:path>
              </a:pathLst>
            </a:custGeom>
            <a:solidFill>
              <a:srgbClr val="D4DFE9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FD9A3393-3F9E-13E9-B092-E9ED18921D96}"/>
                </a:ext>
              </a:extLst>
            </p:cNvPr>
            <p:cNvSpPr/>
            <p:nvPr/>
          </p:nvSpPr>
          <p:spPr>
            <a:xfrm>
              <a:off x="5426637" y="5851514"/>
              <a:ext cx="310861" cy="247780"/>
            </a:xfrm>
            <a:custGeom>
              <a:avLst/>
              <a:gdLst>
                <a:gd name="connsiteX0" fmla="*/ 0 w 310861"/>
                <a:gd name="connsiteY0" fmla="*/ 75853 h 247780"/>
                <a:gd name="connsiteX1" fmla="*/ 58240 w 310861"/>
                <a:gd name="connsiteY1" fmla="*/ 106351 h 247780"/>
                <a:gd name="connsiteX2" fmla="*/ 95217 w 310861"/>
                <a:gd name="connsiteY2" fmla="*/ 142397 h 247780"/>
                <a:gd name="connsiteX3" fmla="*/ 120166 w 310861"/>
                <a:gd name="connsiteY3" fmla="*/ 213559 h 247780"/>
                <a:gd name="connsiteX4" fmla="*/ 139567 w 310861"/>
                <a:gd name="connsiteY4" fmla="*/ 247780 h 247780"/>
                <a:gd name="connsiteX5" fmla="*/ 265282 w 310861"/>
                <a:gd name="connsiteY5" fmla="*/ 217283 h 247780"/>
                <a:gd name="connsiteX6" fmla="*/ 254185 w 310861"/>
                <a:gd name="connsiteY6" fmla="*/ 186785 h 247780"/>
                <a:gd name="connsiteX7" fmla="*/ 238471 w 310861"/>
                <a:gd name="connsiteY7" fmla="*/ 148877 h 247780"/>
                <a:gd name="connsiteX8" fmla="*/ 269900 w 310861"/>
                <a:gd name="connsiteY8" fmla="*/ 180305 h 247780"/>
                <a:gd name="connsiteX9" fmla="*/ 307808 w 310861"/>
                <a:gd name="connsiteY9" fmla="*/ 185854 h 247780"/>
                <a:gd name="connsiteX10" fmla="*/ 301328 w 310861"/>
                <a:gd name="connsiteY10" fmla="*/ 169209 h 247780"/>
                <a:gd name="connsiteX11" fmla="*/ 276379 w 310861"/>
                <a:gd name="connsiteY11" fmla="*/ 141466 h 247780"/>
                <a:gd name="connsiteX12" fmla="*/ 245881 w 310861"/>
                <a:gd name="connsiteY12" fmla="*/ 109107 h 247780"/>
                <a:gd name="connsiteX13" fmla="*/ 223687 w 310861"/>
                <a:gd name="connsiteY13" fmla="*/ 92462 h 247780"/>
                <a:gd name="connsiteX14" fmla="*/ 187641 w 310861"/>
                <a:gd name="connsiteY14" fmla="*/ 68406 h 247780"/>
                <a:gd name="connsiteX15" fmla="*/ 147871 w 310861"/>
                <a:gd name="connsiteY15" fmla="*/ 52691 h 247780"/>
                <a:gd name="connsiteX16" fmla="*/ 49899 w 310861"/>
                <a:gd name="connsiteY16" fmla="*/ 0 h 247780"/>
                <a:gd name="connsiteX17" fmla="*/ 0 w 310861"/>
                <a:gd name="connsiteY17" fmla="*/ 75853 h 247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10861" h="247780">
                  <a:moveTo>
                    <a:pt x="0" y="75853"/>
                  </a:moveTo>
                  <a:cubicBezTo>
                    <a:pt x="0" y="75853"/>
                    <a:pt x="43457" y="96185"/>
                    <a:pt x="58240" y="106351"/>
                  </a:cubicBezTo>
                  <a:cubicBezTo>
                    <a:pt x="73023" y="116517"/>
                    <a:pt x="91531" y="133162"/>
                    <a:pt x="95217" y="142397"/>
                  </a:cubicBezTo>
                  <a:cubicBezTo>
                    <a:pt x="98904" y="151632"/>
                    <a:pt x="115549" y="201568"/>
                    <a:pt x="120166" y="213559"/>
                  </a:cubicBezTo>
                  <a:cubicBezTo>
                    <a:pt x="124784" y="225587"/>
                    <a:pt x="139567" y="247780"/>
                    <a:pt x="139567" y="247780"/>
                  </a:cubicBezTo>
                  <a:lnTo>
                    <a:pt x="265282" y="217283"/>
                  </a:lnTo>
                  <a:cubicBezTo>
                    <a:pt x="265282" y="217283"/>
                    <a:pt x="259734" y="202499"/>
                    <a:pt x="254185" y="186785"/>
                  </a:cubicBezTo>
                  <a:cubicBezTo>
                    <a:pt x="248637" y="171070"/>
                    <a:pt x="238471" y="148877"/>
                    <a:pt x="238471" y="148877"/>
                  </a:cubicBezTo>
                  <a:cubicBezTo>
                    <a:pt x="238471" y="148877"/>
                    <a:pt x="256047" y="174757"/>
                    <a:pt x="269900" y="180305"/>
                  </a:cubicBezTo>
                  <a:cubicBezTo>
                    <a:pt x="283752" y="185854"/>
                    <a:pt x="301328" y="193264"/>
                    <a:pt x="307808" y="185854"/>
                  </a:cubicBezTo>
                  <a:cubicBezTo>
                    <a:pt x="314287" y="178444"/>
                    <a:pt x="309670" y="172895"/>
                    <a:pt x="301328" y="169209"/>
                  </a:cubicBezTo>
                  <a:cubicBezTo>
                    <a:pt x="293024" y="165522"/>
                    <a:pt x="285614" y="150739"/>
                    <a:pt x="276379" y="141466"/>
                  </a:cubicBezTo>
                  <a:cubicBezTo>
                    <a:pt x="267144" y="132231"/>
                    <a:pt x="250499" y="116517"/>
                    <a:pt x="245881" y="109107"/>
                  </a:cubicBezTo>
                  <a:cubicBezTo>
                    <a:pt x="241264" y="101696"/>
                    <a:pt x="231098" y="96148"/>
                    <a:pt x="223687" y="92462"/>
                  </a:cubicBezTo>
                  <a:cubicBezTo>
                    <a:pt x="216277" y="88738"/>
                    <a:pt x="198738" y="72130"/>
                    <a:pt x="187641" y="68406"/>
                  </a:cubicBezTo>
                  <a:cubicBezTo>
                    <a:pt x="176544" y="64719"/>
                    <a:pt x="159899" y="60102"/>
                    <a:pt x="147871" y="52691"/>
                  </a:cubicBezTo>
                  <a:cubicBezTo>
                    <a:pt x="135843" y="45318"/>
                    <a:pt x="49899" y="0"/>
                    <a:pt x="49899" y="0"/>
                  </a:cubicBezTo>
                  <a:lnTo>
                    <a:pt x="0" y="75853"/>
                  </a:lnTo>
                  <a:close/>
                </a:path>
              </a:pathLst>
            </a:custGeom>
            <a:solidFill>
              <a:srgbClr val="F5B97E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A077F770-B500-BC89-600E-E7DC145D7DA4}"/>
                </a:ext>
              </a:extLst>
            </p:cNvPr>
            <p:cNvSpPr/>
            <p:nvPr/>
          </p:nvSpPr>
          <p:spPr>
            <a:xfrm>
              <a:off x="5214983" y="5280360"/>
              <a:ext cx="341092" cy="750527"/>
            </a:xfrm>
            <a:custGeom>
              <a:avLst/>
              <a:gdLst>
                <a:gd name="connsiteX0" fmla="*/ 195940 w 341092"/>
                <a:gd name="connsiteY0" fmla="*/ 0 h 750527"/>
                <a:gd name="connsiteX1" fmla="*/ 212585 w 341092"/>
                <a:gd name="connsiteY1" fmla="*/ 61926 h 750527"/>
                <a:gd name="connsiteX2" fmla="*/ 243083 w 341092"/>
                <a:gd name="connsiteY2" fmla="*/ 159005 h 750527"/>
                <a:gd name="connsiteX3" fmla="*/ 248631 w 341092"/>
                <a:gd name="connsiteY3" fmla="*/ 240370 h 750527"/>
                <a:gd name="connsiteX4" fmla="*/ 257866 w 341092"/>
                <a:gd name="connsiteY4" fmla="*/ 317080 h 750527"/>
                <a:gd name="connsiteX5" fmla="*/ 233811 w 341092"/>
                <a:gd name="connsiteY5" fmla="*/ 360536 h 750527"/>
                <a:gd name="connsiteX6" fmla="*/ 198695 w 341092"/>
                <a:gd name="connsiteY6" fmla="*/ 410472 h 750527"/>
                <a:gd name="connsiteX7" fmla="*/ 203313 w 341092"/>
                <a:gd name="connsiteY7" fmla="*/ 437283 h 750527"/>
                <a:gd name="connsiteX8" fmla="*/ 195009 w 341092"/>
                <a:gd name="connsiteY8" fmla="*/ 452067 h 750527"/>
                <a:gd name="connsiteX9" fmla="*/ 226437 w 341092"/>
                <a:gd name="connsiteY9" fmla="*/ 493661 h 750527"/>
                <a:gd name="connsiteX10" fmla="*/ 249562 w 341092"/>
                <a:gd name="connsiteY10" fmla="*/ 533394 h 750527"/>
                <a:gd name="connsiteX11" fmla="*/ 317037 w 341092"/>
                <a:gd name="connsiteY11" fmla="*/ 585192 h 750527"/>
                <a:gd name="connsiteX12" fmla="*/ 341093 w 341092"/>
                <a:gd name="connsiteY12" fmla="*/ 607348 h 750527"/>
                <a:gd name="connsiteX13" fmla="*/ 305977 w 341092"/>
                <a:gd name="connsiteY13" fmla="*/ 610104 h 750527"/>
                <a:gd name="connsiteX14" fmla="*/ 232954 w 341092"/>
                <a:gd name="connsiteY14" fmla="*/ 687745 h 750527"/>
                <a:gd name="connsiteX15" fmla="*/ 178401 w 341092"/>
                <a:gd name="connsiteY15" fmla="*/ 750528 h 750527"/>
                <a:gd name="connsiteX16" fmla="*/ 157138 w 341092"/>
                <a:gd name="connsiteY16" fmla="*/ 693293 h 750527"/>
                <a:gd name="connsiteX17" fmla="*/ 104446 w 341092"/>
                <a:gd name="connsiteY17" fmla="*/ 635053 h 750527"/>
                <a:gd name="connsiteX18" fmla="*/ 47137 w 341092"/>
                <a:gd name="connsiteY18" fmla="*/ 559237 h 750527"/>
                <a:gd name="connsiteX19" fmla="*/ 2750 w 341092"/>
                <a:gd name="connsiteY19" fmla="*/ 484352 h 750527"/>
                <a:gd name="connsiteX20" fmla="*/ 1819 w 341092"/>
                <a:gd name="connsiteY20" fmla="*/ 446444 h 750527"/>
                <a:gd name="connsiteX21" fmla="*/ 7367 w 341092"/>
                <a:gd name="connsiteY21" fmla="*/ 424250 h 750527"/>
                <a:gd name="connsiteX22" fmla="*/ 24013 w 341092"/>
                <a:gd name="connsiteY22" fmla="*/ 373421 h 750527"/>
                <a:gd name="connsiteX23" fmla="*/ 109995 w 341092"/>
                <a:gd name="connsiteY23" fmla="*/ 162655 h 750527"/>
                <a:gd name="connsiteX24" fmla="*/ 171028 w 341092"/>
                <a:gd name="connsiteY24" fmla="*/ 19773 h 750527"/>
                <a:gd name="connsiteX25" fmla="*/ 195940 w 341092"/>
                <a:gd name="connsiteY25" fmla="*/ 0 h 750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41092" h="750527">
                  <a:moveTo>
                    <a:pt x="195940" y="0"/>
                  </a:moveTo>
                  <a:cubicBezTo>
                    <a:pt x="195940" y="0"/>
                    <a:pt x="202419" y="43457"/>
                    <a:pt x="212585" y="61926"/>
                  </a:cubicBezTo>
                  <a:cubicBezTo>
                    <a:pt x="222751" y="80434"/>
                    <a:pt x="243083" y="131263"/>
                    <a:pt x="243083" y="159005"/>
                  </a:cubicBezTo>
                  <a:cubicBezTo>
                    <a:pt x="243083" y="186748"/>
                    <a:pt x="245838" y="220932"/>
                    <a:pt x="248631" y="240370"/>
                  </a:cubicBezTo>
                  <a:cubicBezTo>
                    <a:pt x="251424" y="259771"/>
                    <a:pt x="257866" y="317080"/>
                    <a:pt x="257866" y="317080"/>
                  </a:cubicBezTo>
                  <a:cubicBezTo>
                    <a:pt x="257866" y="317080"/>
                    <a:pt x="245838" y="340205"/>
                    <a:pt x="233811" y="360536"/>
                  </a:cubicBezTo>
                  <a:cubicBezTo>
                    <a:pt x="221783" y="380868"/>
                    <a:pt x="201451" y="405817"/>
                    <a:pt x="198695" y="410472"/>
                  </a:cubicBezTo>
                  <a:cubicBezTo>
                    <a:pt x="195940" y="415090"/>
                    <a:pt x="206999" y="428942"/>
                    <a:pt x="203313" y="437283"/>
                  </a:cubicBezTo>
                  <a:cubicBezTo>
                    <a:pt x="199626" y="445587"/>
                    <a:pt x="195009" y="452067"/>
                    <a:pt x="195009" y="452067"/>
                  </a:cubicBezTo>
                  <a:cubicBezTo>
                    <a:pt x="195009" y="452067"/>
                    <a:pt x="218133" y="484426"/>
                    <a:pt x="226437" y="493661"/>
                  </a:cubicBezTo>
                  <a:cubicBezTo>
                    <a:pt x="234741" y="502896"/>
                    <a:pt x="244945" y="526021"/>
                    <a:pt x="249562" y="533394"/>
                  </a:cubicBezTo>
                  <a:cubicBezTo>
                    <a:pt x="254180" y="540805"/>
                    <a:pt x="295774" y="572233"/>
                    <a:pt x="317037" y="585192"/>
                  </a:cubicBezTo>
                  <a:cubicBezTo>
                    <a:pt x="338300" y="598151"/>
                    <a:pt x="341093" y="607348"/>
                    <a:pt x="341093" y="607348"/>
                  </a:cubicBezTo>
                  <a:cubicBezTo>
                    <a:pt x="341093" y="607348"/>
                    <a:pt x="322585" y="596252"/>
                    <a:pt x="305977" y="610104"/>
                  </a:cubicBezTo>
                  <a:cubicBezTo>
                    <a:pt x="289332" y="623956"/>
                    <a:pt x="256041" y="662796"/>
                    <a:pt x="232954" y="687745"/>
                  </a:cubicBezTo>
                  <a:cubicBezTo>
                    <a:pt x="209829" y="712694"/>
                    <a:pt x="178401" y="750528"/>
                    <a:pt x="178401" y="750528"/>
                  </a:cubicBezTo>
                  <a:cubicBezTo>
                    <a:pt x="178401" y="750528"/>
                    <a:pt x="164548" y="706215"/>
                    <a:pt x="157138" y="693293"/>
                  </a:cubicBezTo>
                  <a:cubicBezTo>
                    <a:pt x="149728" y="680335"/>
                    <a:pt x="121092" y="652630"/>
                    <a:pt x="104446" y="635053"/>
                  </a:cubicBezTo>
                  <a:cubicBezTo>
                    <a:pt x="87801" y="617477"/>
                    <a:pt x="70262" y="596214"/>
                    <a:pt x="47137" y="559237"/>
                  </a:cubicBezTo>
                  <a:cubicBezTo>
                    <a:pt x="24013" y="522260"/>
                    <a:pt x="4612" y="492693"/>
                    <a:pt x="2750" y="484352"/>
                  </a:cubicBezTo>
                  <a:cubicBezTo>
                    <a:pt x="888" y="476048"/>
                    <a:pt x="-1868" y="451992"/>
                    <a:pt x="1819" y="446444"/>
                  </a:cubicBezTo>
                  <a:cubicBezTo>
                    <a:pt x="5506" y="440896"/>
                    <a:pt x="7367" y="435347"/>
                    <a:pt x="7367" y="424250"/>
                  </a:cubicBezTo>
                  <a:cubicBezTo>
                    <a:pt x="7367" y="413153"/>
                    <a:pt x="14741" y="397439"/>
                    <a:pt x="24013" y="373421"/>
                  </a:cubicBezTo>
                  <a:cubicBezTo>
                    <a:pt x="33248" y="349402"/>
                    <a:pt x="94280" y="204249"/>
                    <a:pt x="109995" y="162655"/>
                  </a:cubicBezTo>
                  <a:cubicBezTo>
                    <a:pt x="125709" y="121060"/>
                    <a:pt x="164548" y="30870"/>
                    <a:pt x="171028" y="19773"/>
                  </a:cubicBezTo>
                  <a:cubicBezTo>
                    <a:pt x="177470" y="8676"/>
                    <a:pt x="189460" y="3687"/>
                    <a:pt x="195940" y="0"/>
                  </a:cubicBezTo>
                  <a:close/>
                </a:path>
              </a:pathLst>
            </a:custGeom>
            <a:solidFill>
              <a:srgbClr val="E4EFF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71B64A05-AA5C-2DD0-3B56-0D471541F223}"/>
                </a:ext>
              </a:extLst>
            </p:cNvPr>
            <p:cNvSpPr/>
            <p:nvPr/>
          </p:nvSpPr>
          <p:spPr>
            <a:xfrm>
              <a:off x="5586648" y="5110044"/>
              <a:ext cx="367834" cy="506797"/>
            </a:xfrm>
            <a:custGeom>
              <a:avLst/>
              <a:gdLst>
                <a:gd name="connsiteX0" fmla="*/ 279097 w 367834"/>
                <a:gd name="connsiteY0" fmla="*/ 506797 h 506797"/>
                <a:gd name="connsiteX1" fmla="*/ 268000 w 367834"/>
                <a:gd name="connsiteY1" fmla="*/ 403649 h 506797"/>
                <a:gd name="connsiteX2" fmla="*/ 262452 w 367834"/>
                <a:gd name="connsiteY2" fmla="*/ 190090 h 506797"/>
                <a:gd name="connsiteX3" fmla="*/ 256903 w 367834"/>
                <a:gd name="connsiteY3" fmla="*/ 101352 h 506797"/>
                <a:gd name="connsiteX4" fmla="*/ 108585 w 367834"/>
                <a:gd name="connsiteY4" fmla="*/ 34622 h 506797"/>
                <a:gd name="connsiteX5" fmla="*/ 65724 w 367834"/>
                <a:gd name="connsiteY5" fmla="*/ 41623 h 506797"/>
                <a:gd name="connsiteX6" fmla="*/ 132119 w 367834"/>
                <a:gd name="connsiteY6" fmla="*/ 219173 h 506797"/>
                <a:gd name="connsiteX7" fmla="*/ 205701 w 367834"/>
                <a:gd name="connsiteY7" fmla="*/ 390392 h 506797"/>
                <a:gd name="connsiteX8" fmla="*/ 130742 w 367834"/>
                <a:gd name="connsiteY8" fmla="*/ 305155 h 506797"/>
                <a:gd name="connsiteX9" fmla="*/ 62783 w 367834"/>
                <a:gd name="connsiteY9" fmla="*/ 266316 h 506797"/>
                <a:gd name="connsiteX10" fmla="*/ 80806 w 367834"/>
                <a:gd name="connsiteY10" fmla="*/ 195601 h 506797"/>
                <a:gd name="connsiteX11" fmla="*/ 17017 w 367834"/>
                <a:gd name="connsiteY11" fmla="*/ 202527 h 506797"/>
                <a:gd name="connsiteX12" fmla="*/ 372 w 367834"/>
                <a:gd name="connsiteY12" fmla="*/ 106863 h 506797"/>
                <a:gd name="connsiteX13" fmla="*/ 7298 w 367834"/>
                <a:gd name="connsiteY13" fmla="*/ 72195 h 506797"/>
                <a:gd name="connsiteX14" fmla="*/ 37796 w 367834"/>
                <a:gd name="connsiteY14" fmla="*/ 30600 h 506797"/>
                <a:gd name="connsiteX15" fmla="*/ 65538 w 367834"/>
                <a:gd name="connsiteY15" fmla="*/ 2858 h 506797"/>
                <a:gd name="connsiteX16" fmla="*/ 97451 w 367834"/>
                <a:gd name="connsiteY16" fmla="*/ 65 h 506797"/>
                <a:gd name="connsiteX17" fmla="*/ 225028 w 367834"/>
                <a:gd name="connsiteY17" fmla="*/ 29185 h 506797"/>
                <a:gd name="connsiteX18" fmla="*/ 272171 w 367834"/>
                <a:gd name="connsiteY18" fmla="*/ 65231 h 506797"/>
                <a:gd name="connsiteX19" fmla="*/ 320692 w 367834"/>
                <a:gd name="connsiteY19" fmla="*/ 126227 h 506797"/>
                <a:gd name="connsiteX20" fmla="*/ 351189 w 367834"/>
                <a:gd name="connsiteY20" fmla="*/ 160895 h 506797"/>
                <a:gd name="connsiteX21" fmla="*/ 308217 w 367834"/>
                <a:gd name="connsiteY21" fmla="*/ 177541 h 506797"/>
                <a:gd name="connsiteX22" fmla="*/ 338715 w 367834"/>
                <a:gd name="connsiteY22" fmla="*/ 212209 h 506797"/>
                <a:gd name="connsiteX23" fmla="*/ 367835 w 367834"/>
                <a:gd name="connsiteY23" fmla="*/ 248255 h 506797"/>
                <a:gd name="connsiteX24" fmla="*/ 327618 w 367834"/>
                <a:gd name="connsiteY24" fmla="*/ 352260 h 506797"/>
                <a:gd name="connsiteX25" fmla="*/ 279097 w 367834"/>
                <a:gd name="connsiteY25" fmla="*/ 506797 h 506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67834" h="506797">
                  <a:moveTo>
                    <a:pt x="279097" y="506797"/>
                  </a:moveTo>
                  <a:cubicBezTo>
                    <a:pt x="279097" y="506797"/>
                    <a:pt x="269378" y="439695"/>
                    <a:pt x="268000" y="403649"/>
                  </a:cubicBezTo>
                  <a:cubicBezTo>
                    <a:pt x="266622" y="367602"/>
                    <a:pt x="262452" y="216454"/>
                    <a:pt x="262452" y="190090"/>
                  </a:cubicBezTo>
                  <a:cubicBezTo>
                    <a:pt x="262452" y="163763"/>
                    <a:pt x="258281" y="119375"/>
                    <a:pt x="256903" y="101352"/>
                  </a:cubicBezTo>
                  <a:cubicBezTo>
                    <a:pt x="255525" y="83329"/>
                    <a:pt x="128023" y="24940"/>
                    <a:pt x="108585" y="34622"/>
                  </a:cubicBezTo>
                  <a:cubicBezTo>
                    <a:pt x="89184" y="44341"/>
                    <a:pt x="65724" y="17902"/>
                    <a:pt x="65724" y="41623"/>
                  </a:cubicBezTo>
                  <a:cubicBezTo>
                    <a:pt x="65724" y="72791"/>
                    <a:pt x="111303" y="174822"/>
                    <a:pt x="132119" y="219173"/>
                  </a:cubicBezTo>
                  <a:cubicBezTo>
                    <a:pt x="152935" y="263560"/>
                    <a:pt x="202164" y="377843"/>
                    <a:pt x="205701" y="390392"/>
                  </a:cubicBezTo>
                  <a:cubicBezTo>
                    <a:pt x="194716" y="378290"/>
                    <a:pt x="158484" y="321763"/>
                    <a:pt x="130742" y="305155"/>
                  </a:cubicBezTo>
                  <a:cubicBezTo>
                    <a:pt x="102999" y="288509"/>
                    <a:pt x="66953" y="267731"/>
                    <a:pt x="62783" y="266316"/>
                  </a:cubicBezTo>
                  <a:cubicBezTo>
                    <a:pt x="58612" y="264938"/>
                    <a:pt x="80806" y="195601"/>
                    <a:pt x="80806" y="195601"/>
                  </a:cubicBezTo>
                  <a:cubicBezTo>
                    <a:pt x="80806" y="195601"/>
                    <a:pt x="26736" y="198394"/>
                    <a:pt x="17017" y="202527"/>
                  </a:cubicBezTo>
                  <a:cubicBezTo>
                    <a:pt x="7298" y="206698"/>
                    <a:pt x="372" y="127642"/>
                    <a:pt x="372" y="106863"/>
                  </a:cubicBezTo>
                  <a:cubicBezTo>
                    <a:pt x="372" y="86047"/>
                    <a:pt x="-2421" y="83292"/>
                    <a:pt x="7298" y="72195"/>
                  </a:cubicBezTo>
                  <a:cubicBezTo>
                    <a:pt x="17017" y="61098"/>
                    <a:pt x="30870" y="47246"/>
                    <a:pt x="37796" y="30600"/>
                  </a:cubicBezTo>
                  <a:cubicBezTo>
                    <a:pt x="44722" y="13955"/>
                    <a:pt x="53064" y="7029"/>
                    <a:pt x="65538" y="2858"/>
                  </a:cubicBezTo>
                  <a:cubicBezTo>
                    <a:pt x="78013" y="-1312"/>
                    <a:pt x="89110" y="1480"/>
                    <a:pt x="97451" y="65"/>
                  </a:cubicBezTo>
                  <a:cubicBezTo>
                    <a:pt x="105755" y="-1312"/>
                    <a:pt x="208382" y="19466"/>
                    <a:pt x="225028" y="29185"/>
                  </a:cubicBezTo>
                  <a:cubicBezTo>
                    <a:pt x="241673" y="38904"/>
                    <a:pt x="265244" y="52757"/>
                    <a:pt x="272171" y="65231"/>
                  </a:cubicBezTo>
                  <a:cubicBezTo>
                    <a:pt x="279097" y="77706"/>
                    <a:pt x="308217" y="108204"/>
                    <a:pt x="320692" y="126227"/>
                  </a:cubicBezTo>
                  <a:cubicBezTo>
                    <a:pt x="333166" y="144250"/>
                    <a:pt x="351189" y="160895"/>
                    <a:pt x="351189" y="160895"/>
                  </a:cubicBezTo>
                  <a:lnTo>
                    <a:pt x="308217" y="177541"/>
                  </a:lnTo>
                  <a:cubicBezTo>
                    <a:pt x="308217" y="177541"/>
                    <a:pt x="323484" y="195564"/>
                    <a:pt x="338715" y="212209"/>
                  </a:cubicBezTo>
                  <a:cubicBezTo>
                    <a:pt x="353982" y="228854"/>
                    <a:pt x="367835" y="248255"/>
                    <a:pt x="367835" y="248255"/>
                  </a:cubicBezTo>
                  <a:cubicBezTo>
                    <a:pt x="367835" y="248255"/>
                    <a:pt x="338752" y="319789"/>
                    <a:pt x="327618" y="352260"/>
                  </a:cubicBezTo>
                  <a:cubicBezTo>
                    <a:pt x="311010" y="400893"/>
                    <a:pt x="286023" y="482369"/>
                    <a:pt x="279097" y="506797"/>
                  </a:cubicBezTo>
                  <a:close/>
                </a:path>
              </a:pathLst>
            </a:custGeom>
            <a:solidFill>
              <a:srgbClr val="E7F0F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A6CF7E32-BC02-8F3D-597F-3AD4F5509F62}"/>
                </a:ext>
              </a:extLst>
            </p:cNvPr>
            <p:cNvSpPr/>
            <p:nvPr/>
          </p:nvSpPr>
          <p:spPr>
            <a:xfrm>
              <a:off x="5847759" y="5304304"/>
              <a:ext cx="105159" cy="66879"/>
            </a:xfrm>
            <a:custGeom>
              <a:avLst/>
              <a:gdLst>
                <a:gd name="connsiteX0" fmla="*/ 3835 w 105159"/>
                <a:gd name="connsiteY0" fmla="*/ 66879 h 66879"/>
                <a:gd name="connsiteX1" fmla="*/ 52729 w 105159"/>
                <a:gd name="connsiteY1" fmla="*/ 5586 h 66879"/>
                <a:gd name="connsiteX2" fmla="*/ 105160 w 105159"/>
                <a:gd name="connsiteY2" fmla="*/ 40366 h 66879"/>
                <a:gd name="connsiteX3" fmla="*/ 103335 w 105159"/>
                <a:gd name="connsiteY3" fmla="*/ 29492 h 66879"/>
                <a:gd name="connsiteX4" fmla="*/ 53548 w 105159"/>
                <a:gd name="connsiteY4" fmla="*/ 0 h 66879"/>
                <a:gd name="connsiteX5" fmla="*/ 52580 w 105159"/>
                <a:gd name="connsiteY5" fmla="*/ 0 h 66879"/>
                <a:gd name="connsiteX6" fmla="*/ 0 w 105159"/>
                <a:gd name="connsiteY6" fmla="*/ 59208 h 66879"/>
                <a:gd name="connsiteX7" fmla="*/ 3835 w 105159"/>
                <a:gd name="connsiteY7" fmla="*/ 66879 h 66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59" h="66879">
                  <a:moveTo>
                    <a:pt x="3835" y="66879"/>
                  </a:moveTo>
                  <a:cubicBezTo>
                    <a:pt x="12028" y="26737"/>
                    <a:pt x="29865" y="6889"/>
                    <a:pt x="52729" y="5586"/>
                  </a:cubicBezTo>
                  <a:cubicBezTo>
                    <a:pt x="77901" y="4133"/>
                    <a:pt x="104936" y="40105"/>
                    <a:pt x="105160" y="40366"/>
                  </a:cubicBezTo>
                  <a:lnTo>
                    <a:pt x="103335" y="29492"/>
                  </a:lnTo>
                  <a:cubicBezTo>
                    <a:pt x="102367" y="28263"/>
                    <a:pt x="79875" y="0"/>
                    <a:pt x="53548" y="0"/>
                  </a:cubicBezTo>
                  <a:cubicBezTo>
                    <a:pt x="53213" y="0"/>
                    <a:pt x="52878" y="0"/>
                    <a:pt x="52580" y="0"/>
                  </a:cubicBezTo>
                  <a:cubicBezTo>
                    <a:pt x="26923" y="708"/>
                    <a:pt x="5325" y="25024"/>
                    <a:pt x="0" y="59208"/>
                  </a:cubicBezTo>
                  <a:lnTo>
                    <a:pt x="3835" y="66879"/>
                  </a:lnTo>
                  <a:close/>
                </a:path>
              </a:pathLst>
            </a:custGeom>
            <a:solidFill>
              <a:srgbClr val="9A9CA7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FC2D8F3C-C339-DF31-D4F3-AF11051D551E}"/>
                </a:ext>
              </a:extLst>
            </p:cNvPr>
            <p:cNvSpPr/>
            <p:nvPr/>
          </p:nvSpPr>
          <p:spPr>
            <a:xfrm>
              <a:off x="5949195" y="5364518"/>
              <a:ext cx="65286" cy="218362"/>
            </a:xfrm>
            <a:custGeom>
              <a:avLst/>
              <a:gdLst>
                <a:gd name="connsiteX0" fmla="*/ 43382 w 65286"/>
                <a:gd name="connsiteY0" fmla="*/ 218362 h 218362"/>
                <a:gd name="connsiteX1" fmla="*/ 47999 w 65286"/>
                <a:gd name="connsiteY1" fmla="*/ 217953 h 218362"/>
                <a:gd name="connsiteX2" fmla="*/ 61033 w 65286"/>
                <a:gd name="connsiteY2" fmla="*/ 208867 h 218362"/>
                <a:gd name="connsiteX3" fmla="*/ 61480 w 65286"/>
                <a:gd name="connsiteY3" fmla="*/ 166639 h 218362"/>
                <a:gd name="connsiteX4" fmla="*/ 50010 w 65286"/>
                <a:gd name="connsiteY4" fmla="*/ 126757 h 218362"/>
                <a:gd name="connsiteX5" fmla="*/ 30088 w 65286"/>
                <a:gd name="connsiteY5" fmla="*/ 56713 h 218362"/>
                <a:gd name="connsiteX6" fmla="*/ 19326 w 65286"/>
                <a:gd name="connsiteY6" fmla="*/ 782 h 218362"/>
                <a:gd name="connsiteX7" fmla="*/ 9980 w 65286"/>
                <a:gd name="connsiteY7" fmla="*/ 0 h 218362"/>
                <a:gd name="connsiteX8" fmla="*/ 19364 w 65286"/>
                <a:gd name="connsiteY8" fmla="*/ 59506 h 218362"/>
                <a:gd name="connsiteX9" fmla="*/ 39360 w 65286"/>
                <a:gd name="connsiteY9" fmla="*/ 129848 h 218362"/>
                <a:gd name="connsiteX10" fmla="*/ 50792 w 65286"/>
                <a:gd name="connsiteY10" fmla="*/ 169618 h 218362"/>
                <a:gd name="connsiteX11" fmla="*/ 51574 w 65286"/>
                <a:gd name="connsiteY11" fmla="*/ 203058 h 218362"/>
                <a:gd name="connsiteX12" fmla="*/ 45802 w 65286"/>
                <a:gd name="connsiteY12" fmla="*/ 207079 h 218362"/>
                <a:gd name="connsiteX13" fmla="*/ 5064 w 65286"/>
                <a:gd name="connsiteY13" fmla="*/ 194642 h 218362"/>
                <a:gd name="connsiteX14" fmla="*/ 0 w 65286"/>
                <a:gd name="connsiteY14" fmla="*/ 204510 h 218362"/>
                <a:gd name="connsiteX15" fmla="*/ 43382 w 65286"/>
                <a:gd name="connsiteY15" fmla="*/ 218362 h 21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5286" h="218362">
                  <a:moveTo>
                    <a:pt x="43382" y="218362"/>
                  </a:moveTo>
                  <a:cubicBezTo>
                    <a:pt x="45020" y="218362"/>
                    <a:pt x="46585" y="218251"/>
                    <a:pt x="47999" y="217953"/>
                  </a:cubicBezTo>
                  <a:cubicBezTo>
                    <a:pt x="53548" y="216836"/>
                    <a:pt x="58091" y="213708"/>
                    <a:pt x="61033" y="208867"/>
                  </a:cubicBezTo>
                  <a:cubicBezTo>
                    <a:pt x="67996" y="197509"/>
                    <a:pt x="65129" y="179635"/>
                    <a:pt x="61480" y="166639"/>
                  </a:cubicBezTo>
                  <a:cubicBezTo>
                    <a:pt x="59022" y="157888"/>
                    <a:pt x="54702" y="142993"/>
                    <a:pt x="50010" y="126757"/>
                  </a:cubicBezTo>
                  <a:cubicBezTo>
                    <a:pt x="42265" y="100095"/>
                    <a:pt x="33514" y="69858"/>
                    <a:pt x="30088" y="56713"/>
                  </a:cubicBezTo>
                  <a:cubicBezTo>
                    <a:pt x="24689" y="36083"/>
                    <a:pt x="19364" y="1117"/>
                    <a:pt x="19326" y="782"/>
                  </a:cubicBezTo>
                  <a:lnTo>
                    <a:pt x="9980" y="0"/>
                  </a:lnTo>
                  <a:cubicBezTo>
                    <a:pt x="10129" y="1378"/>
                    <a:pt x="12326" y="26886"/>
                    <a:pt x="19364" y="59506"/>
                  </a:cubicBezTo>
                  <a:cubicBezTo>
                    <a:pt x="22268" y="72912"/>
                    <a:pt x="31615" y="103074"/>
                    <a:pt x="39360" y="129848"/>
                  </a:cubicBezTo>
                  <a:cubicBezTo>
                    <a:pt x="44052" y="146047"/>
                    <a:pt x="48372" y="160867"/>
                    <a:pt x="50792" y="169618"/>
                  </a:cubicBezTo>
                  <a:cubicBezTo>
                    <a:pt x="55037" y="184737"/>
                    <a:pt x="55335" y="196951"/>
                    <a:pt x="51574" y="203058"/>
                  </a:cubicBezTo>
                  <a:cubicBezTo>
                    <a:pt x="50196" y="205292"/>
                    <a:pt x="48372" y="206558"/>
                    <a:pt x="45802" y="207079"/>
                  </a:cubicBezTo>
                  <a:cubicBezTo>
                    <a:pt x="37089" y="208830"/>
                    <a:pt x="16198" y="200377"/>
                    <a:pt x="5064" y="194642"/>
                  </a:cubicBezTo>
                  <a:lnTo>
                    <a:pt x="0" y="204510"/>
                  </a:lnTo>
                  <a:cubicBezTo>
                    <a:pt x="2979" y="206037"/>
                    <a:pt x="27407" y="218362"/>
                    <a:pt x="43382" y="218362"/>
                  </a:cubicBezTo>
                  <a:close/>
                </a:path>
              </a:pathLst>
            </a:custGeom>
            <a:solidFill>
              <a:srgbClr val="9A9CA7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D535D323-CF55-CB0D-3829-C8C34818D47F}"/>
                </a:ext>
              </a:extLst>
            </p:cNvPr>
            <p:cNvSpPr/>
            <p:nvPr/>
          </p:nvSpPr>
          <p:spPr>
            <a:xfrm>
              <a:off x="5839418" y="5351447"/>
              <a:ext cx="97414" cy="222384"/>
            </a:xfrm>
            <a:custGeom>
              <a:avLst/>
              <a:gdLst>
                <a:gd name="connsiteX0" fmla="*/ 58277 w 97414"/>
                <a:gd name="connsiteY0" fmla="*/ 222384 h 222384"/>
                <a:gd name="connsiteX1" fmla="*/ 71943 w 97414"/>
                <a:gd name="connsiteY1" fmla="*/ 221863 h 222384"/>
                <a:gd name="connsiteX2" fmla="*/ 97414 w 97414"/>
                <a:gd name="connsiteY2" fmla="*/ 217878 h 222384"/>
                <a:gd name="connsiteX3" fmla="*/ 93914 w 97414"/>
                <a:gd name="connsiteY3" fmla="*/ 207340 h 222384"/>
                <a:gd name="connsiteX4" fmla="*/ 71310 w 97414"/>
                <a:gd name="connsiteY4" fmla="*/ 210766 h 222384"/>
                <a:gd name="connsiteX5" fmla="*/ 22492 w 97414"/>
                <a:gd name="connsiteY5" fmla="*/ 200935 h 222384"/>
                <a:gd name="connsiteX6" fmla="*/ 12475 w 97414"/>
                <a:gd name="connsiteY6" fmla="*/ 150254 h 222384"/>
                <a:gd name="connsiteX7" fmla="*/ 17092 w 97414"/>
                <a:gd name="connsiteY7" fmla="*/ 61666 h 222384"/>
                <a:gd name="connsiteX8" fmla="*/ 10576 w 97414"/>
                <a:gd name="connsiteY8" fmla="*/ 1080 h 222384"/>
                <a:gd name="connsiteX9" fmla="*/ 0 w 97414"/>
                <a:gd name="connsiteY9" fmla="*/ 0 h 222384"/>
                <a:gd name="connsiteX10" fmla="*/ 5995 w 97414"/>
                <a:gd name="connsiteY10" fmla="*/ 62187 h 222384"/>
                <a:gd name="connsiteX11" fmla="*/ 1378 w 97414"/>
                <a:gd name="connsiteY11" fmla="*/ 149249 h 222384"/>
                <a:gd name="connsiteX12" fmla="*/ 15416 w 97414"/>
                <a:gd name="connsiteY12" fmla="*/ 209500 h 222384"/>
                <a:gd name="connsiteX13" fmla="*/ 58277 w 97414"/>
                <a:gd name="connsiteY13" fmla="*/ 222384 h 22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7414" h="222384">
                  <a:moveTo>
                    <a:pt x="58277" y="222384"/>
                  </a:moveTo>
                  <a:cubicBezTo>
                    <a:pt x="63230" y="222384"/>
                    <a:pt x="67847" y="222123"/>
                    <a:pt x="71943" y="221863"/>
                  </a:cubicBezTo>
                  <a:cubicBezTo>
                    <a:pt x="88216" y="220895"/>
                    <a:pt x="97042" y="218027"/>
                    <a:pt x="97414" y="217878"/>
                  </a:cubicBezTo>
                  <a:lnTo>
                    <a:pt x="93914" y="207340"/>
                  </a:lnTo>
                  <a:cubicBezTo>
                    <a:pt x="93839" y="207377"/>
                    <a:pt x="85945" y="209909"/>
                    <a:pt x="71310" y="210766"/>
                  </a:cubicBezTo>
                  <a:cubicBezTo>
                    <a:pt x="57607" y="211585"/>
                    <a:pt x="36865" y="212814"/>
                    <a:pt x="22492" y="200935"/>
                  </a:cubicBezTo>
                  <a:cubicBezTo>
                    <a:pt x="8863" y="189727"/>
                    <a:pt x="10799" y="168762"/>
                    <a:pt x="12475" y="150254"/>
                  </a:cubicBezTo>
                  <a:cubicBezTo>
                    <a:pt x="14597" y="126646"/>
                    <a:pt x="18023" y="81439"/>
                    <a:pt x="17092" y="61666"/>
                  </a:cubicBezTo>
                  <a:cubicBezTo>
                    <a:pt x="16161" y="41297"/>
                    <a:pt x="10799" y="2718"/>
                    <a:pt x="10576" y="1080"/>
                  </a:cubicBezTo>
                  <a:lnTo>
                    <a:pt x="0" y="0"/>
                  </a:lnTo>
                  <a:cubicBezTo>
                    <a:pt x="521" y="3835"/>
                    <a:pt x="5102" y="42339"/>
                    <a:pt x="5995" y="62187"/>
                  </a:cubicBezTo>
                  <a:cubicBezTo>
                    <a:pt x="6889" y="81365"/>
                    <a:pt x="3500" y="125938"/>
                    <a:pt x="1378" y="149249"/>
                  </a:cubicBezTo>
                  <a:cubicBezTo>
                    <a:pt x="-447" y="169432"/>
                    <a:pt x="-2756" y="194567"/>
                    <a:pt x="15416" y="209500"/>
                  </a:cubicBezTo>
                  <a:cubicBezTo>
                    <a:pt x="28450" y="220262"/>
                    <a:pt x="44536" y="222384"/>
                    <a:pt x="58277" y="222384"/>
                  </a:cubicBezTo>
                  <a:close/>
                </a:path>
              </a:pathLst>
            </a:custGeom>
            <a:solidFill>
              <a:srgbClr val="9A9CA7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16AA7A9B-4D7D-8FE8-CB2E-0660AA1F6E27}"/>
                </a:ext>
              </a:extLst>
            </p:cNvPr>
            <p:cNvSpPr/>
            <p:nvPr/>
          </p:nvSpPr>
          <p:spPr>
            <a:xfrm>
              <a:off x="5604879" y="5097237"/>
              <a:ext cx="364908" cy="363258"/>
            </a:xfrm>
            <a:custGeom>
              <a:avLst/>
              <a:gdLst>
                <a:gd name="connsiteX0" fmla="*/ 43174 w 364908"/>
                <a:gd name="connsiteY0" fmla="*/ 362386 h 363258"/>
                <a:gd name="connsiteX1" fmla="*/ 22358 w 364908"/>
                <a:gd name="connsiteY1" fmla="*/ 245906 h 363258"/>
                <a:gd name="connsiteX2" fmla="*/ 7091 w 364908"/>
                <a:gd name="connsiteY2" fmla="*/ 93380 h 363258"/>
                <a:gd name="connsiteX3" fmla="*/ 19565 w 364908"/>
                <a:gd name="connsiteY3" fmla="*/ 43444 h 363258"/>
                <a:gd name="connsiteX4" fmla="*/ 65331 w 364908"/>
                <a:gd name="connsiteY4" fmla="*/ 10153 h 363258"/>
                <a:gd name="connsiteX5" fmla="*/ 220649 w 364908"/>
                <a:gd name="connsiteY5" fmla="*/ 46200 h 363258"/>
                <a:gd name="connsiteX6" fmla="*/ 271963 w 364908"/>
                <a:gd name="connsiteY6" fmla="*/ 94720 h 363258"/>
                <a:gd name="connsiteX7" fmla="*/ 273341 w 364908"/>
                <a:gd name="connsiteY7" fmla="*/ 161264 h 363258"/>
                <a:gd name="connsiteX8" fmla="*/ 234502 w 364908"/>
                <a:gd name="connsiteY8" fmla="*/ 254173 h 363258"/>
                <a:gd name="connsiteX9" fmla="*/ 245264 w 364908"/>
                <a:gd name="connsiteY9" fmla="*/ 256928 h 363258"/>
                <a:gd name="connsiteX10" fmla="*/ 252562 w 364908"/>
                <a:gd name="connsiteY10" fmla="*/ 216711 h 363258"/>
                <a:gd name="connsiteX11" fmla="*/ 285853 w 364908"/>
                <a:gd name="connsiteY11" fmla="*/ 159849 h 363258"/>
                <a:gd name="connsiteX12" fmla="*/ 295572 w 364908"/>
                <a:gd name="connsiteY12" fmla="*/ 126559 h 363258"/>
                <a:gd name="connsiteX13" fmla="*/ 331618 w 364908"/>
                <a:gd name="connsiteY13" fmla="*/ 206992 h 363258"/>
                <a:gd name="connsiteX14" fmla="*/ 353812 w 364908"/>
                <a:gd name="connsiteY14" fmla="*/ 272159 h 363258"/>
                <a:gd name="connsiteX15" fmla="*/ 364909 w 364908"/>
                <a:gd name="connsiteY15" fmla="*/ 267988 h 363258"/>
                <a:gd name="connsiteX16" fmla="*/ 334411 w 364908"/>
                <a:gd name="connsiteY16" fmla="*/ 182006 h 363258"/>
                <a:gd name="connsiteX17" fmla="*/ 256770 w 364908"/>
                <a:gd name="connsiteY17" fmla="*/ 58600 h 363258"/>
                <a:gd name="connsiteX18" fmla="*/ 187433 w 364908"/>
                <a:gd name="connsiteY18" fmla="*/ 18383 h 363258"/>
                <a:gd name="connsiteX19" fmla="*/ 51552 w 364908"/>
                <a:gd name="connsiteY19" fmla="*/ 5908 h 363258"/>
                <a:gd name="connsiteX20" fmla="*/ 239 w 364908"/>
                <a:gd name="connsiteY20" fmla="*/ 78001 h 363258"/>
                <a:gd name="connsiteX21" fmla="*/ 5787 w 364908"/>
                <a:gd name="connsiteY21" fmla="*/ 215259 h 363258"/>
                <a:gd name="connsiteX22" fmla="*/ 32114 w 364908"/>
                <a:gd name="connsiteY22" fmla="*/ 360859 h 363258"/>
                <a:gd name="connsiteX23" fmla="*/ 43174 w 364908"/>
                <a:gd name="connsiteY23" fmla="*/ 362386 h 363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4908" h="363258">
                  <a:moveTo>
                    <a:pt x="43174" y="362386"/>
                  </a:moveTo>
                  <a:cubicBezTo>
                    <a:pt x="43174" y="362386"/>
                    <a:pt x="33455" y="298597"/>
                    <a:pt x="22358" y="245906"/>
                  </a:cubicBezTo>
                  <a:cubicBezTo>
                    <a:pt x="11261" y="193214"/>
                    <a:pt x="5713" y="114159"/>
                    <a:pt x="7091" y="93380"/>
                  </a:cubicBezTo>
                  <a:cubicBezTo>
                    <a:pt x="8468" y="72564"/>
                    <a:pt x="8468" y="58711"/>
                    <a:pt x="19565" y="43444"/>
                  </a:cubicBezTo>
                  <a:cubicBezTo>
                    <a:pt x="30662" y="28176"/>
                    <a:pt x="44515" y="18495"/>
                    <a:pt x="65331" y="10153"/>
                  </a:cubicBezTo>
                  <a:cubicBezTo>
                    <a:pt x="86146" y="1849"/>
                    <a:pt x="204004" y="35103"/>
                    <a:pt x="220649" y="46200"/>
                  </a:cubicBezTo>
                  <a:cubicBezTo>
                    <a:pt x="237295" y="57296"/>
                    <a:pt x="260866" y="69771"/>
                    <a:pt x="271963" y="94720"/>
                  </a:cubicBezTo>
                  <a:cubicBezTo>
                    <a:pt x="283060" y="119670"/>
                    <a:pt x="286746" y="138251"/>
                    <a:pt x="273341" y="161264"/>
                  </a:cubicBezTo>
                  <a:cubicBezTo>
                    <a:pt x="259935" y="184277"/>
                    <a:pt x="241465" y="198688"/>
                    <a:pt x="234502" y="254173"/>
                  </a:cubicBezTo>
                  <a:cubicBezTo>
                    <a:pt x="237332" y="261024"/>
                    <a:pt x="245264" y="256928"/>
                    <a:pt x="245264" y="256928"/>
                  </a:cubicBezTo>
                  <a:cubicBezTo>
                    <a:pt x="245264" y="256928"/>
                    <a:pt x="248391" y="230564"/>
                    <a:pt x="252562" y="216711"/>
                  </a:cubicBezTo>
                  <a:cubicBezTo>
                    <a:pt x="256733" y="202859"/>
                    <a:pt x="271963" y="184799"/>
                    <a:pt x="285853" y="159849"/>
                  </a:cubicBezTo>
                  <a:cubicBezTo>
                    <a:pt x="296503" y="140672"/>
                    <a:pt x="295572" y="126559"/>
                    <a:pt x="295572" y="126559"/>
                  </a:cubicBezTo>
                  <a:cubicBezTo>
                    <a:pt x="295572" y="126559"/>
                    <a:pt x="314973" y="165398"/>
                    <a:pt x="331618" y="206992"/>
                  </a:cubicBezTo>
                  <a:cubicBezTo>
                    <a:pt x="348263" y="248587"/>
                    <a:pt x="353812" y="272159"/>
                    <a:pt x="353812" y="272159"/>
                  </a:cubicBezTo>
                  <a:cubicBezTo>
                    <a:pt x="353812" y="272159"/>
                    <a:pt x="362488" y="274244"/>
                    <a:pt x="364909" y="267988"/>
                  </a:cubicBezTo>
                  <a:cubicBezTo>
                    <a:pt x="363158" y="260727"/>
                    <a:pt x="348077" y="213397"/>
                    <a:pt x="334411" y="182006"/>
                  </a:cubicBezTo>
                  <a:cubicBezTo>
                    <a:pt x="310839" y="127937"/>
                    <a:pt x="274793" y="75245"/>
                    <a:pt x="256770" y="58600"/>
                  </a:cubicBezTo>
                  <a:cubicBezTo>
                    <a:pt x="238747" y="41954"/>
                    <a:pt x="216553" y="28102"/>
                    <a:pt x="187433" y="18383"/>
                  </a:cubicBezTo>
                  <a:cubicBezTo>
                    <a:pt x="158313" y="8664"/>
                    <a:pt x="87599" y="-9359"/>
                    <a:pt x="51552" y="5908"/>
                  </a:cubicBezTo>
                  <a:cubicBezTo>
                    <a:pt x="15506" y="21139"/>
                    <a:pt x="1654" y="44747"/>
                    <a:pt x="239" y="78001"/>
                  </a:cubicBezTo>
                  <a:cubicBezTo>
                    <a:pt x="-655" y="98966"/>
                    <a:pt x="909" y="186028"/>
                    <a:pt x="5787" y="215259"/>
                  </a:cubicBezTo>
                  <a:cubicBezTo>
                    <a:pt x="14091" y="265195"/>
                    <a:pt x="32114" y="356688"/>
                    <a:pt x="32114" y="360859"/>
                  </a:cubicBezTo>
                  <a:cubicBezTo>
                    <a:pt x="32077" y="365141"/>
                    <a:pt x="43174" y="362386"/>
                    <a:pt x="43174" y="362386"/>
                  </a:cubicBezTo>
                  <a:close/>
                </a:path>
              </a:pathLst>
            </a:custGeom>
            <a:solidFill>
              <a:srgbClr val="111112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08A63487-9B7E-D60B-1062-C97833D69D33}"/>
                </a:ext>
              </a:extLst>
            </p:cNvPr>
            <p:cNvSpPr/>
            <p:nvPr/>
          </p:nvSpPr>
          <p:spPr>
            <a:xfrm>
              <a:off x="5628168" y="5436816"/>
              <a:ext cx="28524" cy="40978"/>
            </a:xfrm>
            <a:custGeom>
              <a:avLst/>
              <a:gdLst>
                <a:gd name="connsiteX0" fmla="*/ 10650 w 28524"/>
                <a:gd name="connsiteY0" fmla="*/ 166 h 40978"/>
                <a:gd name="connsiteX1" fmla="*/ 22864 w 28524"/>
                <a:gd name="connsiteY1" fmla="*/ 1618 h 40978"/>
                <a:gd name="connsiteX2" fmla="*/ 28524 w 28524"/>
                <a:gd name="connsiteY2" fmla="*/ 40010 h 40978"/>
                <a:gd name="connsiteX3" fmla="*/ 5325 w 28524"/>
                <a:gd name="connsiteY3" fmla="*/ 40979 h 40978"/>
                <a:gd name="connsiteX4" fmla="*/ 0 w 28524"/>
                <a:gd name="connsiteY4" fmla="*/ 5268 h 40978"/>
                <a:gd name="connsiteX5" fmla="*/ 10650 w 28524"/>
                <a:gd name="connsiteY5" fmla="*/ 166 h 40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524" h="40978">
                  <a:moveTo>
                    <a:pt x="10650" y="166"/>
                  </a:moveTo>
                  <a:cubicBezTo>
                    <a:pt x="15230" y="-616"/>
                    <a:pt x="22864" y="1618"/>
                    <a:pt x="22864" y="1618"/>
                  </a:cubicBezTo>
                  <a:lnTo>
                    <a:pt x="28524" y="40010"/>
                  </a:lnTo>
                  <a:lnTo>
                    <a:pt x="5325" y="40979"/>
                  </a:lnTo>
                  <a:lnTo>
                    <a:pt x="0" y="5268"/>
                  </a:lnTo>
                  <a:cubicBezTo>
                    <a:pt x="0" y="5230"/>
                    <a:pt x="2309" y="1544"/>
                    <a:pt x="10650" y="166"/>
                  </a:cubicBezTo>
                  <a:close/>
                </a:path>
              </a:pathLst>
            </a:custGeom>
            <a:solidFill>
              <a:srgbClr val="D1D3D8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B687DBBA-AB26-FF73-24B1-694D952BDFEA}"/>
                </a:ext>
              </a:extLst>
            </p:cNvPr>
            <p:cNvSpPr/>
            <p:nvPr/>
          </p:nvSpPr>
          <p:spPr>
            <a:xfrm>
              <a:off x="5662389" y="5462807"/>
              <a:ext cx="21646" cy="56398"/>
            </a:xfrm>
            <a:custGeom>
              <a:avLst/>
              <a:gdLst>
                <a:gd name="connsiteX0" fmla="*/ 0 w 21646"/>
                <a:gd name="connsiteY0" fmla="*/ 12046 h 56398"/>
                <a:gd name="connsiteX1" fmla="*/ 9682 w 21646"/>
                <a:gd name="connsiteY1" fmla="*/ 168 h 56398"/>
                <a:gd name="connsiteX2" fmla="*/ 18023 w 21646"/>
                <a:gd name="connsiteY2" fmla="*/ 14132 h 56398"/>
                <a:gd name="connsiteX3" fmla="*/ 18470 w 21646"/>
                <a:gd name="connsiteY3" fmla="*/ 55987 h 56398"/>
                <a:gd name="connsiteX4" fmla="*/ 5511 w 21646"/>
                <a:gd name="connsiteY4" fmla="*/ 46752 h 56398"/>
                <a:gd name="connsiteX5" fmla="*/ 0 w 21646"/>
                <a:gd name="connsiteY5" fmla="*/ 12046 h 56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646" h="56398">
                  <a:moveTo>
                    <a:pt x="0" y="12046"/>
                  </a:moveTo>
                  <a:cubicBezTo>
                    <a:pt x="0" y="12046"/>
                    <a:pt x="8304" y="1545"/>
                    <a:pt x="9682" y="168"/>
                  </a:cubicBezTo>
                  <a:cubicBezTo>
                    <a:pt x="11060" y="-1210"/>
                    <a:pt x="15342" y="6126"/>
                    <a:pt x="18023" y="14132"/>
                  </a:cubicBezTo>
                  <a:cubicBezTo>
                    <a:pt x="21263" y="23851"/>
                    <a:pt x="24018" y="45337"/>
                    <a:pt x="18470" y="55987"/>
                  </a:cubicBezTo>
                  <a:cubicBezTo>
                    <a:pt x="17018" y="58743"/>
                    <a:pt x="5511" y="46752"/>
                    <a:pt x="5511" y="46752"/>
                  </a:cubicBezTo>
                  <a:cubicBezTo>
                    <a:pt x="5511" y="46752"/>
                    <a:pt x="7373" y="26383"/>
                    <a:pt x="0" y="12046"/>
                  </a:cubicBezTo>
                  <a:close/>
                </a:path>
              </a:pathLst>
            </a:custGeom>
            <a:solidFill>
              <a:srgbClr val="9C9EA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46A1FFB8-5AF5-2296-B38E-713D1EE6B5FE}"/>
                </a:ext>
              </a:extLst>
            </p:cNvPr>
            <p:cNvSpPr/>
            <p:nvPr/>
          </p:nvSpPr>
          <p:spPr>
            <a:xfrm>
              <a:off x="5626641" y="5474853"/>
              <a:ext cx="43246" cy="36530"/>
            </a:xfrm>
            <a:custGeom>
              <a:avLst/>
              <a:gdLst>
                <a:gd name="connsiteX0" fmla="*/ 4282 w 43246"/>
                <a:gd name="connsiteY0" fmla="*/ 36530 h 36530"/>
                <a:gd name="connsiteX1" fmla="*/ 41259 w 43246"/>
                <a:gd name="connsiteY1" fmla="*/ 34668 h 36530"/>
                <a:gd name="connsiteX2" fmla="*/ 42675 w 43246"/>
                <a:gd name="connsiteY2" fmla="*/ 15603 h 36530"/>
                <a:gd name="connsiteX3" fmla="*/ 35711 w 43246"/>
                <a:gd name="connsiteY3" fmla="*/ 0 h 36530"/>
                <a:gd name="connsiteX4" fmla="*/ 0 w 43246"/>
                <a:gd name="connsiteY4" fmla="*/ 1564 h 36530"/>
                <a:gd name="connsiteX5" fmla="*/ 4282 w 43246"/>
                <a:gd name="connsiteY5" fmla="*/ 36530 h 36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246" h="36530">
                  <a:moveTo>
                    <a:pt x="4282" y="36530"/>
                  </a:moveTo>
                  <a:lnTo>
                    <a:pt x="41259" y="34668"/>
                  </a:lnTo>
                  <a:cubicBezTo>
                    <a:pt x="41259" y="34668"/>
                    <a:pt x="44536" y="26215"/>
                    <a:pt x="42675" y="15603"/>
                  </a:cubicBezTo>
                  <a:cubicBezTo>
                    <a:pt x="40813" y="4953"/>
                    <a:pt x="35711" y="0"/>
                    <a:pt x="35711" y="0"/>
                  </a:cubicBezTo>
                  <a:lnTo>
                    <a:pt x="0" y="1564"/>
                  </a:lnTo>
                  <a:lnTo>
                    <a:pt x="4282" y="36530"/>
                  </a:lnTo>
                  <a:close/>
                </a:path>
              </a:pathLst>
            </a:custGeom>
            <a:solidFill>
              <a:srgbClr val="C2C6CD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341F6C34-62A9-500E-3D5C-8CC504688DC6}"/>
                </a:ext>
              </a:extLst>
            </p:cNvPr>
            <p:cNvSpPr/>
            <p:nvPr/>
          </p:nvSpPr>
          <p:spPr>
            <a:xfrm>
              <a:off x="5613120" y="5456467"/>
              <a:ext cx="26466" cy="79779"/>
            </a:xfrm>
            <a:custGeom>
              <a:avLst/>
              <a:gdLst>
                <a:gd name="connsiteX0" fmla="*/ 6520 w 26466"/>
                <a:gd name="connsiteY0" fmla="*/ 140 h 79779"/>
                <a:gd name="connsiteX1" fmla="*/ 20596 w 26466"/>
                <a:gd name="connsiteY1" fmla="*/ 16115 h 79779"/>
                <a:gd name="connsiteX2" fmla="*/ 25697 w 26466"/>
                <a:gd name="connsiteY2" fmla="*/ 70892 h 79779"/>
                <a:gd name="connsiteX3" fmla="*/ 9834 w 26466"/>
                <a:gd name="connsiteY3" fmla="*/ 75733 h 79779"/>
                <a:gd name="connsiteX4" fmla="*/ 711 w 26466"/>
                <a:gd name="connsiteY4" fmla="*/ 35553 h 79779"/>
                <a:gd name="connsiteX5" fmla="*/ 6520 w 26466"/>
                <a:gd name="connsiteY5" fmla="*/ 140 h 79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466" h="79779">
                  <a:moveTo>
                    <a:pt x="6520" y="140"/>
                  </a:moveTo>
                  <a:cubicBezTo>
                    <a:pt x="11771" y="-1014"/>
                    <a:pt x="16425" y="5018"/>
                    <a:pt x="20596" y="16115"/>
                  </a:cubicBezTo>
                  <a:cubicBezTo>
                    <a:pt x="26107" y="30824"/>
                    <a:pt x="27559" y="61285"/>
                    <a:pt x="25697" y="70892"/>
                  </a:cubicBezTo>
                  <a:cubicBezTo>
                    <a:pt x="23538" y="81803"/>
                    <a:pt x="13372" y="81728"/>
                    <a:pt x="9834" y="75733"/>
                  </a:cubicBezTo>
                  <a:cubicBezTo>
                    <a:pt x="5924" y="69105"/>
                    <a:pt x="2573" y="53092"/>
                    <a:pt x="711" y="35553"/>
                  </a:cubicBezTo>
                  <a:cubicBezTo>
                    <a:pt x="-1114" y="17940"/>
                    <a:pt x="487" y="1443"/>
                    <a:pt x="6520" y="140"/>
                  </a:cubicBezTo>
                  <a:close/>
                </a:path>
              </a:pathLst>
            </a:custGeom>
            <a:solidFill>
              <a:srgbClr val="B2B5BF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66EDC541-BE07-8195-D846-909E00968017}"/>
                </a:ext>
              </a:extLst>
            </p:cNvPr>
            <p:cNvSpPr/>
            <p:nvPr/>
          </p:nvSpPr>
          <p:spPr>
            <a:xfrm>
              <a:off x="5652904" y="5007556"/>
              <a:ext cx="194855" cy="382767"/>
            </a:xfrm>
            <a:custGeom>
              <a:avLst/>
              <a:gdLst>
                <a:gd name="connsiteX0" fmla="*/ 28439 w 194855"/>
                <a:gd name="connsiteY0" fmla="*/ 0 h 382767"/>
                <a:gd name="connsiteX1" fmla="*/ 25684 w 194855"/>
                <a:gd name="connsiteY1" fmla="*/ 85982 h 382767"/>
                <a:gd name="connsiteX2" fmla="*/ 735 w 194855"/>
                <a:gd name="connsiteY2" fmla="*/ 130370 h 382767"/>
                <a:gd name="connsiteX3" fmla="*/ 14587 w 194855"/>
                <a:gd name="connsiteY3" fmla="*/ 180305 h 382767"/>
                <a:gd name="connsiteX4" fmla="*/ 117214 w 194855"/>
                <a:gd name="connsiteY4" fmla="*/ 323150 h 382767"/>
                <a:gd name="connsiteX5" fmla="*/ 151883 w 194855"/>
                <a:gd name="connsiteY5" fmla="*/ 382767 h 382767"/>
                <a:gd name="connsiteX6" fmla="*/ 171284 w 194855"/>
                <a:gd name="connsiteY6" fmla="*/ 298163 h 382767"/>
                <a:gd name="connsiteX7" fmla="*/ 190685 w 194855"/>
                <a:gd name="connsiteY7" fmla="*/ 203877 h 382767"/>
                <a:gd name="connsiteX8" fmla="*/ 182381 w 194855"/>
                <a:gd name="connsiteY8" fmla="*/ 165038 h 382767"/>
                <a:gd name="connsiteX9" fmla="*/ 182381 w 194855"/>
                <a:gd name="connsiteY9" fmla="*/ 91530 h 382767"/>
                <a:gd name="connsiteX10" fmla="*/ 194855 w 194855"/>
                <a:gd name="connsiteY10" fmla="*/ 18023 h 382767"/>
                <a:gd name="connsiteX11" fmla="*/ 28439 w 194855"/>
                <a:gd name="connsiteY11" fmla="*/ 0 h 382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4855" h="382767">
                  <a:moveTo>
                    <a:pt x="28439" y="0"/>
                  </a:moveTo>
                  <a:cubicBezTo>
                    <a:pt x="28439" y="0"/>
                    <a:pt x="31232" y="66544"/>
                    <a:pt x="25684" y="85982"/>
                  </a:cubicBezTo>
                  <a:cubicBezTo>
                    <a:pt x="20135" y="105383"/>
                    <a:pt x="735" y="130370"/>
                    <a:pt x="735" y="130370"/>
                  </a:cubicBezTo>
                  <a:cubicBezTo>
                    <a:pt x="735" y="130370"/>
                    <a:pt x="-4814" y="147015"/>
                    <a:pt x="14587" y="180305"/>
                  </a:cubicBezTo>
                  <a:cubicBezTo>
                    <a:pt x="33988" y="213596"/>
                    <a:pt x="85302" y="271836"/>
                    <a:pt x="117214" y="323150"/>
                  </a:cubicBezTo>
                  <a:cubicBezTo>
                    <a:pt x="149090" y="374463"/>
                    <a:pt x="151883" y="382767"/>
                    <a:pt x="151883" y="382767"/>
                  </a:cubicBezTo>
                  <a:cubicBezTo>
                    <a:pt x="151883" y="382767"/>
                    <a:pt x="161602" y="335624"/>
                    <a:pt x="171284" y="298163"/>
                  </a:cubicBezTo>
                  <a:cubicBezTo>
                    <a:pt x="181003" y="260739"/>
                    <a:pt x="189307" y="224656"/>
                    <a:pt x="190685" y="203877"/>
                  </a:cubicBezTo>
                  <a:cubicBezTo>
                    <a:pt x="192062" y="183061"/>
                    <a:pt x="186514" y="177513"/>
                    <a:pt x="182381" y="165038"/>
                  </a:cubicBezTo>
                  <a:cubicBezTo>
                    <a:pt x="178210" y="152563"/>
                    <a:pt x="176832" y="131747"/>
                    <a:pt x="182381" y="91530"/>
                  </a:cubicBezTo>
                  <a:cubicBezTo>
                    <a:pt x="187929" y="51314"/>
                    <a:pt x="194855" y="18023"/>
                    <a:pt x="194855" y="18023"/>
                  </a:cubicBezTo>
                  <a:lnTo>
                    <a:pt x="28439" y="0"/>
                  </a:lnTo>
                  <a:close/>
                </a:path>
              </a:pathLst>
            </a:custGeom>
            <a:solidFill>
              <a:srgbClr val="E09C6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D0FF6D9B-0F01-2DDE-BCFE-149C0B483A9A}"/>
                </a:ext>
              </a:extLst>
            </p:cNvPr>
            <p:cNvSpPr/>
            <p:nvPr/>
          </p:nvSpPr>
          <p:spPr>
            <a:xfrm>
              <a:off x="5937565" y="5551520"/>
              <a:ext cx="27833" cy="22646"/>
            </a:xfrm>
            <a:custGeom>
              <a:avLst/>
              <a:gdLst>
                <a:gd name="connsiteX0" fmla="*/ 23471 w 27833"/>
                <a:gd name="connsiteY0" fmla="*/ 22647 h 22646"/>
                <a:gd name="connsiteX1" fmla="*/ 27456 w 27833"/>
                <a:gd name="connsiteY1" fmla="*/ 12220 h 22646"/>
                <a:gd name="connsiteX2" fmla="*/ 15205 w 27833"/>
                <a:gd name="connsiteY2" fmla="*/ 1347 h 22646"/>
                <a:gd name="connsiteX3" fmla="*/ 1352 w 27833"/>
                <a:gd name="connsiteY3" fmla="*/ 5145 h 22646"/>
                <a:gd name="connsiteX4" fmla="*/ 5523 w 27833"/>
                <a:gd name="connsiteY4" fmla="*/ 17285 h 22646"/>
                <a:gd name="connsiteX5" fmla="*/ 23471 w 27833"/>
                <a:gd name="connsiteY5" fmla="*/ 22647 h 22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833" h="22646">
                  <a:moveTo>
                    <a:pt x="23471" y="22647"/>
                  </a:moveTo>
                  <a:cubicBezTo>
                    <a:pt x="23471" y="22647"/>
                    <a:pt x="29355" y="14268"/>
                    <a:pt x="27456" y="12220"/>
                  </a:cubicBezTo>
                  <a:cubicBezTo>
                    <a:pt x="22764" y="7156"/>
                    <a:pt x="18035" y="2278"/>
                    <a:pt x="15205" y="1347"/>
                  </a:cubicBezTo>
                  <a:cubicBezTo>
                    <a:pt x="10587" y="-143"/>
                    <a:pt x="5039" y="-1893"/>
                    <a:pt x="1352" y="5145"/>
                  </a:cubicBezTo>
                  <a:cubicBezTo>
                    <a:pt x="-1962" y="11476"/>
                    <a:pt x="1352" y="14492"/>
                    <a:pt x="5523" y="17285"/>
                  </a:cubicBezTo>
                  <a:cubicBezTo>
                    <a:pt x="9656" y="20078"/>
                    <a:pt x="23471" y="22647"/>
                    <a:pt x="23471" y="22647"/>
                  </a:cubicBezTo>
                  <a:close/>
                </a:path>
              </a:pathLst>
            </a:custGeom>
            <a:solidFill>
              <a:srgbClr val="111112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765FBD97-1403-D244-1327-55570694AF41}"/>
                </a:ext>
              </a:extLst>
            </p:cNvPr>
            <p:cNvSpPr/>
            <p:nvPr/>
          </p:nvSpPr>
          <p:spPr>
            <a:xfrm>
              <a:off x="5913940" y="5554655"/>
              <a:ext cx="26703" cy="18949"/>
            </a:xfrm>
            <a:custGeom>
              <a:avLst/>
              <a:gdLst>
                <a:gd name="connsiteX0" fmla="*/ 1592 w 26703"/>
                <a:gd name="connsiteY0" fmla="*/ 18841 h 18949"/>
                <a:gd name="connsiteX1" fmla="*/ 847 w 26703"/>
                <a:gd name="connsiteY1" fmla="*/ 6850 h 18949"/>
                <a:gd name="connsiteX2" fmla="*/ 15817 w 26703"/>
                <a:gd name="connsiteY2" fmla="*/ 222 h 18949"/>
                <a:gd name="connsiteX3" fmla="*/ 26690 w 26703"/>
                <a:gd name="connsiteY3" fmla="*/ 8526 h 18949"/>
                <a:gd name="connsiteX4" fmla="*/ 18647 w 26703"/>
                <a:gd name="connsiteY4" fmla="*/ 18245 h 18949"/>
                <a:gd name="connsiteX5" fmla="*/ 1592 w 26703"/>
                <a:gd name="connsiteY5" fmla="*/ 18841 h 18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703" h="18949">
                  <a:moveTo>
                    <a:pt x="1592" y="18841"/>
                  </a:moveTo>
                  <a:cubicBezTo>
                    <a:pt x="1592" y="18841"/>
                    <a:pt x="-1424" y="11319"/>
                    <a:pt x="847" y="6850"/>
                  </a:cubicBezTo>
                  <a:cubicBezTo>
                    <a:pt x="6209" y="3089"/>
                    <a:pt x="13061" y="967"/>
                    <a:pt x="15817" y="222"/>
                  </a:cubicBezTo>
                  <a:cubicBezTo>
                    <a:pt x="18572" y="-523"/>
                    <a:pt x="26355" y="222"/>
                    <a:pt x="26690" y="8526"/>
                  </a:cubicBezTo>
                  <a:cubicBezTo>
                    <a:pt x="26951" y="15154"/>
                    <a:pt x="23301" y="17128"/>
                    <a:pt x="18647" y="18245"/>
                  </a:cubicBezTo>
                  <a:cubicBezTo>
                    <a:pt x="13917" y="19325"/>
                    <a:pt x="1592" y="18841"/>
                    <a:pt x="1592" y="18841"/>
                  </a:cubicBezTo>
                  <a:close/>
                </a:path>
              </a:pathLst>
            </a:custGeom>
            <a:solidFill>
              <a:srgbClr val="111112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A5851F63-7CE2-5C2D-565C-D6D37AA34513}"/>
                </a:ext>
              </a:extLst>
            </p:cNvPr>
            <p:cNvSpPr/>
            <p:nvPr/>
          </p:nvSpPr>
          <p:spPr>
            <a:xfrm>
              <a:off x="5468796" y="6035096"/>
              <a:ext cx="269942" cy="350861"/>
            </a:xfrm>
            <a:custGeom>
              <a:avLst/>
              <a:gdLst>
                <a:gd name="connsiteX0" fmla="*/ 251349 w 269942"/>
                <a:gd name="connsiteY0" fmla="*/ 16608 h 350861"/>
                <a:gd name="connsiteX1" fmla="*/ 267994 w 269942"/>
                <a:gd name="connsiteY1" fmla="*/ 260665 h 350861"/>
                <a:gd name="connsiteX2" fmla="*/ 269372 w 269942"/>
                <a:gd name="connsiteY2" fmla="*/ 346647 h 350861"/>
                <a:gd name="connsiteX3" fmla="*/ 147344 w 269942"/>
                <a:gd name="connsiteY3" fmla="*/ 349402 h 350861"/>
                <a:gd name="connsiteX4" fmla="*/ 366 w 269942"/>
                <a:gd name="connsiteY4" fmla="*/ 334172 h 350861"/>
                <a:gd name="connsiteX5" fmla="*/ 4537 w 269942"/>
                <a:gd name="connsiteY5" fmla="*/ 170549 h 350861"/>
                <a:gd name="connsiteX6" fmla="*/ 26731 w 269942"/>
                <a:gd name="connsiteY6" fmla="*/ 0 h 350861"/>
                <a:gd name="connsiteX7" fmla="*/ 82215 w 269942"/>
                <a:gd name="connsiteY7" fmla="*/ 24949 h 350861"/>
                <a:gd name="connsiteX8" fmla="*/ 251349 w 269942"/>
                <a:gd name="connsiteY8" fmla="*/ 16608 h 350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9942" h="350861">
                  <a:moveTo>
                    <a:pt x="251349" y="16608"/>
                  </a:moveTo>
                  <a:cubicBezTo>
                    <a:pt x="252727" y="22156"/>
                    <a:pt x="266616" y="223203"/>
                    <a:pt x="267994" y="260665"/>
                  </a:cubicBezTo>
                  <a:cubicBezTo>
                    <a:pt x="269372" y="298126"/>
                    <a:pt x="270750" y="342476"/>
                    <a:pt x="269372" y="346647"/>
                  </a:cubicBezTo>
                  <a:cubicBezTo>
                    <a:pt x="267994" y="350817"/>
                    <a:pt x="187561" y="352195"/>
                    <a:pt x="147344" y="349402"/>
                  </a:cubicBezTo>
                  <a:cubicBezTo>
                    <a:pt x="107127" y="346647"/>
                    <a:pt x="1744" y="341098"/>
                    <a:pt x="366" y="334172"/>
                  </a:cubicBezTo>
                  <a:cubicBezTo>
                    <a:pt x="-1012" y="327246"/>
                    <a:pt x="1744" y="228789"/>
                    <a:pt x="4537" y="170549"/>
                  </a:cubicBezTo>
                  <a:cubicBezTo>
                    <a:pt x="7292" y="112309"/>
                    <a:pt x="26731" y="0"/>
                    <a:pt x="26731" y="0"/>
                  </a:cubicBezTo>
                  <a:cubicBezTo>
                    <a:pt x="26731" y="0"/>
                    <a:pt x="53430" y="19662"/>
                    <a:pt x="82215" y="24949"/>
                  </a:cubicBezTo>
                  <a:cubicBezTo>
                    <a:pt x="134869" y="34631"/>
                    <a:pt x="251349" y="16608"/>
                    <a:pt x="251349" y="16608"/>
                  </a:cubicBezTo>
                  <a:close/>
                </a:path>
              </a:pathLst>
            </a:custGeom>
            <a:solidFill>
              <a:srgbClr val="E7F0F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13BFCB3E-D3CB-8FA4-392F-EB61EAD9226D}"/>
                </a:ext>
              </a:extLst>
            </p:cNvPr>
            <p:cNvSpPr/>
            <p:nvPr/>
          </p:nvSpPr>
          <p:spPr>
            <a:xfrm>
              <a:off x="6009967" y="6005976"/>
              <a:ext cx="76262" cy="348323"/>
            </a:xfrm>
            <a:custGeom>
              <a:avLst/>
              <a:gdLst>
                <a:gd name="connsiteX0" fmla="*/ 0 w 76262"/>
                <a:gd name="connsiteY0" fmla="*/ 15230 h 348323"/>
                <a:gd name="connsiteX1" fmla="*/ 18023 w 76262"/>
                <a:gd name="connsiteY1" fmla="*/ 169134 h 348323"/>
                <a:gd name="connsiteX2" fmla="*/ 58240 w 76262"/>
                <a:gd name="connsiteY2" fmla="*/ 348024 h 348323"/>
                <a:gd name="connsiteX3" fmla="*/ 76263 w 76262"/>
                <a:gd name="connsiteY3" fmla="*/ 345269 h 348323"/>
                <a:gd name="connsiteX4" fmla="*/ 62410 w 76262"/>
                <a:gd name="connsiteY4" fmla="*/ 194121 h 348323"/>
                <a:gd name="connsiteX5" fmla="*/ 31913 w 76262"/>
                <a:gd name="connsiteY5" fmla="*/ 0 h 348323"/>
                <a:gd name="connsiteX6" fmla="*/ 0 w 76262"/>
                <a:gd name="connsiteY6" fmla="*/ 15230 h 348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262" h="348323">
                  <a:moveTo>
                    <a:pt x="0" y="15230"/>
                  </a:moveTo>
                  <a:cubicBezTo>
                    <a:pt x="0" y="15230"/>
                    <a:pt x="9719" y="127539"/>
                    <a:pt x="18023" y="169134"/>
                  </a:cubicBezTo>
                  <a:cubicBezTo>
                    <a:pt x="26327" y="210729"/>
                    <a:pt x="58240" y="348024"/>
                    <a:pt x="58240" y="348024"/>
                  </a:cubicBezTo>
                  <a:cubicBezTo>
                    <a:pt x="58240" y="348024"/>
                    <a:pt x="76263" y="349663"/>
                    <a:pt x="76263" y="345269"/>
                  </a:cubicBezTo>
                  <a:cubicBezTo>
                    <a:pt x="76263" y="323075"/>
                    <a:pt x="65166" y="235715"/>
                    <a:pt x="62410" y="194121"/>
                  </a:cubicBezTo>
                  <a:cubicBezTo>
                    <a:pt x="59655" y="152526"/>
                    <a:pt x="31913" y="0"/>
                    <a:pt x="31913" y="0"/>
                  </a:cubicBezTo>
                  <a:cubicBezTo>
                    <a:pt x="31913" y="0"/>
                    <a:pt x="8304" y="11060"/>
                    <a:pt x="0" y="15230"/>
                  </a:cubicBezTo>
                  <a:close/>
                </a:path>
              </a:pathLst>
            </a:custGeom>
            <a:solidFill>
              <a:srgbClr val="E7F0F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AFB4C972-37C9-3EFC-050C-C8F83F6AA0B7}"/>
                </a:ext>
              </a:extLst>
            </p:cNvPr>
            <p:cNvSpPr/>
            <p:nvPr/>
          </p:nvSpPr>
          <p:spPr>
            <a:xfrm>
              <a:off x="5594166" y="4782416"/>
              <a:ext cx="271306" cy="338775"/>
            </a:xfrm>
            <a:custGeom>
              <a:avLst/>
              <a:gdLst>
                <a:gd name="connsiteX0" fmla="*/ 116335 w 271306"/>
                <a:gd name="connsiteY0" fmla="*/ 0 h 338775"/>
                <a:gd name="connsiteX1" fmla="*/ 142364 w 271306"/>
                <a:gd name="connsiteY1" fmla="*/ 27928 h 338775"/>
                <a:gd name="connsiteX2" fmla="*/ 174090 w 271306"/>
                <a:gd name="connsiteY2" fmla="*/ 93802 h 338775"/>
                <a:gd name="connsiteX3" fmla="*/ 213860 w 271306"/>
                <a:gd name="connsiteY3" fmla="*/ 117076 h 338775"/>
                <a:gd name="connsiteX4" fmla="*/ 189768 w 271306"/>
                <a:gd name="connsiteY4" fmla="*/ 93541 h 338775"/>
                <a:gd name="connsiteX5" fmla="*/ 173979 w 271306"/>
                <a:gd name="connsiteY5" fmla="*/ 55186 h 338775"/>
                <a:gd name="connsiteX6" fmla="*/ 199263 w 271306"/>
                <a:gd name="connsiteY6" fmla="*/ 89371 h 338775"/>
                <a:gd name="connsiteX7" fmla="*/ 232665 w 271306"/>
                <a:gd name="connsiteY7" fmla="*/ 119571 h 338775"/>
                <a:gd name="connsiteX8" fmla="*/ 260557 w 271306"/>
                <a:gd name="connsiteY8" fmla="*/ 176619 h 338775"/>
                <a:gd name="connsiteX9" fmla="*/ 269792 w 271306"/>
                <a:gd name="connsiteY9" fmla="*/ 220336 h 338775"/>
                <a:gd name="connsiteX10" fmla="*/ 265882 w 271306"/>
                <a:gd name="connsiteY10" fmla="*/ 236199 h 338775"/>
                <a:gd name="connsiteX11" fmla="*/ 262009 w 271306"/>
                <a:gd name="connsiteY11" fmla="*/ 239737 h 338775"/>
                <a:gd name="connsiteX12" fmla="*/ 239480 w 271306"/>
                <a:gd name="connsiteY12" fmla="*/ 293248 h 338775"/>
                <a:gd name="connsiteX13" fmla="*/ 209615 w 271306"/>
                <a:gd name="connsiteY13" fmla="*/ 319761 h 338775"/>
                <a:gd name="connsiteX14" fmla="*/ 164632 w 271306"/>
                <a:gd name="connsiteY14" fmla="*/ 338752 h 338775"/>
                <a:gd name="connsiteX15" fmla="*/ 111792 w 271306"/>
                <a:gd name="connsiteY15" fmla="*/ 326203 h 338775"/>
                <a:gd name="connsiteX16" fmla="*/ 64313 w 271306"/>
                <a:gd name="connsiteY16" fmla="*/ 285279 h 338775"/>
                <a:gd name="connsiteX17" fmla="*/ 44913 w 271306"/>
                <a:gd name="connsiteY17" fmla="*/ 227262 h 338775"/>
                <a:gd name="connsiteX18" fmla="*/ 24990 w 271306"/>
                <a:gd name="connsiteY18" fmla="*/ 227970 h 338775"/>
                <a:gd name="connsiteX19" fmla="*/ 4845 w 271306"/>
                <a:gd name="connsiteY19" fmla="*/ 188572 h 338775"/>
                <a:gd name="connsiteX20" fmla="*/ 749 w 271306"/>
                <a:gd name="connsiteY20" fmla="*/ 139642 h 338775"/>
                <a:gd name="connsiteX21" fmla="*/ 18548 w 271306"/>
                <a:gd name="connsiteY21" fmla="*/ 133013 h 338775"/>
                <a:gd name="connsiteX22" fmla="*/ 22719 w 271306"/>
                <a:gd name="connsiteY22" fmla="*/ 157218 h 338775"/>
                <a:gd name="connsiteX23" fmla="*/ 31991 w 271306"/>
                <a:gd name="connsiteY23" fmla="*/ 176246 h 338775"/>
                <a:gd name="connsiteX24" fmla="*/ 38954 w 271306"/>
                <a:gd name="connsiteY24" fmla="*/ 136849 h 338775"/>
                <a:gd name="connsiteX25" fmla="*/ 55302 w 271306"/>
                <a:gd name="connsiteY25" fmla="*/ 79428 h 338775"/>
                <a:gd name="connsiteX26" fmla="*/ 75522 w 271306"/>
                <a:gd name="connsiteY26" fmla="*/ 30833 h 338775"/>
                <a:gd name="connsiteX27" fmla="*/ 116335 w 271306"/>
                <a:gd name="connsiteY27" fmla="*/ 0 h 338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71306" h="338775">
                  <a:moveTo>
                    <a:pt x="116335" y="0"/>
                  </a:moveTo>
                  <a:cubicBezTo>
                    <a:pt x="116335" y="0"/>
                    <a:pt x="136555" y="14709"/>
                    <a:pt x="142364" y="27928"/>
                  </a:cubicBezTo>
                  <a:cubicBezTo>
                    <a:pt x="148136" y="41148"/>
                    <a:pt x="157594" y="74066"/>
                    <a:pt x="174090" y="93802"/>
                  </a:cubicBezTo>
                  <a:cubicBezTo>
                    <a:pt x="190624" y="113538"/>
                    <a:pt x="213860" y="117076"/>
                    <a:pt x="213860" y="117076"/>
                  </a:cubicBezTo>
                  <a:cubicBezTo>
                    <a:pt x="213860" y="117076"/>
                    <a:pt x="203471" y="113613"/>
                    <a:pt x="189768" y="93541"/>
                  </a:cubicBezTo>
                  <a:cubicBezTo>
                    <a:pt x="176064" y="73470"/>
                    <a:pt x="173979" y="55186"/>
                    <a:pt x="173979" y="55186"/>
                  </a:cubicBezTo>
                  <a:cubicBezTo>
                    <a:pt x="173979" y="55186"/>
                    <a:pt x="186081" y="73880"/>
                    <a:pt x="199263" y="89371"/>
                  </a:cubicBezTo>
                  <a:cubicBezTo>
                    <a:pt x="212445" y="104862"/>
                    <a:pt x="223505" y="114432"/>
                    <a:pt x="232665" y="119571"/>
                  </a:cubicBezTo>
                  <a:cubicBezTo>
                    <a:pt x="241826" y="124709"/>
                    <a:pt x="258844" y="161389"/>
                    <a:pt x="260557" y="176619"/>
                  </a:cubicBezTo>
                  <a:cubicBezTo>
                    <a:pt x="262270" y="191849"/>
                    <a:pt x="266105" y="213037"/>
                    <a:pt x="269792" y="220336"/>
                  </a:cubicBezTo>
                  <a:cubicBezTo>
                    <a:pt x="273478" y="227635"/>
                    <a:pt x="269754" y="232699"/>
                    <a:pt x="265882" y="236199"/>
                  </a:cubicBezTo>
                  <a:cubicBezTo>
                    <a:pt x="262009" y="239737"/>
                    <a:pt x="262009" y="239737"/>
                    <a:pt x="262009" y="239737"/>
                  </a:cubicBezTo>
                  <a:cubicBezTo>
                    <a:pt x="262009" y="239737"/>
                    <a:pt x="255939" y="274405"/>
                    <a:pt x="239480" y="293248"/>
                  </a:cubicBezTo>
                  <a:cubicBezTo>
                    <a:pt x="223058" y="312090"/>
                    <a:pt x="220228" y="312388"/>
                    <a:pt x="209615" y="319761"/>
                  </a:cubicBezTo>
                  <a:cubicBezTo>
                    <a:pt x="199002" y="327134"/>
                    <a:pt x="186118" y="339385"/>
                    <a:pt x="164632" y="338752"/>
                  </a:cubicBezTo>
                  <a:cubicBezTo>
                    <a:pt x="143146" y="338082"/>
                    <a:pt x="129033" y="339683"/>
                    <a:pt x="111792" y="326203"/>
                  </a:cubicBezTo>
                  <a:cubicBezTo>
                    <a:pt x="94550" y="312723"/>
                    <a:pt x="79581" y="306690"/>
                    <a:pt x="64313" y="285279"/>
                  </a:cubicBezTo>
                  <a:cubicBezTo>
                    <a:pt x="49046" y="263867"/>
                    <a:pt x="44913" y="227262"/>
                    <a:pt x="44913" y="227262"/>
                  </a:cubicBezTo>
                  <a:cubicBezTo>
                    <a:pt x="44913" y="227262"/>
                    <a:pt x="39066" y="238732"/>
                    <a:pt x="24990" y="227970"/>
                  </a:cubicBezTo>
                  <a:cubicBezTo>
                    <a:pt x="20782" y="224767"/>
                    <a:pt x="9537" y="205031"/>
                    <a:pt x="4845" y="188572"/>
                  </a:cubicBezTo>
                  <a:cubicBezTo>
                    <a:pt x="115" y="172113"/>
                    <a:pt x="-927" y="147052"/>
                    <a:pt x="749" y="139642"/>
                  </a:cubicBezTo>
                  <a:cubicBezTo>
                    <a:pt x="3616" y="126981"/>
                    <a:pt x="12069" y="126013"/>
                    <a:pt x="18548" y="133013"/>
                  </a:cubicBezTo>
                  <a:cubicBezTo>
                    <a:pt x="25065" y="139977"/>
                    <a:pt x="19591" y="142174"/>
                    <a:pt x="22719" y="157218"/>
                  </a:cubicBezTo>
                  <a:cubicBezTo>
                    <a:pt x="25847" y="172299"/>
                    <a:pt x="27448" y="173677"/>
                    <a:pt x="31991" y="176246"/>
                  </a:cubicBezTo>
                  <a:cubicBezTo>
                    <a:pt x="36571" y="178816"/>
                    <a:pt x="35603" y="144967"/>
                    <a:pt x="38954" y="136849"/>
                  </a:cubicBezTo>
                  <a:cubicBezTo>
                    <a:pt x="42306" y="128768"/>
                    <a:pt x="53142" y="98196"/>
                    <a:pt x="55302" y="79428"/>
                  </a:cubicBezTo>
                  <a:cubicBezTo>
                    <a:pt x="57462" y="60660"/>
                    <a:pt x="65803" y="45840"/>
                    <a:pt x="75522" y="30833"/>
                  </a:cubicBezTo>
                  <a:cubicBezTo>
                    <a:pt x="85278" y="15863"/>
                    <a:pt x="116335" y="0"/>
                    <a:pt x="116335" y="0"/>
                  </a:cubicBezTo>
                  <a:close/>
                </a:path>
              </a:pathLst>
            </a:custGeom>
            <a:solidFill>
              <a:srgbClr val="EEB37C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502" name="Graphic 501">
            <a:extLst>
              <a:ext uri="{FF2B5EF4-FFF2-40B4-BE49-F238E27FC236}">
                <a16:creationId xmlns:a16="http://schemas.microsoft.com/office/drawing/2014/main" id="{89F8D551-C2ED-D9FF-F2B6-4471519A75A4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 flipH="1">
            <a:off x="16364446" y="-1403202"/>
            <a:ext cx="1558641" cy="27875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03" name="Graphic 502">
            <a:extLst>
              <a:ext uri="{FF2B5EF4-FFF2-40B4-BE49-F238E27FC236}">
                <a16:creationId xmlns:a16="http://schemas.microsoft.com/office/drawing/2014/main" id="{85D153B4-82EA-C4FE-C7F8-12C0F5ABCF61}"/>
              </a:ext>
            </a:extLst>
          </p:cNvPr>
          <p:cNvPicPr>
            <a:picLocks noChangeAspect="1"/>
          </p:cNvPicPr>
          <p:nvPr/>
        </p:nvPicPr>
        <p:blipFill>
          <a:blip r:embed="rId81">
            <a:extLs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>
            <a:off x="15463351" y="-6766833"/>
            <a:ext cx="1379135" cy="25862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504" name="Graphic 161">
            <a:extLst>
              <a:ext uri="{FF2B5EF4-FFF2-40B4-BE49-F238E27FC236}">
                <a16:creationId xmlns:a16="http://schemas.microsoft.com/office/drawing/2014/main" id="{84302C80-2EA1-1E50-2EE6-692BC5D99C1F}"/>
              </a:ext>
            </a:extLst>
          </p:cNvPr>
          <p:cNvGrpSpPr/>
          <p:nvPr/>
        </p:nvGrpSpPr>
        <p:grpSpPr>
          <a:xfrm>
            <a:off x="16802318" y="-6747770"/>
            <a:ext cx="902207" cy="2548139"/>
            <a:chOff x="7558925" y="1554974"/>
            <a:chExt cx="1104356" cy="311907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5EC9EF45-5565-D34F-BBCB-123803F74E7A}"/>
                </a:ext>
              </a:extLst>
            </p:cNvPr>
            <p:cNvSpPr/>
            <p:nvPr/>
          </p:nvSpPr>
          <p:spPr>
            <a:xfrm>
              <a:off x="7558925" y="4515098"/>
              <a:ext cx="319569" cy="158953"/>
            </a:xfrm>
            <a:custGeom>
              <a:avLst/>
              <a:gdLst>
                <a:gd name="connsiteX0" fmla="*/ 97837 w 319569"/>
                <a:gd name="connsiteY0" fmla="*/ 20786 h 158953"/>
                <a:gd name="connsiteX1" fmla="*/ 17444 w 319569"/>
                <a:gd name="connsiteY1" fmla="*/ 66012 h 158953"/>
                <a:gd name="connsiteX2" fmla="*/ 587 w 319569"/>
                <a:gd name="connsiteY2" fmla="*/ 112063 h 158953"/>
                <a:gd name="connsiteX3" fmla="*/ 16383 w 319569"/>
                <a:gd name="connsiteY3" fmla="*/ 150845 h 158953"/>
                <a:gd name="connsiteX4" fmla="*/ 122670 w 319569"/>
                <a:gd name="connsiteY4" fmla="*/ 155167 h 158953"/>
                <a:gd name="connsiteX5" fmla="*/ 198820 w 319569"/>
                <a:gd name="connsiteY5" fmla="*/ 127859 h 158953"/>
                <a:gd name="connsiteX6" fmla="*/ 273712 w 319569"/>
                <a:gd name="connsiteY6" fmla="*/ 112495 h 158953"/>
                <a:gd name="connsiteX7" fmla="*/ 319488 w 319569"/>
                <a:gd name="connsiteY7" fmla="*/ 79018 h 158953"/>
                <a:gd name="connsiteX8" fmla="*/ 310883 w 319569"/>
                <a:gd name="connsiteY8" fmla="*/ 0 h 158953"/>
                <a:gd name="connsiteX9" fmla="*/ 97837 w 319569"/>
                <a:gd name="connsiteY9" fmla="*/ 20786 h 158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9569" h="158953">
                  <a:moveTo>
                    <a:pt x="97837" y="20786"/>
                  </a:moveTo>
                  <a:cubicBezTo>
                    <a:pt x="97837" y="20786"/>
                    <a:pt x="28956" y="57367"/>
                    <a:pt x="17444" y="66012"/>
                  </a:cubicBezTo>
                  <a:cubicBezTo>
                    <a:pt x="5931" y="74656"/>
                    <a:pt x="-2321" y="93360"/>
                    <a:pt x="587" y="112063"/>
                  </a:cubicBezTo>
                  <a:cubicBezTo>
                    <a:pt x="3455" y="130727"/>
                    <a:pt x="7778" y="146523"/>
                    <a:pt x="16383" y="150845"/>
                  </a:cubicBezTo>
                  <a:cubicBezTo>
                    <a:pt x="25027" y="155167"/>
                    <a:pt x="77758" y="164008"/>
                    <a:pt x="122670" y="155167"/>
                  </a:cubicBezTo>
                  <a:cubicBezTo>
                    <a:pt x="148093" y="150177"/>
                    <a:pt x="179487" y="145187"/>
                    <a:pt x="198820" y="127859"/>
                  </a:cubicBezTo>
                  <a:cubicBezTo>
                    <a:pt x="217798" y="110884"/>
                    <a:pt x="253122" y="113360"/>
                    <a:pt x="273712" y="112495"/>
                  </a:cubicBezTo>
                  <a:cubicBezTo>
                    <a:pt x="303849" y="111238"/>
                    <a:pt x="320903" y="100550"/>
                    <a:pt x="319488" y="79018"/>
                  </a:cubicBezTo>
                  <a:cubicBezTo>
                    <a:pt x="318073" y="57485"/>
                    <a:pt x="310883" y="0"/>
                    <a:pt x="310883" y="0"/>
                  </a:cubicBezTo>
                  <a:lnTo>
                    <a:pt x="97837" y="20786"/>
                  </a:lnTo>
                  <a:close/>
                </a:path>
              </a:pathLst>
            </a:custGeom>
            <a:solidFill>
              <a:srgbClr val="313234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8343AB58-0A9E-BCFE-CE04-4E8B61AD6E87}"/>
                </a:ext>
              </a:extLst>
            </p:cNvPr>
            <p:cNvSpPr/>
            <p:nvPr/>
          </p:nvSpPr>
          <p:spPr>
            <a:xfrm>
              <a:off x="8083685" y="4428850"/>
              <a:ext cx="228741" cy="229456"/>
            </a:xfrm>
            <a:custGeom>
              <a:avLst/>
              <a:gdLst>
                <a:gd name="connsiteX0" fmla="*/ 111 w 228741"/>
                <a:gd name="connsiteY0" fmla="*/ 134656 h 229456"/>
                <a:gd name="connsiteX1" fmla="*/ 25927 w 228741"/>
                <a:gd name="connsiteY1" fmla="*/ 160904 h 229456"/>
                <a:gd name="connsiteX2" fmla="*/ 41722 w 228741"/>
                <a:gd name="connsiteY2" fmla="*/ 181022 h 229456"/>
                <a:gd name="connsiteX3" fmla="*/ 81958 w 228741"/>
                <a:gd name="connsiteY3" fmla="*/ 225541 h 229456"/>
                <a:gd name="connsiteX4" fmla="*/ 219916 w 228741"/>
                <a:gd name="connsiteY4" fmla="*/ 202476 h 229456"/>
                <a:gd name="connsiteX5" fmla="*/ 222745 w 228741"/>
                <a:gd name="connsiteY5" fmla="*/ 142240 h 229456"/>
                <a:gd name="connsiteX6" fmla="*/ 166713 w 228741"/>
                <a:gd name="connsiteY6" fmla="*/ 50295 h 229456"/>
                <a:gd name="connsiteX7" fmla="*/ 48952 w 228741"/>
                <a:gd name="connsiteY7" fmla="*/ 0 h 229456"/>
                <a:gd name="connsiteX8" fmla="*/ 111 w 228741"/>
                <a:gd name="connsiteY8" fmla="*/ 134656 h 229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8741" h="229456">
                  <a:moveTo>
                    <a:pt x="111" y="134656"/>
                  </a:moveTo>
                  <a:cubicBezTo>
                    <a:pt x="-1303" y="144558"/>
                    <a:pt x="10956" y="154421"/>
                    <a:pt x="25927" y="160904"/>
                  </a:cubicBezTo>
                  <a:cubicBezTo>
                    <a:pt x="36811" y="165619"/>
                    <a:pt x="40308" y="172417"/>
                    <a:pt x="41722" y="181022"/>
                  </a:cubicBezTo>
                  <a:cubicBezTo>
                    <a:pt x="43176" y="189666"/>
                    <a:pt x="43176" y="218350"/>
                    <a:pt x="81958" y="225541"/>
                  </a:cubicBezTo>
                  <a:cubicBezTo>
                    <a:pt x="120740" y="232732"/>
                    <a:pt x="201055" y="232614"/>
                    <a:pt x="219916" y="202476"/>
                  </a:cubicBezTo>
                  <a:cubicBezTo>
                    <a:pt x="232529" y="182319"/>
                    <a:pt x="229896" y="163773"/>
                    <a:pt x="222745" y="142240"/>
                  </a:cubicBezTo>
                  <a:cubicBezTo>
                    <a:pt x="215554" y="120708"/>
                    <a:pt x="166713" y="50295"/>
                    <a:pt x="166713" y="50295"/>
                  </a:cubicBezTo>
                  <a:lnTo>
                    <a:pt x="48952" y="0"/>
                  </a:lnTo>
                  <a:cubicBezTo>
                    <a:pt x="48952" y="39"/>
                    <a:pt x="819" y="129784"/>
                    <a:pt x="111" y="134656"/>
                  </a:cubicBezTo>
                  <a:close/>
                </a:path>
              </a:pathLst>
            </a:custGeom>
            <a:solidFill>
              <a:srgbClr val="313234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272E2925-AEAE-6A13-6314-72CCBF96FE1E}"/>
                </a:ext>
              </a:extLst>
            </p:cNvPr>
            <p:cNvSpPr/>
            <p:nvPr/>
          </p:nvSpPr>
          <p:spPr>
            <a:xfrm>
              <a:off x="7592522" y="3094543"/>
              <a:ext cx="886246" cy="1545587"/>
            </a:xfrm>
            <a:custGeom>
              <a:avLst/>
              <a:gdLst>
                <a:gd name="connsiteX0" fmla="*/ 211156 w 886246"/>
                <a:gd name="connsiteY0" fmla="*/ 0 h 1545587"/>
                <a:gd name="connsiteX1" fmla="*/ 188170 w 886246"/>
                <a:gd name="connsiteY1" fmla="*/ 114892 h 1545587"/>
                <a:gd name="connsiteX2" fmla="*/ 191038 w 886246"/>
                <a:gd name="connsiteY2" fmla="*/ 294421 h 1545587"/>
                <a:gd name="connsiteX3" fmla="*/ 193592 w 886246"/>
                <a:gd name="connsiteY3" fmla="*/ 415797 h 1545587"/>
                <a:gd name="connsiteX4" fmla="*/ 198229 w 886246"/>
                <a:gd name="connsiteY4" fmla="*/ 583106 h 1545587"/>
                <a:gd name="connsiteX5" fmla="*/ 191038 w 886246"/>
                <a:gd name="connsiteY5" fmla="*/ 664992 h 1545587"/>
                <a:gd name="connsiteX6" fmla="*/ 145105 w 886246"/>
                <a:gd name="connsiteY6" fmla="*/ 744010 h 1545587"/>
                <a:gd name="connsiteX7" fmla="*/ 153749 w 886246"/>
                <a:gd name="connsiteY7" fmla="*/ 822989 h 1545587"/>
                <a:gd name="connsiteX8" fmla="*/ 146558 w 886246"/>
                <a:gd name="connsiteY8" fmla="*/ 973795 h 1545587"/>
                <a:gd name="connsiteX9" fmla="*/ 135046 w 886246"/>
                <a:gd name="connsiteY9" fmla="*/ 1088687 h 1545587"/>
                <a:gd name="connsiteX10" fmla="*/ 63218 w 886246"/>
                <a:gd name="connsiteY10" fmla="*/ 1183501 h 1545587"/>
                <a:gd name="connsiteX11" fmla="*/ 51745 w 886246"/>
                <a:gd name="connsiteY11" fmla="*/ 1251006 h 1545587"/>
                <a:gd name="connsiteX12" fmla="*/ 60350 w 886246"/>
                <a:gd name="connsiteY12" fmla="*/ 1325702 h 1545587"/>
                <a:gd name="connsiteX13" fmla="*/ 35949 w 886246"/>
                <a:gd name="connsiteY13" fmla="*/ 1403266 h 1545587"/>
                <a:gd name="connsiteX14" fmla="*/ 192 w 886246"/>
                <a:gd name="connsiteY14" fmla="*/ 1471439 h 1545587"/>
                <a:gd name="connsiteX15" fmla="*/ 44554 w 886246"/>
                <a:gd name="connsiteY15" fmla="*/ 1469357 h 1545587"/>
                <a:gd name="connsiteX16" fmla="*/ 116381 w 886246"/>
                <a:gd name="connsiteY16" fmla="*/ 1513914 h 1545587"/>
                <a:gd name="connsiteX17" fmla="*/ 182472 w 886246"/>
                <a:gd name="connsiteY17" fmla="*/ 1545506 h 1545587"/>
                <a:gd name="connsiteX18" fmla="*/ 262905 w 886246"/>
                <a:gd name="connsiteY18" fmla="*/ 1518237 h 1545587"/>
                <a:gd name="connsiteX19" fmla="*/ 294496 w 886246"/>
                <a:gd name="connsiteY19" fmla="*/ 1485191 h 1545587"/>
                <a:gd name="connsiteX20" fmla="*/ 316068 w 886246"/>
                <a:gd name="connsiteY20" fmla="*/ 1413364 h 1545587"/>
                <a:gd name="connsiteX21" fmla="*/ 364909 w 886246"/>
                <a:gd name="connsiteY21" fmla="*/ 1240986 h 1545587"/>
                <a:gd name="connsiteX22" fmla="*/ 399369 w 886246"/>
                <a:gd name="connsiteY22" fmla="*/ 1070063 h 1545587"/>
                <a:gd name="connsiteX23" fmla="*/ 425381 w 886246"/>
                <a:gd name="connsiteY23" fmla="*/ 775641 h 1545587"/>
                <a:gd name="connsiteX24" fmla="*/ 456815 w 886246"/>
                <a:gd name="connsiteY24" fmla="*/ 642006 h 1545587"/>
                <a:gd name="connsiteX25" fmla="*/ 488406 w 886246"/>
                <a:gd name="connsiteY25" fmla="*/ 400709 h 1545587"/>
                <a:gd name="connsiteX26" fmla="*/ 515715 w 886246"/>
                <a:gd name="connsiteY26" fmla="*/ 265698 h 1545587"/>
                <a:gd name="connsiteX27" fmla="*/ 524320 w 886246"/>
                <a:gd name="connsiteY27" fmla="*/ 315993 h 1545587"/>
                <a:gd name="connsiteX28" fmla="*/ 532965 w 886246"/>
                <a:gd name="connsiteY28" fmla="*/ 399294 h 1545587"/>
                <a:gd name="connsiteX29" fmla="*/ 540155 w 886246"/>
                <a:gd name="connsiteY29" fmla="*/ 603263 h 1545587"/>
                <a:gd name="connsiteX30" fmla="*/ 544084 w 886246"/>
                <a:gd name="connsiteY30" fmla="*/ 768136 h 1545587"/>
                <a:gd name="connsiteX31" fmla="*/ 543023 w 886246"/>
                <a:gd name="connsiteY31" fmla="*/ 889080 h 1545587"/>
                <a:gd name="connsiteX32" fmla="*/ 523377 w 886246"/>
                <a:gd name="connsiteY32" fmla="*/ 1078982 h 1545587"/>
                <a:gd name="connsiteX33" fmla="*/ 470607 w 886246"/>
                <a:gd name="connsiteY33" fmla="*/ 1267352 h 1545587"/>
                <a:gd name="connsiteX34" fmla="*/ 463259 w 886246"/>
                <a:gd name="connsiteY34" fmla="*/ 1386763 h 1545587"/>
                <a:gd name="connsiteX35" fmla="*/ 469939 w 886246"/>
                <a:gd name="connsiteY35" fmla="*/ 1443816 h 1545587"/>
                <a:gd name="connsiteX36" fmla="*/ 496304 w 886246"/>
                <a:gd name="connsiteY36" fmla="*/ 1472696 h 1545587"/>
                <a:gd name="connsiteX37" fmla="*/ 611904 w 886246"/>
                <a:gd name="connsiteY37" fmla="*/ 1439180 h 1545587"/>
                <a:gd name="connsiteX38" fmla="*/ 701020 w 886246"/>
                <a:gd name="connsiteY38" fmla="*/ 1458904 h 1545587"/>
                <a:gd name="connsiteX39" fmla="*/ 715323 w 886246"/>
                <a:gd name="connsiteY39" fmla="*/ 1432028 h 1545587"/>
                <a:gd name="connsiteX40" fmla="*/ 702395 w 886246"/>
                <a:gd name="connsiteY40" fmla="*/ 1384641 h 1545587"/>
                <a:gd name="connsiteX41" fmla="*/ 728250 w 886246"/>
                <a:gd name="connsiteY41" fmla="*/ 1265426 h 1545587"/>
                <a:gd name="connsiteX42" fmla="*/ 759842 w 886246"/>
                <a:gd name="connsiteY42" fmla="*/ 956624 h 1545587"/>
                <a:gd name="connsiteX43" fmla="*/ 795755 w 886246"/>
                <a:gd name="connsiteY43" fmla="*/ 765582 h 1545587"/>
                <a:gd name="connsiteX44" fmla="*/ 850333 w 886246"/>
                <a:gd name="connsiteY44" fmla="*/ 429471 h 1545587"/>
                <a:gd name="connsiteX45" fmla="*/ 883378 w 886246"/>
                <a:gd name="connsiteY45" fmla="*/ 139332 h 1545587"/>
                <a:gd name="connsiteX46" fmla="*/ 886247 w 886246"/>
                <a:gd name="connsiteY46" fmla="*/ 54578 h 1545587"/>
                <a:gd name="connsiteX47" fmla="*/ 211156 w 886246"/>
                <a:gd name="connsiteY47" fmla="*/ 0 h 154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886246" h="1545587">
                  <a:moveTo>
                    <a:pt x="211156" y="0"/>
                  </a:moveTo>
                  <a:cubicBezTo>
                    <a:pt x="211156" y="0"/>
                    <a:pt x="188170" y="66091"/>
                    <a:pt x="188170" y="114892"/>
                  </a:cubicBezTo>
                  <a:cubicBezTo>
                    <a:pt x="188170" y="163733"/>
                    <a:pt x="193592" y="240590"/>
                    <a:pt x="191038" y="294421"/>
                  </a:cubicBezTo>
                  <a:cubicBezTo>
                    <a:pt x="190095" y="314972"/>
                    <a:pt x="190724" y="395679"/>
                    <a:pt x="193592" y="415797"/>
                  </a:cubicBezTo>
                  <a:cubicBezTo>
                    <a:pt x="196460" y="435915"/>
                    <a:pt x="202511" y="558705"/>
                    <a:pt x="198229" y="583106"/>
                  </a:cubicBezTo>
                  <a:cubicBezTo>
                    <a:pt x="193906" y="607546"/>
                    <a:pt x="195753" y="655994"/>
                    <a:pt x="191038" y="664992"/>
                  </a:cubicBezTo>
                  <a:cubicBezTo>
                    <a:pt x="178543" y="688961"/>
                    <a:pt x="154024" y="711594"/>
                    <a:pt x="145105" y="744010"/>
                  </a:cubicBezTo>
                  <a:cubicBezTo>
                    <a:pt x="140075" y="762203"/>
                    <a:pt x="158032" y="801457"/>
                    <a:pt x="153749" y="822989"/>
                  </a:cubicBezTo>
                  <a:cubicBezTo>
                    <a:pt x="149427" y="844521"/>
                    <a:pt x="146558" y="933598"/>
                    <a:pt x="146558" y="973795"/>
                  </a:cubicBezTo>
                  <a:cubicBezTo>
                    <a:pt x="146558" y="1014031"/>
                    <a:pt x="149427" y="1067155"/>
                    <a:pt x="135046" y="1088687"/>
                  </a:cubicBezTo>
                  <a:cubicBezTo>
                    <a:pt x="120704" y="1110259"/>
                    <a:pt x="76146" y="1169120"/>
                    <a:pt x="63218" y="1183501"/>
                  </a:cubicBezTo>
                  <a:cubicBezTo>
                    <a:pt x="50291" y="1197882"/>
                    <a:pt x="44554" y="1225151"/>
                    <a:pt x="51745" y="1251006"/>
                  </a:cubicBezTo>
                  <a:cubicBezTo>
                    <a:pt x="58896" y="1276861"/>
                    <a:pt x="69780" y="1309513"/>
                    <a:pt x="60350" y="1325702"/>
                  </a:cubicBezTo>
                  <a:cubicBezTo>
                    <a:pt x="37246" y="1365309"/>
                    <a:pt x="44554" y="1383148"/>
                    <a:pt x="35949" y="1403266"/>
                  </a:cubicBezTo>
                  <a:cubicBezTo>
                    <a:pt x="27344" y="1423384"/>
                    <a:pt x="-2676" y="1462795"/>
                    <a:pt x="192" y="1471439"/>
                  </a:cubicBezTo>
                  <a:cubicBezTo>
                    <a:pt x="3061" y="1480044"/>
                    <a:pt x="21568" y="1465034"/>
                    <a:pt x="44554" y="1469357"/>
                  </a:cubicBezTo>
                  <a:cubicBezTo>
                    <a:pt x="67540" y="1473679"/>
                    <a:pt x="93395" y="1498080"/>
                    <a:pt x="116381" y="1513914"/>
                  </a:cubicBezTo>
                  <a:cubicBezTo>
                    <a:pt x="139368" y="1529710"/>
                    <a:pt x="153749" y="1546921"/>
                    <a:pt x="182472" y="1545506"/>
                  </a:cubicBezTo>
                  <a:cubicBezTo>
                    <a:pt x="211195" y="1544092"/>
                    <a:pt x="244240" y="1529710"/>
                    <a:pt x="262905" y="1518237"/>
                  </a:cubicBezTo>
                  <a:cubicBezTo>
                    <a:pt x="281569" y="1506763"/>
                    <a:pt x="291628" y="1508178"/>
                    <a:pt x="294496" y="1485191"/>
                  </a:cubicBezTo>
                  <a:cubicBezTo>
                    <a:pt x="297364" y="1462205"/>
                    <a:pt x="310292" y="1427745"/>
                    <a:pt x="316068" y="1413364"/>
                  </a:cubicBezTo>
                  <a:cubicBezTo>
                    <a:pt x="321805" y="1399022"/>
                    <a:pt x="359172" y="1279768"/>
                    <a:pt x="364909" y="1240986"/>
                  </a:cubicBezTo>
                  <a:cubicBezTo>
                    <a:pt x="370646" y="1202204"/>
                    <a:pt x="396500" y="1126094"/>
                    <a:pt x="399369" y="1070063"/>
                  </a:cubicBezTo>
                  <a:cubicBezTo>
                    <a:pt x="402237" y="1014031"/>
                    <a:pt x="417090" y="801339"/>
                    <a:pt x="425381" y="775641"/>
                  </a:cubicBezTo>
                  <a:cubicBezTo>
                    <a:pt x="442355" y="722871"/>
                    <a:pt x="451078" y="683696"/>
                    <a:pt x="456815" y="642006"/>
                  </a:cubicBezTo>
                  <a:cubicBezTo>
                    <a:pt x="462552" y="600356"/>
                    <a:pt x="479801" y="449510"/>
                    <a:pt x="488406" y="400709"/>
                  </a:cubicBezTo>
                  <a:cubicBezTo>
                    <a:pt x="497012" y="351868"/>
                    <a:pt x="515715" y="265698"/>
                    <a:pt x="515715" y="265698"/>
                  </a:cubicBezTo>
                  <a:cubicBezTo>
                    <a:pt x="515715" y="265698"/>
                    <a:pt x="518583" y="298744"/>
                    <a:pt x="524320" y="315993"/>
                  </a:cubicBezTo>
                  <a:cubicBezTo>
                    <a:pt x="530096" y="333243"/>
                    <a:pt x="535833" y="366249"/>
                    <a:pt x="532965" y="399294"/>
                  </a:cubicBezTo>
                  <a:cubicBezTo>
                    <a:pt x="530096" y="432339"/>
                    <a:pt x="541570" y="567350"/>
                    <a:pt x="540155" y="603263"/>
                  </a:cubicBezTo>
                  <a:cubicBezTo>
                    <a:pt x="538701" y="639177"/>
                    <a:pt x="541255" y="739177"/>
                    <a:pt x="544084" y="768136"/>
                  </a:cubicBezTo>
                  <a:cubicBezTo>
                    <a:pt x="547031" y="798038"/>
                    <a:pt x="545892" y="837409"/>
                    <a:pt x="543023" y="889080"/>
                  </a:cubicBezTo>
                  <a:cubicBezTo>
                    <a:pt x="540155" y="940789"/>
                    <a:pt x="528564" y="1045897"/>
                    <a:pt x="523377" y="1078982"/>
                  </a:cubicBezTo>
                  <a:cubicBezTo>
                    <a:pt x="515243" y="1130691"/>
                    <a:pt x="474811" y="1253560"/>
                    <a:pt x="470607" y="1267352"/>
                  </a:cubicBezTo>
                  <a:cubicBezTo>
                    <a:pt x="457404" y="1310692"/>
                    <a:pt x="466167" y="1355171"/>
                    <a:pt x="463259" y="1386763"/>
                  </a:cubicBezTo>
                  <a:cubicBezTo>
                    <a:pt x="460391" y="1418354"/>
                    <a:pt x="464202" y="1430889"/>
                    <a:pt x="469939" y="1443816"/>
                  </a:cubicBezTo>
                  <a:cubicBezTo>
                    <a:pt x="475676" y="1456743"/>
                    <a:pt x="482748" y="1483345"/>
                    <a:pt x="496304" y="1472696"/>
                  </a:cubicBezTo>
                  <a:cubicBezTo>
                    <a:pt x="506363" y="1464798"/>
                    <a:pt x="550135" y="1436311"/>
                    <a:pt x="611904" y="1439180"/>
                  </a:cubicBezTo>
                  <a:cubicBezTo>
                    <a:pt x="636305" y="1440319"/>
                    <a:pt x="680942" y="1442559"/>
                    <a:pt x="701020" y="1458904"/>
                  </a:cubicBezTo>
                  <a:cubicBezTo>
                    <a:pt x="715991" y="1471046"/>
                    <a:pt x="719645" y="1447824"/>
                    <a:pt x="715323" y="1432028"/>
                  </a:cubicBezTo>
                  <a:cubicBezTo>
                    <a:pt x="711001" y="1416232"/>
                    <a:pt x="696659" y="1414818"/>
                    <a:pt x="702395" y="1384641"/>
                  </a:cubicBezTo>
                  <a:cubicBezTo>
                    <a:pt x="708132" y="1354464"/>
                    <a:pt x="728250" y="1307077"/>
                    <a:pt x="728250" y="1265426"/>
                  </a:cubicBezTo>
                  <a:cubicBezTo>
                    <a:pt x="728250" y="1223776"/>
                    <a:pt x="756973" y="993952"/>
                    <a:pt x="759842" y="956624"/>
                  </a:cubicBezTo>
                  <a:cubicBezTo>
                    <a:pt x="762710" y="919296"/>
                    <a:pt x="782828" y="815877"/>
                    <a:pt x="795755" y="765582"/>
                  </a:cubicBezTo>
                  <a:cubicBezTo>
                    <a:pt x="808683" y="715287"/>
                    <a:pt x="838820" y="537212"/>
                    <a:pt x="850333" y="429471"/>
                  </a:cubicBezTo>
                  <a:cubicBezTo>
                    <a:pt x="861846" y="321730"/>
                    <a:pt x="883378" y="188174"/>
                    <a:pt x="883378" y="139332"/>
                  </a:cubicBezTo>
                  <a:cubicBezTo>
                    <a:pt x="883378" y="90491"/>
                    <a:pt x="886247" y="54578"/>
                    <a:pt x="886247" y="54578"/>
                  </a:cubicBezTo>
                  <a:lnTo>
                    <a:pt x="211156" y="0"/>
                  </a:lnTo>
                  <a:close/>
                </a:path>
              </a:pathLst>
            </a:custGeom>
            <a:solidFill>
              <a:srgbClr val="002060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EE66A0C8-9404-5C21-CF3B-21426C476B33}"/>
                </a:ext>
              </a:extLst>
            </p:cNvPr>
            <p:cNvSpPr/>
            <p:nvPr/>
          </p:nvSpPr>
          <p:spPr>
            <a:xfrm>
              <a:off x="7772039" y="2045793"/>
              <a:ext cx="752980" cy="1179387"/>
            </a:xfrm>
            <a:custGeom>
              <a:avLst/>
              <a:gdLst>
                <a:gd name="connsiteX0" fmla="*/ 262720 w 752980"/>
                <a:gd name="connsiteY0" fmla="*/ 3010 h 1179387"/>
                <a:gd name="connsiteX1" fmla="*/ 225785 w 752980"/>
                <a:gd name="connsiteY1" fmla="*/ 1595 h 1179387"/>
                <a:gd name="connsiteX2" fmla="*/ 161855 w 752980"/>
                <a:gd name="connsiteY2" fmla="*/ 24346 h 1179387"/>
                <a:gd name="connsiteX3" fmla="*/ 45352 w 752980"/>
                <a:gd name="connsiteY3" fmla="*/ 61281 h 1179387"/>
                <a:gd name="connsiteX4" fmla="*/ 24055 w 752980"/>
                <a:gd name="connsiteY4" fmla="*/ 115269 h 1179387"/>
                <a:gd name="connsiteX5" fmla="*/ 56747 w 752980"/>
                <a:gd name="connsiteY5" fmla="*/ 434956 h 1179387"/>
                <a:gd name="connsiteX6" fmla="*/ 76629 w 752980"/>
                <a:gd name="connsiteY6" fmla="*/ 507412 h 1179387"/>
                <a:gd name="connsiteX7" fmla="*/ 87985 w 752980"/>
                <a:gd name="connsiteY7" fmla="*/ 643798 h 1179387"/>
                <a:gd name="connsiteX8" fmla="*/ 42523 w 752980"/>
                <a:gd name="connsiteY8" fmla="*/ 883916 h 1179387"/>
                <a:gd name="connsiteX9" fmla="*/ 1305 w 752980"/>
                <a:gd name="connsiteY9" fmla="*/ 1126864 h 1179387"/>
                <a:gd name="connsiteX10" fmla="*/ 325235 w 752980"/>
                <a:gd name="connsiteY10" fmla="*/ 1178023 h 1179387"/>
                <a:gd name="connsiteX11" fmla="*/ 679028 w 752980"/>
                <a:gd name="connsiteY11" fmla="*/ 1149615 h 1179387"/>
                <a:gd name="connsiteX12" fmla="*/ 727319 w 752980"/>
                <a:gd name="connsiteY12" fmla="*/ 1121206 h 1179387"/>
                <a:gd name="connsiteX13" fmla="*/ 704568 w 752980"/>
                <a:gd name="connsiteY13" fmla="*/ 977708 h 1179387"/>
                <a:gd name="connsiteX14" fmla="*/ 666219 w 752980"/>
                <a:gd name="connsiteY14" fmla="*/ 787335 h 1179387"/>
                <a:gd name="connsiteX15" fmla="*/ 673331 w 752980"/>
                <a:gd name="connsiteY15" fmla="*/ 540104 h 1179387"/>
                <a:gd name="connsiteX16" fmla="*/ 694627 w 752980"/>
                <a:gd name="connsiteY16" fmla="*/ 403718 h 1179387"/>
                <a:gd name="connsiteX17" fmla="*/ 752899 w 752980"/>
                <a:gd name="connsiteY17" fmla="*/ 136605 h 1179387"/>
                <a:gd name="connsiteX18" fmla="*/ 710266 w 752980"/>
                <a:gd name="connsiteY18" fmla="*/ 96841 h 1179387"/>
                <a:gd name="connsiteX19" fmla="*/ 603704 w 752980"/>
                <a:gd name="connsiteY19" fmla="*/ 51379 h 1179387"/>
                <a:gd name="connsiteX20" fmla="*/ 515609 w 752980"/>
                <a:gd name="connsiteY20" fmla="*/ 11576 h 1179387"/>
                <a:gd name="connsiteX21" fmla="*/ 262720 w 752980"/>
                <a:gd name="connsiteY21" fmla="*/ 3010 h 1179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52980" h="1179387">
                  <a:moveTo>
                    <a:pt x="262720" y="3010"/>
                  </a:moveTo>
                  <a:cubicBezTo>
                    <a:pt x="262720" y="3010"/>
                    <a:pt x="237140" y="-2688"/>
                    <a:pt x="225785" y="1595"/>
                  </a:cubicBezTo>
                  <a:cubicBezTo>
                    <a:pt x="214429" y="5839"/>
                    <a:pt x="180323" y="20063"/>
                    <a:pt x="161855" y="24346"/>
                  </a:cubicBezTo>
                  <a:cubicBezTo>
                    <a:pt x="143388" y="28629"/>
                    <a:pt x="72346" y="48511"/>
                    <a:pt x="45352" y="61281"/>
                  </a:cubicBezTo>
                  <a:cubicBezTo>
                    <a:pt x="18358" y="74051"/>
                    <a:pt x="24055" y="115269"/>
                    <a:pt x="24055" y="115269"/>
                  </a:cubicBezTo>
                  <a:cubicBezTo>
                    <a:pt x="24055" y="115269"/>
                    <a:pt x="48220" y="412206"/>
                    <a:pt x="56747" y="434956"/>
                  </a:cubicBezTo>
                  <a:cubicBezTo>
                    <a:pt x="65273" y="457667"/>
                    <a:pt x="76040" y="491813"/>
                    <a:pt x="76629" y="507412"/>
                  </a:cubicBezTo>
                  <a:cubicBezTo>
                    <a:pt x="78044" y="544347"/>
                    <a:pt x="96511" y="544347"/>
                    <a:pt x="87985" y="643798"/>
                  </a:cubicBezTo>
                  <a:cubicBezTo>
                    <a:pt x="79458" y="743248"/>
                    <a:pt x="56708" y="828513"/>
                    <a:pt x="42523" y="883916"/>
                  </a:cubicBezTo>
                  <a:cubicBezTo>
                    <a:pt x="28299" y="939319"/>
                    <a:pt x="-7222" y="1109811"/>
                    <a:pt x="1305" y="1126864"/>
                  </a:cubicBezTo>
                  <a:cubicBezTo>
                    <a:pt x="9831" y="1143917"/>
                    <a:pt x="161855" y="1169497"/>
                    <a:pt x="325235" y="1178023"/>
                  </a:cubicBezTo>
                  <a:cubicBezTo>
                    <a:pt x="488654" y="1186550"/>
                    <a:pt x="646337" y="1152444"/>
                    <a:pt x="679028" y="1149615"/>
                  </a:cubicBezTo>
                  <a:cubicBezTo>
                    <a:pt x="711720" y="1146786"/>
                    <a:pt x="725905" y="1129733"/>
                    <a:pt x="727319" y="1121206"/>
                  </a:cubicBezTo>
                  <a:cubicBezTo>
                    <a:pt x="728734" y="1112679"/>
                    <a:pt x="711680" y="1025999"/>
                    <a:pt x="704568" y="977708"/>
                  </a:cubicBezTo>
                  <a:cubicBezTo>
                    <a:pt x="697456" y="929417"/>
                    <a:pt x="666219" y="822816"/>
                    <a:pt x="666219" y="787335"/>
                  </a:cubicBezTo>
                  <a:cubicBezTo>
                    <a:pt x="666219" y="751814"/>
                    <a:pt x="673331" y="574210"/>
                    <a:pt x="673331" y="540104"/>
                  </a:cubicBezTo>
                  <a:cubicBezTo>
                    <a:pt x="673331" y="505998"/>
                    <a:pt x="694627" y="403718"/>
                    <a:pt x="694627" y="403718"/>
                  </a:cubicBezTo>
                  <a:cubicBezTo>
                    <a:pt x="694627" y="403718"/>
                    <a:pt x="751445" y="147961"/>
                    <a:pt x="752899" y="136605"/>
                  </a:cubicBezTo>
                  <a:cubicBezTo>
                    <a:pt x="754313" y="125250"/>
                    <a:pt x="737260" y="112440"/>
                    <a:pt x="710266" y="96841"/>
                  </a:cubicBezTo>
                  <a:cubicBezTo>
                    <a:pt x="683272" y="81203"/>
                    <a:pt x="634981" y="61320"/>
                    <a:pt x="603704" y="51379"/>
                  </a:cubicBezTo>
                  <a:cubicBezTo>
                    <a:pt x="572427" y="41438"/>
                    <a:pt x="529833" y="13029"/>
                    <a:pt x="515609" y="11576"/>
                  </a:cubicBezTo>
                  <a:cubicBezTo>
                    <a:pt x="501424" y="10122"/>
                    <a:pt x="262720" y="3010"/>
                    <a:pt x="262720" y="3010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7F80CEB7-B896-0D9E-91CF-2F789B411BAF}"/>
                </a:ext>
              </a:extLst>
            </p:cNvPr>
            <p:cNvSpPr/>
            <p:nvPr/>
          </p:nvSpPr>
          <p:spPr>
            <a:xfrm>
              <a:off x="7892718" y="2371722"/>
              <a:ext cx="63943" cy="92946"/>
            </a:xfrm>
            <a:custGeom>
              <a:avLst/>
              <a:gdLst>
                <a:gd name="connsiteX0" fmla="*/ 39841 w 63943"/>
                <a:gd name="connsiteY0" fmla="*/ 90363 h 92946"/>
                <a:gd name="connsiteX1" fmla="*/ 26599 w 63943"/>
                <a:gd name="connsiteY1" fmla="*/ 92799 h 92946"/>
                <a:gd name="connsiteX2" fmla="*/ 5577 w 63943"/>
                <a:gd name="connsiteY2" fmla="*/ 76178 h 92946"/>
                <a:gd name="connsiteX3" fmla="*/ 469 w 63943"/>
                <a:gd name="connsiteY3" fmla="*/ 42819 h 92946"/>
                <a:gd name="connsiteX4" fmla="*/ 24084 w 63943"/>
                <a:gd name="connsiteY4" fmla="*/ 2583 h 92946"/>
                <a:gd name="connsiteX5" fmla="*/ 37326 w 63943"/>
                <a:gd name="connsiteY5" fmla="*/ 147 h 92946"/>
                <a:gd name="connsiteX6" fmla="*/ 58348 w 63943"/>
                <a:gd name="connsiteY6" fmla="*/ 16768 h 92946"/>
                <a:gd name="connsiteX7" fmla="*/ 63495 w 63943"/>
                <a:gd name="connsiteY7" fmla="*/ 50127 h 92946"/>
                <a:gd name="connsiteX8" fmla="*/ 39841 w 63943"/>
                <a:gd name="connsiteY8" fmla="*/ 90363 h 92946"/>
                <a:gd name="connsiteX9" fmla="*/ 26599 w 63943"/>
                <a:gd name="connsiteY9" fmla="*/ 7652 h 92946"/>
                <a:gd name="connsiteX10" fmla="*/ 6088 w 63943"/>
                <a:gd name="connsiteY10" fmla="*/ 43487 h 92946"/>
                <a:gd name="connsiteX11" fmla="*/ 10646 w 63943"/>
                <a:gd name="connsiteY11" fmla="*/ 73624 h 92946"/>
                <a:gd name="connsiteX12" fmla="*/ 27267 w 63943"/>
                <a:gd name="connsiteY12" fmla="*/ 87180 h 92946"/>
                <a:gd name="connsiteX13" fmla="*/ 36697 w 63943"/>
                <a:gd name="connsiteY13" fmla="*/ 5726 h 92946"/>
                <a:gd name="connsiteX14" fmla="*/ 26599 w 63943"/>
                <a:gd name="connsiteY14" fmla="*/ 7652 h 92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943" h="92946">
                  <a:moveTo>
                    <a:pt x="39841" y="90363"/>
                  </a:moveTo>
                  <a:cubicBezTo>
                    <a:pt x="35518" y="92485"/>
                    <a:pt x="31078" y="93310"/>
                    <a:pt x="26599" y="92799"/>
                  </a:cubicBezTo>
                  <a:cubicBezTo>
                    <a:pt x="17955" y="91817"/>
                    <a:pt x="10489" y="85884"/>
                    <a:pt x="5577" y="76178"/>
                  </a:cubicBezTo>
                  <a:cubicBezTo>
                    <a:pt x="862" y="66827"/>
                    <a:pt x="-945" y="55000"/>
                    <a:pt x="469" y="42819"/>
                  </a:cubicBezTo>
                  <a:cubicBezTo>
                    <a:pt x="2591" y="24430"/>
                    <a:pt x="11864" y="8634"/>
                    <a:pt x="24084" y="2583"/>
                  </a:cubicBezTo>
                  <a:cubicBezTo>
                    <a:pt x="28406" y="461"/>
                    <a:pt x="32846" y="-364"/>
                    <a:pt x="37326" y="147"/>
                  </a:cubicBezTo>
                  <a:cubicBezTo>
                    <a:pt x="45970" y="1129"/>
                    <a:pt x="53436" y="7062"/>
                    <a:pt x="58348" y="16768"/>
                  </a:cubicBezTo>
                  <a:cubicBezTo>
                    <a:pt x="63063" y="26119"/>
                    <a:pt x="64870" y="37946"/>
                    <a:pt x="63495" y="50127"/>
                  </a:cubicBezTo>
                  <a:cubicBezTo>
                    <a:pt x="61334" y="68516"/>
                    <a:pt x="52061" y="84312"/>
                    <a:pt x="39841" y="90363"/>
                  </a:cubicBezTo>
                  <a:close/>
                  <a:moveTo>
                    <a:pt x="26599" y="7652"/>
                  </a:moveTo>
                  <a:cubicBezTo>
                    <a:pt x="16029" y="12878"/>
                    <a:pt x="7974" y="26945"/>
                    <a:pt x="6088" y="43487"/>
                  </a:cubicBezTo>
                  <a:cubicBezTo>
                    <a:pt x="4831" y="54567"/>
                    <a:pt x="6442" y="65294"/>
                    <a:pt x="10646" y="73624"/>
                  </a:cubicBezTo>
                  <a:cubicBezTo>
                    <a:pt x="14693" y="81601"/>
                    <a:pt x="20587" y="86434"/>
                    <a:pt x="27267" y="87180"/>
                  </a:cubicBezTo>
                  <a:cubicBezTo>
                    <a:pt x="30607" y="87573"/>
                    <a:pt x="43377" y="6512"/>
                    <a:pt x="36697" y="5726"/>
                  </a:cubicBezTo>
                  <a:cubicBezTo>
                    <a:pt x="33318" y="5373"/>
                    <a:pt x="29939" y="6001"/>
                    <a:pt x="26599" y="7652"/>
                  </a:cubicBezTo>
                  <a:close/>
                </a:path>
              </a:pathLst>
            </a:custGeom>
            <a:solidFill>
              <a:srgbClr val="000000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A3D13FA7-FB2C-D1D9-6B77-6A201C29A34E}"/>
                </a:ext>
              </a:extLst>
            </p:cNvPr>
            <p:cNvSpPr/>
            <p:nvPr/>
          </p:nvSpPr>
          <p:spPr>
            <a:xfrm>
              <a:off x="7895535" y="2374314"/>
              <a:ext cx="53930" cy="87291"/>
            </a:xfrm>
            <a:custGeom>
              <a:avLst/>
              <a:gdLst>
                <a:gd name="connsiteX0" fmla="*/ 31994 w 53930"/>
                <a:gd name="connsiteY0" fmla="*/ 109 h 87291"/>
                <a:gd name="connsiteX1" fmla="*/ 53448 w 53930"/>
                <a:gd name="connsiteY1" fmla="*/ 46711 h 87291"/>
                <a:gd name="connsiteX2" fmla="*/ 21935 w 53930"/>
                <a:gd name="connsiteY2" fmla="*/ 87182 h 87291"/>
                <a:gd name="connsiteX3" fmla="*/ 481 w 53930"/>
                <a:gd name="connsiteY3" fmla="*/ 40581 h 87291"/>
                <a:gd name="connsiteX4" fmla="*/ 31994 w 53930"/>
                <a:gd name="connsiteY4" fmla="*/ 109 h 87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30" h="87291">
                  <a:moveTo>
                    <a:pt x="31994" y="109"/>
                  </a:moveTo>
                  <a:cubicBezTo>
                    <a:pt x="46650" y="1799"/>
                    <a:pt x="56238" y="22663"/>
                    <a:pt x="53448" y="46711"/>
                  </a:cubicBezTo>
                  <a:cubicBezTo>
                    <a:pt x="50697" y="70718"/>
                    <a:pt x="36591" y="88872"/>
                    <a:pt x="21935" y="87182"/>
                  </a:cubicBezTo>
                  <a:cubicBezTo>
                    <a:pt x="7318" y="85493"/>
                    <a:pt x="-2309" y="64628"/>
                    <a:pt x="481" y="40581"/>
                  </a:cubicBezTo>
                  <a:cubicBezTo>
                    <a:pt x="3232" y="16534"/>
                    <a:pt x="17377" y="-1580"/>
                    <a:pt x="31994" y="109"/>
                  </a:cubicBezTo>
                  <a:close/>
                </a:path>
              </a:pathLst>
            </a:custGeom>
            <a:solidFill>
              <a:srgbClr val="B2B5BF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9D26810B-A628-C26E-07AF-E3A3B2CAC4F6}"/>
                </a:ext>
              </a:extLst>
            </p:cNvPr>
            <p:cNvSpPr/>
            <p:nvPr/>
          </p:nvSpPr>
          <p:spPr>
            <a:xfrm>
              <a:off x="7904309" y="2397148"/>
              <a:ext cx="24777" cy="38102"/>
            </a:xfrm>
            <a:custGeom>
              <a:avLst/>
              <a:gdLst>
                <a:gd name="connsiteX0" fmla="*/ 783 w 24777"/>
                <a:gd name="connsiteY0" fmla="*/ 19160 h 38102"/>
                <a:gd name="connsiteX1" fmla="*/ 2512 w 24777"/>
                <a:gd name="connsiteY1" fmla="*/ 35899 h 38102"/>
                <a:gd name="connsiteX2" fmla="*/ 17876 w 24777"/>
                <a:gd name="connsiteY2" fmla="*/ 37235 h 38102"/>
                <a:gd name="connsiteX3" fmla="*/ 24516 w 24777"/>
                <a:gd name="connsiteY3" fmla="*/ 15035 h 38102"/>
                <a:gd name="connsiteX4" fmla="*/ 15007 w 24777"/>
                <a:gd name="connsiteY4" fmla="*/ 25 h 38102"/>
                <a:gd name="connsiteX5" fmla="*/ 2159 w 24777"/>
                <a:gd name="connsiteY5" fmla="*/ 1636 h 38102"/>
                <a:gd name="connsiteX6" fmla="*/ 783 w 24777"/>
                <a:gd name="connsiteY6" fmla="*/ 19160 h 38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777" h="38102">
                  <a:moveTo>
                    <a:pt x="783" y="19160"/>
                  </a:moveTo>
                  <a:cubicBezTo>
                    <a:pt x="783" y="19160"/>
                    <a:pt x="-1496" y="34210"/>
                    <a:pt x="2512" y="35899"/>
                  </a:cubicBezTo>
                  <a:cubicBezTo>
                    <a:pt x="6520" y="37589"/>
                    <a:pt x="14614" y="39121"/>
                    <a:pt x="17876" y="37235"/>
                  </a:cubicBezTo>
                  <a:cubicBezTo>
                    <a:pt x="22552" y="34563"/>
                    <a:pt x="25734" y="25997"/>
                    <a:pt x="24516" y="15035"/>
                  </a:cubicBezTo>
                  <a:cubicBezTo>
                    <a:pt x="23495" y="5840"/>
                    <a:pt x="18386" y="-447"/>
                    <a:pt x="15007" y="25"/>
                  </a:cubicBezTo>
                  <a:cubicBezTo>
                    <a:pt x="9113" y="850"/>
                    <a:pt x="5145" y="182"/>
                    <a:pt x="2159" y="1636"/>
                  </a:cubicBezTo>
                  <a:cubicBezTo>
                    <a:pt x="-1692" y="3561"/>
                    <a:pt x="783" y="19160"/>
                    <a:pt x="783" y="19160"/>
                  </a:cubicBezTo>
                  <a:close/>
                </a:path>
              </a:pathLst>
            </a:custGeom>
            <a:solidFill>
              <a:srgbClr val="93969F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33E98AFA-C11B-B528-C26F-F21341B6DCC0}"/>
                </a:ext>
              </a:extLst>
            </p:cNvPr>
            <p:cNvSpPr/>
            <p:nvPr/>
          </p:nvSpPr>
          <p:spPr>
            <a:xfrm>
              <a:off x="7897939" y="2398902"/>
              <a:ext cx="22283" cy="34460"/>
            </a:xfrm>
            <a:custGeom>
              <a:avLst/>
              <a:gdLst>
                <a:gd name="connsiteX0" fmla="*/ 22281 w 22283"/>
                <a:gd name="connsiteY0" fmla="*/ 16779 h 34460"/>
                <a:gd name="connsiteX1" fmla="*/ 10847 w 22283"/>
                <a:gd name="connsiteY1" fmla="*/ 34460 h 34460"/>
                <a:gd name="connsiteX2" fmla="*/ 2 w 22283"/>
                <a:gd name="connsiteY2" fmla="*/ 17093 h 34460"/>
                <a:gd name="connsiteX3" fmla="*/ 10886 w 22283"/>
                <a:gd name="connsiteY3" fmla="*/ 1 h 34460"/>
                <a:gd name="connsiteX4" fmla="*/ 22281 w 22283"/>
                <a:gd name="connsiteY4" fmla="*/ 16779 h 34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283" h="34460">
                  <a:moveTo>
                    <a:pt x="22281" y="16779"/>
                  </a:moveTo>
                  <a:cubicBezTo>
                    <a:pt x="22399" y="26130"/>
                    <a:pt x="17016" y="34382"/>
                    <a:pt x="10847" y="34460"/>
                  </a:cubicBezTo>
                  <a:cubicBezTo>
                    <a:pt x="4717" y="34539"/>
                    <a:pt x="120" y="26445"/>
                    <a:pt x="2" y="17093"/>
                  </a:cubicBezTo>
                  <a:cubicBezTo>
                    <a:pt x="-116" y="7741"/>
                    <a:pt x="4756" y="79"/>
                    <a:pt x="10886" y="1"/>
                  </a:cubicBezTo>
                  <a:cubicBezTo>
                    <a:pt x="17016" y="-78"/>
                    <a:pt x="22124" y="7427"/>
                    <a:pt x="22281" y="16779"/>
                  </a:cubicBezTo>
                  <a:close/>
                </a:path>
              </a:pathLst>
            </a:custGeom>
            <a:solidFill>
              <a:srgbClr val="C6CAD2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CE54BA5E-12D1-ED66-EC8A-559CE2E9F823}"/>
                </a:ext>
              </a:extLst>
            </p:cNvPr>
            <p:cNvSpPr/>
            <p:nvPr/>
          </p:nvSpPr>
          <p:spPr>
            <a:xfrm>
              <a:off x="7902077" y="1965227"/>
              <a:ext cx="200854" cy="438076"/>
            </a:xfrm>
            <a:custGeom>
              <a:avLst/>
              <a:gdLst>
                <a:gd name="connsiteX0" fmla="*/ 3840 w 200854"/>
                <a:gd name="connsiteY0" fmla="*/ 434068 h 438076"/>
                <a:gd name="connsiteX1" fmla="*/ 893 w 200854"/>
                <a:gd name="connsiteY1" fmla="*/ 329392 h 438076"/>
                <a:gd name="connsiteX2" fmla="*/ 101365 w 200854"/>
                <a:gd name="connsiteY2" fmla="*/ 61140 h 438076"/>
                <a:gd name="connsiteX3" fmla="*/ 197436 w 200854"/>
                <a:gd name="connsiteY3" fmla="*/ 0 h 438076"/>
                <a:gd name="connsiteX4" fmla="*/ 200855 w 200854"/>
                <a:gd name="connsiteY4" fmla="*/ 10766 h 438076"/>
                <a:gd name="connsiteX5" fmla="*/ 118968 w 200854"/>
                <a:gd name="connsiteY5" fmla="*/ 61140 h 438076"/>
                <a:gd name="connsiteX6" fmla="*/ 12210 w 200854"/>
                <a:gd name="connsiteY6" fmla="*/ 329942 h 438076"/>
                <a:gd name="connsiteX7" fmla="*/ 14214 w 200854"/>
                <a:gd name="connsiteY7" fmla="*/ 438076 h 438076"/>
                <a:gd name="connsiteX8" fmla="*/ 8555 w 200854"/>
                <a:gd name="connsiteY8" fmla="*/ 434540 h 438076"/>
                <a:gd name="connsiteX9" fmla="*/ 3840 w 200854"/>
                <a:gd name="connsiteY9" fmla="*/ 434068 h 438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0854" h="438076">
                  <a:moveTo>
                    <a:pt x="3840" y="434068"/>
                  </a:moveTo>
                  <a:cubicBezTo>
                    <a:pt x="3919" y="433518"/>
                    <a:pt x="-2250" y="389707"/>
                    <a:pt x="893" y="329392"/>
                  </a:cubicBezTo>
                  <a:cubicBezTo>
                    <a:pt x="3408" y="280944"/>
                    <a:pt x="4665" y="159136"/>
                    <a:pt x="101365" y="61140"/>
                  </a:cubicBezTo>
                  <a:cubicBezTo>
                    <a:pt x="134135" y="27898"/>
                    <a:pt x="183684" y="4322"/>
                    <a:pt x="197436" y="0"/>
                  </a:cubicBezTo>
                  <a:lnTo>
                    <a:pt x="200855" y="10766"/>
                  </a:lnTo>
                  <a:cubicBezTo>
                    <a:pt x="190639" y="13988"/>
                    <a:pt x="152839" y="29195"/>
                    <a:pt x="118968" y="61140"/>
                  </a:cubicBezTo>
                  <a:cubicBezTo>
                    <a:pt x="16217" y="157997"/>
                    <a:pt x="15982" y="278429"/>
                    <a:pt x="12210" y="329942"/>
                  </a:cubicBezTo>
                  <a:cubicBezTo>
                    <a:pt x="9223" y="370610"/>
                    <a:pt x="14214" y="438076"/>
                    <a:pt x="14214" y="438076"/>
                  </a:cubicBezTo>
                  <a:cubicBezTo>
                    <a:pt x="11777" y="436465"/>
                    <a:pt x="10324" y="435129"/>
                    <a:pt x="8555" y="434540"/>
                  </a:cubicBezTo>
                  <a:cubicBezTo>
                    <a:pt x="6119" y="433793"/>
                    <a:pt x="3840" y="434068"/>
                    <a:pt x="3840" y="434068"/>
                  </a:cubicBezTo>
                  <a:close/>
                </a:path>
              </a:pathLst>
            </a:custGeom>
            <a:solidFill>
              <a:srgbClr val="111112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292A5379-D904-8238-5F3E-C0AFCCAD56FD}"/>
                </a:ext>
              </a:extLst>
            </p:cNvPr>
            <p:cNvSpPr/>
            <p:nvPr/>
          </p:nvSpPr>
          <p:spPr>
            <a:xfrm>
              <a:off x="8007765" y="1912457"/>
              <a:ext cx="291278" cy="376504"/>
            </a:xfrm>
            <a:custGeom>
              <a:avLst/>
              <a:gdLst>
                <a:gd name="connsiteX0" fmla="*/ 42633 w 291278"/>
                <a:gd name="connsiteY0" fmla="*/ 5658 h 376504"/>
                <a:gd name="connsiteX1" fmla="*/ 48291 w 291278"/>
                <a:gd name="connsiteY1" fmla="*/ 80943 h 376504"/>
                <a:gd name="connsiteX2" fmla="*/ 26994 w 291278"/>
                <a:gd name="connsiteY2" fmla="*/ 122161 h 376504"/>
                <a:gd name="connsiteX3" fmla="*/ 0 w 291278"/>
                <a:gd name="connsiteY3" fmla="*/ 137800 h 376504"/>
                <a:gd name="connsiteX4" fmla="*/ 68212 w 291278"/>
                <a:gd name="connsiteY4" fmla="*/ 220197 h 376504"/>
                <a:gd name="connsiteX5" fmla="*/ 176189 w 291278"/>
                <a:gd name="connsiteY5" fmla="*/ 376504 h 376504"/>
                <a:gd name="connsiteX6" fmla="*/ 252928 w 291278"/>
                <a:gd name="connsiteY6" fmla="*/ 223066 h 376504"/>
                <a:gd name="connsiteX7" fmla="*/ 291278 w 291278"/>
                <a:gd name="connsiteY7" fmla="*/ 161965 h 376504"/>
                <a:gd name="connsiteX8" fmla="*/ 247231 w 291278"/>
                <a:gd name="connsiteY8" fmla="*/ 126444 h 376504"/>
                <a:gd name="connsiteX9" fmla="*/ 241533 w 291278"/>
                <a:gd name="connsiteY9" fmla="*/ 0 h 376504"/>
                <a:gd name="connsiteX10" fmla="*/ 42633 w 291278"/>
                <a:gd name="connsiteY10" fmla="*/ 5658 h 376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1278" h="376504">
                  <a:moveTo>
                    <a:pt x="42633" y="5658"/>
                  </a:moveTo>
                  <a:cubicBezTo>
                    <a:pt x="42633" y="5658"/>
                    <a:pt x="49745" y="61061"/>
                    <a:pt x="48291" y="80943"/>
                  </a:cubicBezTo>
                  <a:cubicBezTo>
                    <a:pt x="46876" y="100825"/>
                    <a:pt x="39725" y="113635"/>
                    <a:pt x="26994" y="122161"/>
                  </a:cubicBezTo>
                  <a:cubicBezTo>
                    <a:pt x="18468" y="127859"/>
                    <a:pt x="0" y="137800"/>
                    <a:pt x="0" y="137800"/>
                  </a:cubicBezTo>
                  <a:cubicBezTo>
                    <a:pt x="0" y="137800"/>
                    <a:pt x="39804" y="183262"/>
                    <a:pt x="68212" y="220197"/>
                  </a:cubicBezTo>
                  <a:cubicBezTo>
                    <a:pt x="96621" y="257132"/>
                    <a:pt x="176189" y="376504"/>
                    <a:pt x="176189" y="376504"/>
                  </a:cubicBezTo>
                  <a:cubicBezTo>
                    <a:pt x="176189" y="376504"/>
                    <a:pt x="237054" y="257054"/>
                    <a:pt x="252928" y="223066"/>
                  </a:cubicBezTo>
                  <a:cubicBezTo>
                    <a:pt x="272810" y="180433"/>
                    <a:pt x="291278" y="161965"/>
                    <a:pt x="291278" y="161965"/>
                  </a:cubicBezTo>
                  <a:cubicBezTo>
                    <a:pt x="291278" y="161965"/>
                    <a:pt x="255757" y="147741"/>
                    <a:pt x="247231" y="126444"/>
                  </a:cubicBezTo>
                  <a:cubicBezTo>
                    <a:pt x="238704" y="105148"/>
                    <a:pt x="241533" y="0"/>
                    <a:pt x="241533" y="0"/>
                  </a:cubicBezTo>
                  <a:lnTo>
                    <a:pt x="42633" y="5658"/>
                  </a:lnTo>
                  <a:close/>
                </a:path>
              </a:pathLst>
            </a:custGeom>
            <a:solidFill>
              <a:srgbClr val="DC9967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E41A1461-595E-BA79-1E92-0A353A792EF4}"/>
                </a:ext>
              </a:extLst>
            </p:cNvPr>
            <p:cNvSpPr/>
            <p:nvPr/>
          </p:nvSpPr>
          <p:spPr>
            <a:xfrm>
              <a:off x="7611336" y="2107074"/>
              <a:ext cx="256260" cy="438312"/>
            </a:xfrm>
            <a:custGeom>
              <a:avLst/>
              <a:gdLst>
                <a:gd name="connsiteX0" fmla="*/ 206055 w 256260"/>
                <a:gd name="connsiteY0" fmla="*/ 0 h 438312"/>
                <a:gd name="connsiteX1" fmla="*/ 230220 w 256260"/>
                <a:gd name="connsiteY1" fmla="*/ 113674 h 438312"/>
                <a:gd name="connsiteX2" fmla="*/ 254385 w 256260"/>
                <a:gd name="connsiteY2" fmla="*/ 275639 h 438312"/>
                <a:gd name="connsiteX3" fmla="*/ 228806 w 256260"/>
                <a:gd name="connsiteY3" fmla="*/ 386445 h 438312"/>
                <a:gd name="connsiteX4" fmla="*/ 203226 w 256260"/>
                <a:gd name="connsiteY4" fmla="*/ 437605 h 438312"/>
                <a:gd name="connsiteX5" fmla="*/ 55446 w 256260"/>
                <a:gd name="connsiteY5" fmla="*/ 375090 h 438312"/>
                <a:gd name="connsiteX6" fmla="*/ 43 w 256260"/>
                <a:gd name="connsiteY6" fmla="*/ 308331 h 438312"/>
                <a:gd name="connsiteX7" fmla="*/ 82440 w 256260"/>
                <a:gd name="connsiteY7" fmla="*/ 177604 h 438312"/>
                <a:gd name="connsiteX8" fmla="*/ 206055 w 256260"/>
                <a:gd name="connsiteY8" fmla="*/ 0 h 438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6260" h="438312">
                  <a:moveTo>
                    <a:pt x="206055" y="0"/>
                  </a:moveTo>
                  <a:cubicBezTo>
                    <a:pt x="206055" y="0"/>
                    <a:pt x="220279" y="61100"/>
                    <a:pt x="230220" y="113674"/>
                  </a:cubicBezTo>
                  <a:cubicBezTo>
                    <a:pt x="240161" y="166248"/>
                    <a:pt x="262912" y="250060"/>
                    <a:pt x="254385" y="275639"/>
                  </a:cubicBezTo>
                  <a:cubicBezTo>
                    <a:pt x="245859" y="301219"/>
                    <a:pt x="235918" y="363734"/>
                    <a:pt x="228806" y="386445"/>
                  </a:cubicBezTo>
                  <a:cubicBezTo>
                    <a:pt x="221694" y="409157"/>
                    <a:pt x="208924" y="430493"/>
                    <a:pt x="203226" y="437605"/>
                  </a:cubicBezTo>
                  <a:cubicBezTo>
                    <a:pt x="197529" y="444717"/>
                    <a:pt x="78196" y="396386"/>
                    <a:pt x="55446" y="375090"/>
                  </a:cubicBezTo>
                  <a:cubicBezTo>
                    <a:pt x="32695" y="353793"/>
                    <a:pt x="-1372" y="321101"/>
                    <a:pt x="43" y="308331"/>
                  </a:cubicBezTo>
                  <a:cubicBezTo>
                    <a:pt x="1457" y="295522"/>
                    <a:pt x="56074" y="219608"/>
                    <a:pt x="82440" y="177604"/>
                  </a:cubicBezTo>
                  <a:cubicBezTo>
                    <a:pt x="127902" y="105148"/>
                    <a:pt x="174817" y="2829"/>
                    <a:pt x="206055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2385831-A93A-1710-FAD2-66D302298326}"/>
                </a:ext>
              </a:extLst>
            </p:cNvPr>
            <p:cNvSpPr/>
            <p:nvPr/>
          </p:nvSpPr>
          <p:spPr>
            <a:xfrm>
              <a:off x="8251898" y="2192615"/>
              <a:ext cx="86948" cy="251710"/>
            </a:xfrm>
            <a:custGeom>
              <a:avLst/>
              <a:gdLst>
                <a:gd name="connsiteX0" fmla="*/ 21369 w 86948"/>
                <a:gd name="connsiteY0" fmla="*/ 198704 h 251710"/>
                <a:gd name="connsiteX1" fmla="*/ 1801 w 86948"/>
                <a:gd name="connsiteY1" fmla="*/ 0 h 251710"/>
                <a:gd name="connsiteX2" fmla="*/ 9817 w 86948"/>
                <a:gd name="connsiteY2" fmla="*/ 2122 h 251710"/>
                <a:gd name="connsiteX3" fmla="*/ 28677 w 86948"/>
                <a:gd name="connsiteY3" fmla="*/ 194342 h 251710"/>
                <a:gd name="connsiteX4" fmla="*/ 86909 w 86948"/>
                <a:gd name="connsiteY4" fmla="*/ 241297 h 251710"/>
                <a:gd name="connsiteX5" fmla="*/ 85888 w 86948"/>
                <a:gd name="connsiteY5" fmla="*/ 251710 h 251710"/>
                <a:gd name="connsiteX6" fmla="*/ 21369 w 86948"/>
                <a:gd name="connsiteY6" fmla="*/ 198704 h 251710"/>
                <a:gd name="connsiteX7" fmla="*/ 86949 w 86948"/>
                <a:gd name="connsiteY7" fmla="*/ 241297 h 251710"/>
                <a:gd name="connsiteX8" fmla="*/ 86438 w 86948"/>
                <a:gd name="connsiteY8" fmla="*/ 246523 h 251710"/>
                <a:gd name="connsiteX9" fmla="*/ 86949 w 86948"/>
                <a:gd name="connsiteY9" fmla="*/ 241297 h 251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948" h="251710">
                  <a:moveTo>
                    <a:pt x="21369" y="198704"/>
                  </a:moveTo>
                  <a:cubicBezTo>
                    <a:pt x="-950" y="137211"/>
                    <a:pt x="-2246" y="29548"/>
                    <a:pt x="1801" y="0"/>
                  </a:cubicBezTo>
                  <a:lnTo>
                    <a:pt x="9817" y="2122"/>
                  </a:lnTo>
                  <a:cubicBezTo>
                    <a:pt x="6359" y="27191"/>
                    <a:pt x="6516" y="134696"/>
                    <a:pt x="28677" y="194342"/>
                  </a:cubicBezTo>
                  <a:cubicBezTo>
                    <a:pt x="45495" y="239608"/>
                    <a:pt x="86281" y="241180"/>
                    <a:pt x="86909" y="241297"/>
                  </a:cubicBezTo>
                  <a:lnTo>
                    <a:pt x="85888" y="251710"/>
                  </a:lnTo>
                  <a:cubicBezTo>
                    <a:pt x="83962" y="251356"/>
                    <a:pt x="41330" y="253675"/>
                    <a:pt x="21369" y="198704"/>
                  </a:cubicBezTo>
                  <a:close/>
                  <a:moveTo>
                    <a:pt x="86949" y="241297"/>
                  </a:moveTo>
                  <a:lnTo>
                    <a:pt x="86438" y="246523"/>
                  </a:lnTo>
                  <a:lnTo>
                    <a:pt x="86949" y="241297"/>
                  </a:lnTo>
                  <a:close/>
                </a:path>
              </a:pathLst>
            </a:custGeom>
            <a:solidFill>
              <a:srgbClr val="C2C6CD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219F246-5413-EF3B-7A64-5C6AA9FEBE5C}"/>
                </a:ext>
              </a:extLst>
            </p:cNvPr>
            <p:cNvSpPr/>
            <p:nvPr/>
          </p:nvSpPr>
          <p:spPr>
            <a:xfrm>
              <a:off x="8254485" y="2207978"/>
              <a:ext cx="113320" cy="226376"/>
            </a:xfrm>
            <a:custGeom>
              <a:avLst/>
              <a:gdLst>
                <a:gd name="connsiteX0" fmla="*/ 24165 w 113320"/>
                <a:gd name="connsiteY0" fmla="*/ 226366 h 226376"/>
                <a:gd name="connsiteX1" fmla="*/ 43772 w 113320"/>
                <a:gd name="connsiteY1" fmla="*/ 224244 h 226376"/>
                <a:gd name="connsiteX2" fmla="*/ 103969 w 113320"/>
                <a:gd name="connsiteY2" fmla="*/ 133085 h 226376"/>
                <a:gd name="connsiteX3" fmla="*/ 113321 w 113320"/>
                <a:gd name="connsiteY3" fmla="*/ 629 h 226376"/>
                <a:gd name="connsiteX4" fmla="*/ 105187 w 113320"/>
                <a:gd name="connsiteY4" fmla="*/ 0 h 226376"/>
                <a:gd name="connsiteX5" fmla="*/ 96071 w 113320"/>
                <a:gd name="connsiteY5" fmla="*/ 129981 h 226376"/>
                <a:gd name="connsiteX6" fmla="*/ 42397 w 113320"/>
                <a:gd name="connsiteY6" fmla="*/ 212849 h 226376"/>
                <a:gd name="connsiteX7" fmla="*/ 1493 w 113320"/>
                <a:gd name="connsiteY7" fmla="*/ 212339 h 226376"/>
                <a:gd name="connsiteX8" fmla="*/ 0 w 113320"/>
                <a:gd name="connsiteY8" fmla="*/ 223576 h 226376"/>
                <a:gd name="connsiteX9" fmla="*/ 24165 w 113320"/>
                <a:gd name="connsiteY9" fmla="*/ 226366 h 22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320" h="226376">
                  <a:moveTo>
                    <a:pt x="24165" y="226366"/>
                  </a:moveTo>
                  <a:cubicBezTo>
                    <a:pt x="29980" y="226288"/>
                    <a:pt x="36621" y="225698"/>
                    <a:pt x="43772" y="224244"/>
                  </a:cubicBezTo>
                  <a:cubicBezTo>
                    <a:pt x="72024" y="218508"/>
                    <a:pt x="95089" y="183576"/>
                    <a:pt x="103969" y="133085"/>
                  </a:cubicBezTo>
                  <a:cubicBezTo>
                    <a:pt x="111670" y="89195"/>
                    <a:pt x="113281" y="4244"/>
                    <a:pt x="113321" y="629"/>
                  </a:cubicBezTo>
                  <a:lnTo>
                    <a:pt x="105187" y="0"/>
                  </a:lnTo>
                  <a:cubicBezTo>
                    <a:pt x="105187" y="864"/>
                    <a:pt x="103537" y="87309"/>
                    <a:pt x="96071" y="129981"/>
                  </a:cubicBezTo>
                  <a:cubicBezTo>
                    <a:pt x="87977" y="176032"/>
                    <a:pt x="67427" y="207781"/>
                    <a:pt x="42397" y="212849"/>
                  </a:cubicBezTo>
                  <a:cubicBezTo>
                    <a:pt x="19214" y="217565"/>
                    <a:pt x="1650" y="212417"/>
                    <a:pt x="1493" y="212339"/>
                  </a:cubicBezTo>
                  <a:lnTo>
                    <a:pt x="0" y="223576"/>
                  </a:lnTo>
                  <a:cubicBezTo>
                    <a:pt x="511" y="223773"/>
                    <a:pt x="9941" y="226563"/>
                    <a:pt x="24165" y="226366"/>
                  </a:cubicBezTo>
                  <a:close/>
                </a:path>
              </a:pathLst>
            </a:custGeom>
            <a:solidFill>
              <a:srgbClr val="C2C6CD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7B80693-C3A1-79E8-A93F-1DC7CCC1D974}"/>
                </a:ext>
              </a:extLst>
            </p:cNvPr>
            <p:cNvSpPr/>
            <p:nvPr/>
          </p:nvSpPr>
          <p:spPr>
            <a:xfrm>
              <a:off x="8249927" y="2021376"/>
              <a:ext cx="120305" cy="188843"/>
            </a:xfrm>
            <a:custGeom>
              <a:avLst/>
              <a:gdLst>
                <a:gd name="connsiteX0" fmla="*/ 33085 w 120305"/>
                <a:gd name="connsiteY0" fmla="*/ 41376 h 188843"/>
                <a:gd name="connsiteX1" fmla="*/ 0 w 120305"/>
                <a:gd name="connsiteY1" fmla="*/ 13006 h 188843"/>
                <a:gd name="connsiteX2" fmla="*/ 9077 w 120305"/>
                <a:gd name="connsiteY2" fmla="*/ 590 h 188843"/>
                <a:gd name="connsiteX3" fmla="*/ 59332 w 120305"/>
                <a:gd name="connsiteY3" fmla="*/ 69667 h 188843"/>
                <a:gd name="connsiteX4" fmla="*/ 66877 w 120305"/>
                <a:gd name="connsiteY4" fmla="*/ 119254 h 188843"/>
                <a:gd name="connsiteX5" fmla="*/ 112771 w 120305"/>
                <a:gd name="connsiteY5" fmla="*/ 143969 h 188843"/>
                <a:gd name="connsiteX6" fmla="*/ 120158 w 120305"/>
                <a:gd name="connsiteY6" fmla="*/ 187388 h 188843"/>
                <a:gd name="connsiteX7" fmla="*/ 107152 w 120305"/>
                <a:gd name="connsiteY7" fmla="*/ 186406 h 188843"/>
                <a:gd name="connsiteX8" fmla="*/ 101376 w 120305"/>
                <a:gd name="connsiteY8" fmla="*/ 150335 h 188843"/>
                <a:gd name="connsiteX9" fmla="*/ 60983 w 120305"/>
                <a:gd name="connsiteY9" fmla="*/ 132103 h 188843"/>
                <a:gd name="connsiteX10" fmla="*/ 58861 w 120305"/>
                <a:gd name="connsiteY10" fmla="*/ 131946 h 188843"/>
                <a:gd name="connsiteX11" fmla="*/ 57250 w 120305"/>
                <a:gd name="connsiteY11" fmla="*/ 131828 h 188843"/>
                <a:gd name="connsiteX12" fmla="*/ 19411 w 120305"/>
                <a:gd name="connsiteY12" fmla="*/ 149470 h 188843"/>
                <a:gd name="connsiteX13" fmla="*/ 15756 w 120305"/>
                <a:gd name="connsiteY13" fmla="*/ 178272 h 188843"/>
                <a:gd name="connsiteX14" fmla="*/ 2751 w 120305"/>
                <a:gd name="connsiteY14" fmla="*/ 179097 h 188843"/>
                <a:gd name="connsiteX15" fmla="*/ 7466 w 120305"/>
                <a:gd name="connsiteY15" fmla="*/ 144205 h 188843"/>
                <a:gd name="connsiteX16" fmla="*/ 51788 w 120305"/>
                <a:gd name="connsiteY16" fmla="*/ 118075 h 188843"/>
                <a:gd name="connsiteX17" fmla="*/ 33085 w 120305"/>
                <a:gd name="connsiteY17" fmla="*/ 41376 h 188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0305" h="188843">
                  <a:moveTo>
                    <a:pt x="33085" y="41376"/>
                  </a:moveTo>
                  <a:cubicBezTo>
                    <a:pt x="22436" y="21376"/>
                    <a:pt x="0" y="13006"/>
                    <a:pt x="0" y="13006"/>
                  </a:cubicBezTo>
                  <a:cubicBezTo>
                    <a:pt x="0" y="13006"/>
                    <a:pt x="786" y="-3261"/>
                    <a:pt x="9077" y="590"/>
                  </a:cubicBezTo>
                  <a:cubicBezTo>
                    <a:pt x="35835" y="12967"/>
                    <a:pt x="50452" y="38114"/>
                    <a:pt x="59332" y="69667"/>
                  </a:cubicBezTo>
                  <a:cubicBezTo>
                    <a:pt x="63104" y="83183"/>
                    <a:pt x="65973" y="109667"/>
                    <a:pt x="66877" y="119254"/>
                  </a:cubicBezTo>
                  <a:cubicBezTo>
                    <a:pt x="90099" y="124284"/>
                    <a:pt x="102947" y="126248"/>
                    <a:pt x="112771" y="143969"/>
                  </a:cubicBezTo>
                  <a:cubicBezTo>
                    <a:pt x="122083" y="160747"/>
                    <a:pt x="120118" y="184677"/>
                    <a:pt x="120158" y="187388"/>
                  </a:cubicBezTo>
                  <a:cubicBezTo>
                    <a:pt x="120197" y="190060"/>
                    <a:pt x="107191" y="188645"/>
                    <a:pt x="107152" y="186406"/>
                  </a:cubicBezTo>
                  <a:cubicBezTo>
                    <a:pt x="107112" y="184127"/>
                    <a:pt x="108763" y="163655"/>
                    <a:pt x="101376" y="150335"/>
                  </a:cubicBezTo>
                  <a:cubicBezTo>
                    <a:pt x="92574" y="134461"/>
                    <a:pt x="76503" y="133242"/>
                    <a:pt x="60983" y="132103"/>
                  </a:cubicBezTo>
                  <a:lnTo>
                    <a:pt x="58861" y="131946"/>
                  </a:lnTo>
                  <a:cubicBezTo>
                    <a:pt x="58350" y="131906"/>
                    <a:pt x="57800" y="131867"/>
                    <a:pt x="57250" y="131828"/>
                  </a:cubicBezTo>
                  <a:cubicBezTo>
                    <a:pt x="42947" y="130531"/>
                    <a:pt x="27269" y="131631"/>
                    <a:pt x="19411" y="149470"/>
                  </a:cubicBezTo>
                  <a:cubicBezTo>
                    <a:pt x="14696" y="160158"/>
                    <a:pt x="15678" y="175286"/>
                    <a:pt x="15756" y="178272"/>
                  </a:cubicBezTo>
                  <a:cubicBezTo>
                    <a:pt x="15796" y="180590"/>
                    <a:pt x="3222" y="181258"/>
                    <a:pt x="2751" y="179097"/>
                  </a:cubicBezTo>
                  <a:cubicBezTo>
                    <a:pt x="2318" y="176936"/>
                    <a:pt x="1454" y="157840"/>
                    <a:pt x="7466" y="144205"/>
                  </a:cubicBezTo>
                  <a:cubicBezTo>
                    <a:pt x="16542" y="123576"/>
                    <a:pt x="34185" y="118704"/>
                    <a:pt x="51788" y="118075"/>
                  </a:cubicBezTo>
                  <a:cubicBezTo>
                    <a:pt x="52377" y="105423"/>
                    <a:pt x="46562" y="66641"/>
                    <a:pt x="33085" y="41376"/>
                  </a:cubicBezTo>
                  <a:close/>
                </a:path>
              </a:pathLst>
            </a:custGeom>
            <a:solidFill>
              <a:srgbClr val="111112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38996AAB-4076-A404-F1B8-5F32ECD94FA8}"/>
                </a:ext>
              </a:extLst>
            </p:cNvPr>
            <p:cNvSpPr/>
            <p:nvPr/>
          </p:nvSpPr>
          <p:spPr>
            <a:xfrm>
              <a:off x="8325553" y="2427572"/>
              <a:ext cx="31373" cy="23794"/>
            </a:xfrm>
            <a:custGeom>
              <a:avLst/>
              <a:gdLst>
                <a:gd name="connsiteX0" fmla="*/ 720 w 31373"/>
                <a:gd name="connsiteY0" fmla="*/ 18835 h 23794"/>
                <a:gd name="connsiteX1" fmla="*/ 24334 w 31373"/>
                <a:gd name="connsiteY1" fmla="*/ 23511 h 23794"/>
                <a:gd name="connsiteX2" fmla="*/ 28028 w 31373"/>
                <a:gd name="connsiteY2" fmla="*/ 4690 h 23794"/>
                <a:gd name="connsiteX3" fmla="*/ 2684 w 31373"/>
                <a:gd name="connsiteY3" fmla="*/ 643 h 23794"/>
                <a:gd name="connsiteX4" fmla="*/ 720 w 31373"/>
                <a:gd name="connsiteY4" fmla="*/ 18835 h 23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73" h="23794">
                  <a:moveTo>
                    <a:pt x="720" y="18835"/>
                  </a:moveTo>
                  <a:cubicBezTo>
                    <a:pt x="2291" y="20171"/>
                    <a:pt x="18716" y="25004"/>
                    <a:pt x="24334" y="23511"/>
                  </a:cubicBezTo>
                  <a:cubicBezTo>
                    <a:pt x="31918" y="21468"/>
                    <a:pt x="33726" y="8973"/>
                    <a:pt x="28028" y="4690"/>
                  </a:cubicBezTo>
                  <a:cubicBezTo>
                    <a:pt x="22370" y="368"/>
                    <a:pt x="3274" y="-929"/>
                    <a:pt x="2684" y="643"/>
                  </a:cubicBezTo>
                  <a:cubicBezTo>
                    <a:pt x="2134" y="2214"/>
                    <a:pt x="-1520" y="16949"/>
                    <a:pt x="720" y="18835"/>
                  </a:cubicBezTo>
                  <a:close/>
                </a:path>
              </a:pathLst>
            </a:custGeom>
            <a:solidFill>
              <a:srgbClr val="111112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F8A735F4-E08D-41D2-E0A3-4FDA0DEBCB2E}"/>
                </a:ext>
              </a:extLst>
            </p:cNvPr>
            <p:cNvSpPr/>
            <p:nvPr/>
          </p:nvSpPr>
          <p:spPr>
            <a:xfrm>
              <a:off x="8243370" y="2416277"/>
              <a:ext cx="34914" cy="23701"/>
            </a:xfrm>
            <a:custGeom>
              <a:avLst/>
              <a:gdLst>
                <a:gd name="connsiteX0" fmla="*/ 33315 w 34914"/>
                <a:gd name="connsiteY0" fmla="*/ 3175 h 23701"/>
                <a:gd name="connsiteX1" fmla="*/ 14533 w 34914"/>
                <a:gd name="connsiteY1" fmla="*/ 32 h 23701"/>
                <a:gd name="connsiteX2" fmla="*/ 73 w 34914"/>
                <a:gd name="connsiteY2" fmla="*/ 8794 h 23701"/>
                <a:gd name="connsiteX3" fmla="*/ 10957 w 34914"/>
                <a:gd name="connsiteY3" fmla="*/ 23175 h 23701"/>
                <a:gd name="connsiteX4" fmla="*/ 33708 w 34914"/>
                <a:gd name="connsiteY4" fmla="*/ 21328 h 23701"/>
                <a:gd name="connsiteX5" fmla="*/ 33315 w 34914"/>
                <a:gd name="connsiteY5" fmla="*/ 3175 h 23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914" h="23701">
                  <a:moveTo>
                    <a:pt x="33315" y="3175"/>
                  </a:moveTo>
                  <a:cubicBezTo>
                    <a:pt x="32018" y="2507"/>
                    <a:pt x="21056" y="346"/>
                    <a:pt x="14533" y="32"/>
                  </a:cubicBezTo>
                  <a:cubicBezTo>
                    <a:pt x="8010" y="-283"/>
                    <a:pt x="741" y="1682"/>
                    <a:pt x="73" y="8794"/>
                  </a:cubicBezTo>
                  <a:cubicBezTo>
                    <a:pt x="-595" y="15906"/>
                    <a:pt x="3335" y="21289"/>
                    <a:pt x="10957" y="23175"/>
                  </a:cubicBezTo>
                  <a:cubicBezTo>
                    <a:pt x="17480" y="24786"/>
                    <a:pt x="31665" y="22271"/>
                    <a:pt x="33708" y="21328"/>
                  </a:cubicBezTo>
                  <a:cubicBezTo>
                    <a:pt x="35712" y="20385"/>
                    <a:pt x="34965" y="4000"/>
                    <a:pt x="33315" y="3175"/>
                  </a:cubicBezTo>
                  <a:close/>
                </a:path>
              </a:pathLst>
            </a:custGeom>
            <a:solidFill>
              <a:srgbClr val="111112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8A14652F-0874-0EA8-E5CC-4F6A3C480699}"/>
                </a:ext>
              </a:extLst>
            </p:cNvPr>
            <p:cNvSpPr/>
            <p:nvPr/>
          </p:nvSpPr>
          <p:spPr>
            <a:xfrm>
              <a:off x="8447691" y="2165345"/>
              <a:ext cx="215589" cy="423380"/>
            </a:xfrm>
            <a:custGeom>
              <a:avLst/>
              <a:gdLst>
                <a:gd name="connsiteX0" fmla="*/ 70174 w 215589"/>
                <a:gd name="connsiteY0" fmla="*/ 0 h 423380"/>
                <a:gd name="connsiteX1" fmla="*/ 31824 w 215589"/>
                <a:gd name="connsiteY1" fmla="*/ 73871 h 423380"/>
                <a:gd name="connsiteX2" fmla="*/ 14771 w 215589"/>
                <a:gd name="connsiteY2" fmla="*/ 132142 h 423380"/>
                <a:gd name="connsiteX3" fmla="*/ 3415 w 215589"/>
                <a:gd name="connsiteY3" fmla="*/ 228763 h 423380"/>
                <a:gd name="connsiteX4" fmla="*/ 2001 w 215589"/>
                <a:gd name="connsiteY4" fmla="*/ 302634 h 423380"/>
                <a:gd name="connsiteX5" fmla="*/ 2001 w 215589"/>
                <a:gd name="connsiteY5" fmla="*/ 375090 h 423380"/>
                <a:gd name="connsiteX6" fmla="*/ 14810 w 215589"/>
                <a:gd name="connsiteY6" fmla="*/ 400669 h 423380"/>
                <a:gd name="connsiteX7" fmla="*/ 33278 w 215589"/>
                <a:gd name="connsiteY7" fmla="*/ 423380 h 423380"/>
                <a:gd name="connsiteX8" fmla="*/ 169703 w 215589"/>
                <a:gd name="connsiteY8" fmla="*/ 385031 h 423380"/>
                <a:gd name="connsiteX9" fmla="*/ 215165 w 215589"/>
                <a:gd name="connsiteY9" fmla="*/ 335286 h 423380"/>
                <a:gd name="connsiteX10" fmla="*/ 129899 w 215589"/>
                <a:gd name="connsiteY10" fmla="*/ 132103 h 423380"/>
                <a:gd name="connsiteX11" fmla="*/ 70174 w 215589"/>
                <a:gd name="connsiteY11" fmla="*/ 0 h 423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5589" h="423380">
                  <a:moveTo>
                    <a:pt x="70174" y="0"/>
                  </a:moveTo>
                  <a:cubicBezTo>
                    <a:pt x="70174" y="0"/>
                    <a:pt x="46009" y="48291"/>
                    <a:pt x="31824" y="73871"/>
                  </a:cubicBezTo>
                  <a:cubicBezTo>
                    <a:pt x="17600" y="99450"/>
                    <a:pt x="14771" y="110806"/>
                    <a:pt x="14771" y="132142"/>
                  </a:cubicBezTo>
                  <a:cubicBezTo>
                    <a:pt x="14771" y="153478"/>
                    <a:pt x="7659" y="215993"/>
                    <a:pt x="3415" y="228763"/>
                  </a:cubicBezTo>
                  <a:cubicBezTo>
                    <a:pt x="-868" y="241572"/>
                    <a:pt x="-868" y="281337"/>
                    <a:pt x="2001" y="302634"/>
                  </a:cubicBezTo>
                  <a:cubicBezTo>
                    <a:pt x="4830" y="323930"/>
                    <a:pt x="2001" y="375090"/>
                    <a:pt x="2001" y="375090"/>
                  </a:cubicBezTo>
                  <a:cubicBezTo>
                    <a:pt x="2001" y="375090"/>
                    <a:pt x="11942" y="387899"/>
                    <a:pt x="14810" y="400669"/>
                  </a:cubicBezTo>
                  <a:cubicBezTo>
                    <a:pt x="17639" y="413439"/>
                    <a:pt x="24751" y="423380"/>
                    <a:pt x="33278" y="423380"/>
                  </a:cubicBezTo>
                  <a:cubicBezTo>
                    <a:pt x="41804" y="423380"/>
                    <a:pt x="148367" y="403498"/>
                    <a:pt x="169703" y="385031"/>
                  </a:cubicBezTo>
                  <a:cubicBezTo>
                    <a:pt x="191000" y="366563"/>
                    <a:pt x="219408" y="350925"/>
                    <a:pt x="215165" y="335286"/>
                  </a:cubicBezTo>
                  <a:cubicBezTo>
                    <a:pt x="210882" y="319647"/>
                    <a:pt x="145538" y="170452"/>
                    <a:pt x="129899" y="132103"/>
                  </a:cubicBezTo>
                  <a:cubicBezTo>
                    <a:pt x="114182" y="93753"/>
                    <a:pt x="98583" y="19882"/>
                    <a:pt x="70174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1398326B-4165-91A3-EC73-966A58B7404E}"/>
                </a:ext>
              </a:extLst>
            </p:cNvPr>
            <p:cNvSpPr/>
            <p:nvPr/>
          </p:nvSpPr>
          <p:spPr>
            <a:xfrm>
              <a:off x="7656168" y="2442399"/>
              <a:ext cx="600280" cy="379333"/>
            </a:xfrm>
            <a:custGeom>
              <a:avLst/>
              <a:gdLst>
                <a:gd name="connsiteX0" fmla="*/ 20554 w 600280"/>
                <a:gd name="connsiteY0" fmla="*/ 0 h 379333"/>
                <a:gd name="connsiteX1" fmla="*/ 672 w 600280"/>
                <a:gd name="connsiteY1" fmla="*/ 143497 h 379333"/>
                <a:gd name="connsiteX2" fmla="*/ 26251 w 600280"/>
                <a:gd name="connsiteY2" fmla="*/ 260001 h 379333"/>
                <a:gd name="connsiteX3" fmla="*/ 101576 w 600280"/>
                <a:gd name="connsiteY3" fmla="*/ 289824 h 379333"/>
                <a:gd name="connsiteX4" fmla="*/ 259258 w 600280"/>
                <a:gd name="connsiteY4" fmla="*/ 316818 h 379333"/>
                <a:gd name="connsiteX5" fmla="*/ 407039 w 600280"/>
                <a:gd name="connsiteY5" fmla="*/ 325345 h 379333"/>
                <a:gd name="connsiteX6" fmla="*/ 480909 w 600280"/>
                <a:gd name="connsiteY6" fmla="*/ 379333 h 379333"/>
                <a:gd name="connsiteX7" fmla="*/ 600281 w 600280"/>
                <a:gd name="connsiteY7" fmla="*/ 264244 h 379333"/>
                <a:gd name="connsiteX8" fmla="*/ 569004 w 600280"/>
                <a:gd name="connsiteY8" fmla="*/ 223026 h 379333"/>
                <a:gd name="connsiteX9" fmla="*/ 571833 w 600280"/>
                <a:gd name="connsiteY9" fmla="*/ 197447 h 379333"/>
                <a:gd name="connsiteX10" fmla="*/ 540595 w 600280"/>
                <a:gd name="connsiteY10" fmla="*/ 198861 h 379333"/>
                <a:gd name="connsiteX11" fmla="*/ 492265 w 600280"/>
                <a:gd name="connsiteY11" fmla="*/ 201690 h 379333"/>
                <a:gd name="connsiteX12" fmla="*/ 415565 w 600280"/>
                <a:gd name="connsiteY12" fmla="*/ 217329 h 379333"/>
                <a:gd name="connsiteX13" fmla="*/ 296233 w 600280"/>
                <a:gd name="connsiteY13" fmla="*/ 220158 h 379333"/>
                <a:gd name="connsiteX14" fmla="*/ 166920 w 600280"/>
                <a:gd name="connsiteY14" fmla="*/ 178940 h 379333"/>
                <a:gd name="connsiteX15" fmla="*/ 135682 w 600280"/>
                <a:gd name="connsiteY15" fmla="*/ 163301 h 379333"/>
                <a:gd name="connsiteX16" fmla="*/ 151321 w 600280"/>
                <a:gd name="connsiteY16" fmla="*/ 96503 h 379333"/>
                <a:gd name="connsiteX17" fmla="*/ 83108 w 600280"/>
                <a:gd name="connsiteY17" fmla="*/ 48212 h 379333"/>
                <a:gd name="connsiteX18" fmla="*/ 20554 w 600280"/>
                <a:gd name="connsiteY18" fmla="*/ 0 h 37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00280" h="379333">
                  <a:moveTo>
                    <a:pt x="20554" y="0"/>
                  </a:moveTo>
                  <a:cubicBezTo>
                    <a:pt x="20554" y="0"/>
                    <a:pt x="3501" y="80983"/>
                    <a:pt x="672" y="143497"/>
                  </a:cubicBezTo>
                  <a:cubicBezTo>
                    <a:pt x="-2157" y="206012"/>
                    <a:pt x="3501" y="251474"/>
                    <a:pt x="26251" y="260001"/>
                  </a:cubicBezTo>
                  <a:cubicBezTo>
                    <a:pt x="49002" y="268527"/>
                    <a:pt x="57529" y="272810"/>
                    <a:pt x="101576" y="289824"/>
                  </a:cubicBezTo>
                  <a:cubicBezTo>
                    <a:pt x="145584" y="306877"/>
                    <a:pt x="193914" y="316818"/>
                    <a:pt x="259258" y="316818"/>
                  </a:cubicBezTo>
                  <a:cubicBezTo>
                    <a:pt x="324602" y="316818"/>
                    <a:pt x="385703" y="313989"/>
                    <a:pt x="407039" y="325345"/>
                  </a:cubicBezTo>
                  <a:cubicBezTo>
                    <a:pt x="428335" y="336701"/>
                    <a:pt x="480909" y="379333"/>
                    <a:pt x="480909" y="379333"/>
                  </a:cubicBezTo>
                  <a:lnTo>
                    <a:pt x="600281" y="264244"/>
                  </a:lnTo>
                  <a:lnTo>
                    <a:pt x="569004" y="223026"/>
                  </a:lnTo>
                  <a:cubicBezTo>
                    <a:pt x="569004" y="223026"/>
                    <a:pt x="580360" y="207388"/>
                    <a:pt x="571833" y="197447"/>
                  </a:cubicBezTo>
                  <a:cubicBezTo>
                    <a:pt x="563306" y="187506"/>
                    <a:pt x="560477" y="198861"/>
                    <a:pt x="540595" y="198861"/>
                  </a:cubicBezTo>
                  <a:cubicBezTo>
                    <a:pt x="520713" y="198861"/>
                    <a:pt x="512186" y="196032"/>
                    <a:pt x="492265" y="201690"/>
                  </a:cubicBezTo>
                  <a:cubicBezTo>
                    <a:pt x="472383" y="207388"/>
                    <a:pt x="435447" y="210217"/>
                    <a:pt x="415565" y="217329"/>
                  </a:cubicBezTo>
                  <a:cubicBezTo>
                    <a:pt x="395683" y="224441"/>
                    <a:pt x="343109" y="230099"/>
                    <a:pt x="296233" y="220158"/>
                  </a:cubicBezTo>
                  <a:cubicBezTo>
                    <a:pt x="249356" y="210217"/>
                    <a:pt x="182558" y="183223"/>
                    <a:pt x="166920" y="178940"/>
                  </a:cubicBezTo>
                  <a:cubicBezTo>
                    <a:pt x="151281" y="174696"/>
                    <a:pt x="141340" y="168999"/>
                    <a:pt x="135682" y="163301"/>
                  </a:cubicBezTo>
                  <a:cubicBezTo>
                    <a:pt x="131517" y="159175"/>
                    <a:pt x="151321" y="96503"/>
                    <a:pt x="151321" y="96503"/>
                  </a:cubicBezTo>
                  <a:cubicBezTo>
                    <a:pt x="151321" y="96503"/>
                    <a:pt x="111556" y="75207"/>
                    <a:pt x="83108" y="48212"/>
                  </a:cubicBezTo>
                  <a:cubicBezTo>
                    <a:pt x="54660" y="21297"/>
                    <a:pt x="34778" y="4244"/>
                    <a:pt x="20554" y="0"/>
                  </a:cubicBezTo>
                  <a:close/>
                </a:path>
              </a:pathLst>
            </a:custGeom>
            <a:solidFill>
              <a:srgbClr val="DC9967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050E35A1-BC4C-2312-F224-94659701E289}"/>
                </a:ext>
              </a:extLst>
            </p:cNvPr>
            <p:cNvSpPr/>
            <p:nvPr/>
          </p:nvSpPr>
          <p:spPr>
            <a:xfrm>
              <a:off x="7929122" y="1554974"/>
              <a:ext cx="435678" cy="514522"/>
            </a:xfrm>
            <a:custGeom>
              <a:avLst/>
              <a:gdLst>
                <a:gd name="connsiteX0" fmla="*/ 419352 w 435678"/>
                <a:gd name="connsiteY0" fmla="*/ 294300 h 514522"/>
                <a:gd name="connsiteX1" fmla="*/ 406542 w 435678"/>
                <a:gd name="connsiteY1" fmla="*/ 169898 h 514522"/>
                <a:gd name="connsiteX2" fmla="*/ 350510 w 435678"/>
                <a:gd name="connsiteY2" fmla="*/ 99761 h 514522"/>
                <a:gd name="connsiteX3" fmla="*/ 263320 w 435678"/>
                <a:gd name="connsiteY3" fmla="*/ 29544 h 514522"/>
                <a:gd name="connsiteX4" fmla="*/ 224027 w 435678"/>
                <a:gd name="connsiteY4" fmla="*/ 703 h 514522"/>
                <a:gd name="connsiteX5" fmla="*/ 127523 w 435678"/>
                <a:gd name="connsiteY5" fmla="*/ 40546 h 514522"/>
                <a:gd name="connsiteX6" fmla="*/ 40057 w 435678"/>
                <a:gd name="connsiteY6" fmla="*/ 188956 h 514522"/>
                <a:gd name="connsiteX7" fmla="*/ 7209 w 435678"/>
                <a:gd name="connsiteY7" fmla="*/ 291942 h 514522"/>
                <a:gd name="connsiteX8" fmla="*/ 24340 w 435678"/>
                <a:gd name="connsiteY8" fmla="*/ 405263 h 514522"/>
                <a:gd name="connsiteX9" fmla="*/ 48780 w 435678"/>
                <a:gd name="connsiteY9" fmla="*/ 456540 h 514522"/>
                <a:gd name="connsiteX10" fmla="*/ 17346 w 435678"/>
                <a:gd name="connsiteY10" fmla="*/ 492336 h 514522"/>
                <a:gd name="connsiteX11" fmla="*/ 4183 w 435678"/>
                <a:gd name="connsiteY11" fmla="*/ 496344 h 514522"/>
                <a:gd name="connsiteX12" fmla="*/ 66855 w 435678"/>
                <a:gd name="connsiteY12" fmla="*/ 489703 h 514522"/>
                <a:gd name="connsiteX13" fmla="*/ 59429 w 435678"/>
                <a:gd name="connsiteY13" fmla="*/ 502670 h 514522"/>
                <a:gd name="connsiteX14" fmla="*/ 36325 w 435678"/>
                <a:gd name="connsiteY14" fmla="*/ 512375 h 514522"/>
                <a:gd name="connsiteX15" fmla="*/ 73417 w 435678"/>
                <a:gd name="connsiteY15" fmla="*/ 510450 h 514522"/>
                <a:gd name="connsiteX16" fmla="*/ 96718 w 435678"/>
                <a:gd name="connsiteY16" fmla="*/ 494222 h 514522"/>
                <a:gd name="connsiteX17" fmla="*/ 118722 w 435678"/>
                <a:gd name="connsiteY17" fmla="*/ 500037 h 514522"/>
                <a:gd name="connsiteX18" fmla="*/ 136443 w 435678"/>
                <a:gd name="connsiteY18" fmla="*/ 440155 h 514522"/>
                <a:gd name="connsiteX19" fmla="*/ 127680 w 435678"/>
                <a:gd name="connsiteY19" fmla="*/ 351510 h 514522"/>
                <a:gd name="connsiteX20" fmla="*/ 310196 w 435678"/>
                <a:gd name="connsiteY20" fmla="*/ 381923 h 514522"/>
                <a:gd name="connsiteX21" fmla="*/ 314990 w 435678"/>
                <a:gd name="connsiteY21" fmla="*/ 461766 h 514522"/>
                <a:gd name="connsiteX22" fmla="*/ 302219 w 435678"/>
                <a:gd name="connsiteY22" fmla="*/ 487621 h 514522"/>
                <a:gd name="connsiteX23" fmla="*/ 317976 w 435678"/>
                <a:gd name="connsiteY23" fmla="*/ 490921 h 514522"/>
                <a:gd name="connsiteX24" fmla="*/ 352750 w 435678"/>
                <a:gd name="connsiteY24" fmla="*/ 504477 h 514522"/>
                <a:gd name="connsiteX25" fmla="*/ 382691 w 435678"/>
                <a:gd name="connsiteY25" fmla="*/ 482788 h 514522"/>
                <a:gd name="connsiteX26" fmla="*/ 401591 w 435678"/>
                <a:gd name="connsiteY26" fmla="*/ 460587 h 514522"/>
                <a:gd name="connsiteX27" fmla="*/ 390786 w 435678"/>
                <a:gd name="connsiteY27" fmla="*/ 483888 h 514522"/>
                <a:gd name="connsiteX28" fmla="*/ 416247 w 435678"/>
                <a:gd name="connsiteY28" fmla="*/ 455911 h 514522"/>
                <a:gd name="connsiteX29" fmla="*/ 419352 w 435678"/>
                <a:gd name="connsiteY29" fmla="*/ 294300 h 514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35678" h="514522">
                  <a:moveTo>
                    <a:pt x="419352" y="294300"/>
                  </a:moveTo>
                  <a:cubicBezTo>
                    <a:pt x="426621" y="273317"/>
                    <a:pt x="430904" y="211588"/>
                    <a:pt x="406542" y="169898"/>
                  </a:cubicBezTo>
                  <a:cubicBezTo>
                    <a:pt x="395226" y="150566"/>
                    <a:pt x="361237" y="123336"/>
                    <a:pt x="350510" y="99761"/>
                  </a:cubicBezTo>
                  <a:cubicBezTo>
                    <a:pt x="327563" y="49387"/>
                    <a:pt x="294597" y="29387"/>
                    <a:pt x="263320" y="29544"/>
                  </a:cubicBezTo>
                  <a:cubicBezTo>
                    <a:pt x="263320" y="29544"/>
                    <a:pt x="247092" y="4908"/>
                    <a:pt x="224027" y="703"/>
                  </a:cubicBezTo>
                  <a:cubicBezTo>
                    <a:pt x="200962" y="-3501"/>
                    <a:pt x="163044" y="11313"/>
                    <a:pt x="127523" y="40546"/>
                  </a:cubicBezTo>
                  <a:cubicBezTo>
                    <a:pt x="92042" y="69780"/>
                    <a:pt x="52474" y="111077"/>
                    <a:pt x="40057" y="188956"/>
                  </a:cubicBezTo>
                  <a:cubicBezTo>
                    <a:pt x="34242" y="225616"/>
                    <a:pt x="16089" y="267541"/>
                    <a:pt x="7209" y="291942"/>
                  </a:cubicBezTo>
                  <a:cubicBezTo>
                    <a:pt x="-11141" y="342433"/>
                    <a:pt x="9605" y="382080"/>
                    <a:pt x="24340" y="405263"/>
                  </a:cubicBezTo>
                  <a:cubicBezTo>
                    <a:pt x="33181" y="419172"/>
                    <a:pt x="49252" y="438780"/>
                    <a:pt x="48780" y="456540"/>
                  </a:cubicBezTo>
                  <a:cubicBezTo>
                    <a:pt x="48348" y="474300"/>
                    <a:pt x="30509" y="488328"/>
                    <a:pt x="17346" y="492336"/>
                  </a:cubicBezTo>
                  <a:cubicBezTo>
                    <a:pt x="4183" y="496344"/>
                    <a:pt x="-1279" y="489232"/>
                    <a:pt x="4183" y="496344"/>
                  </a:cubicBezTo>
                  <a:cubicBezTo>
                    <a:pt x="23829" y="521963"/>
                    <a:pt x="66855" y="489703"/>
                    <a:pt x="66855" y="489703"/>
                  </a:cubicBezTo>
                  <a:cubicBezTo>
                    <a:pt x="66855" y="489703"/>
                    <a:pt x="65008" y="496344"/>
                    <a:pt x="59429" y="502670"/>
                  </a:cubicBezTo>
                  <a:cubicBezTo>
                    <a:pt x="52160" y="511000"/>
                    <a:pt x="36325" y="512375"/>
                    <a:pt x="36325" y="512375"/>
                  </a:cubicBezTo>
                  <a:cubicBezTo>
                    <a:pt x="36325" y="512375"/>
                    <a:pt x="52867" y="518308"/>
                    <a:pt x="73417" y="510450"/>
                  </a:cubicBezTo>
                  <a:cubicBezTo>
                    <a:pt x="87445" y="505067"/>
                    <a:pt x="96718" y="494222"/>
                    <a:pt x="96718" y="494222"/>
                  </a:cubicBezTo>
                  <a:cubicBezTo>
                    <a:pt x="96718" y="494222"/>
                    <a:pt x="108623" y="503102"/>
                    <a:pt x="118722" y="500037"/>
                  </a:cubicBezTo>
                  <a:cubicBezTo>
                    <a:pt x="140451" y="493554"/>
                    <a:pt x="138211" y="477404"/>
                    <a:pt x="136443" y="440155"/>
                  </a:cubicBezTo>
                  <a:cubicBezTo>
                    <a:pt x="134675" y="402944"/>
                    <a:pt x="127680" y="351510"/>
                    <a:pt x="127680" y="351510"/>
                  </a:cubicBezTo>
                  <a:cubicBezTo>
                    <a:pt x="125952" y="323376"/>
                    <a:pt x="310274" y="360665"/>
                    <a:pt x="310196" y="381923"/>
                  </a:cubicBezTo>
                  <a:cubicBezTo>
                    <a:pt x="310078" y="403180"/>
                    <a:pt x="314754" y="458072"/>
                    <a:pt x="314990" y="461766"/>
                  </a:cubicBezTo>
                  <a:cubicBezTo>
                    <a:pt x="315893" y="476029"/>
                    <a:pt x="309842" y="483338"/>
                    <a:pt x="302219" y="487621"/>
                  </a:cubicBezTo>
                  <a:cubicBezTo>
                    <a:pt x="304695" y="492257"/>
                    <a:pt x="314007" y="490371"/>
                    <a:pt x="317976" y="490921"/>
                  </a:cubicBezTo>
                  <a:cubicBezTo>
                    <a:pt x="334086" y="503063"/>
                    <a:pt x="344577" y="505970"/>
                    <a:pt x="352750" y="504477"/>
                  </a:cubicBezTo>
                  <a:cubicBezTo>
                    <a:pt x="370314" y="500116"/>
                    <a:pt x="374833" y="490803"/>
                    <a:pt x="382691" y="482788"/>
                  </a:cubicBezTo>
                  <a:cubicBezTo>
                    <a:pt x="389450" y="475872"/>
                    <a:pt x="397269" y="467463"/>
                    <a:pt x="401591" y="460587"/>
                  </a:cubicBezTo>
                  <a:cubicBezTo>
                    <a:pt x="398448" y="468760"/>
                    <a:pt x="393732" y="480784"/>
                    <a:pt x="390786" y="483888"/>
                  </a:cubicBezTo>
                  <a:cubicBezTo>
                    <a:pt x="385677" y="489232"/>
                    <a:pt x="407485" y="468013"/>
                    <a:pt x="416247" y="455911"/>
                  </a:cubicBezTo>
                  <a:cubicBezTo>
                    <a:pt x="465914" y="387384"/>
                    <a:pt x="402691" y="342591"/>
                    <a:pt x="419352" y="294300"/>
                  </a:cubicBez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964E09DB-7DEE-9F0C-BE38-62BDDDA0075A}"/>
                </a:ext>
              </a:extLst>
            </p:cNvPr>
            <p:cNvSpPr/>
            <p:nvPr/>
          </p:nvSpPr>
          <p:spPr>
            <a:xfrm>
              <a:off x="8068579" y="2503428"/>
              <a:ext cx="557359" cy="335980"/>
            </a:xfrm>
            <a:custGeom>
              <a:avLst/>
              <a:gdLst>
                <a:gd name="connsiteX0" fmla="*/ 67084 w 557359"/>
                <a:gd name="connsiteY0" fmla="*/ 204669 h 335980"/>
                <a:gd name="connsiteX1" fmla="*/ 104019 w 557359"/>
                <a:gd name="connsiteY1" fmla="*/ 206084 h 335980"/>
                <a:gd name="connsiteX2" fmla="*/ 149481 w 557359"/>
                <a:gd name="connsiteY2" fmla="*/ 193274 h 335980"/>
                <a:gd name="connsiteX3" fmla="*/ 126731 w 557359"/>
                <a:gd name="connsiteY3" fmla="*/ 217439 h 335980"/>
                <a:gd name="connsiteX4" fmla="*/ 102565 w 557359"/>
                <a:gd name="connsiteY4" fmla="*/ 237322 h 335980"/>
                <a:gd name="connsiteX5" fmla="*/ 74157 w 557359"/>
                <a:gd name="connsiteY5" fmla="*/ 250092 h 335980"/>
                <a:gd name="connsiteX6" fmla="*/ 51406 w 557359"/>
                <a:gd name="connsiteY6" fmla="*/ 234453 h 335980"/>
                <a:gd name="connsiteX7" fmla="*/ 25826 w 557359"/>
                <a:gd name="connsiteY7" fmla="*/ 233039 h 335980"/>
                <a:gd name="connsiteX8" fmla="*/ 37182 w 557359"/>
                <a:gd name="connsiteY8" fmla="*/ 255789 h 335980"/>
                <a:gd name="connsiteX9" fmla="*/ 10188 w 557359"/>
                <a:gd name="connsiteY9" fmla="*/ 240151 h 335980"/>
                <a:gd name="connsiteX10" fmla="*/ 5944 w 557359"/>
                <a:gd name="connsiteY10" fmla="*/ 260033 h 335980"/>
                <a:gd name="connsiteX11" fmla="*/ 27241 w 557359"/>
                <a:gd name="connsiteY11" fmla="*/ 287027 h 335980"/>
                <a:gd name="connsiteX12" fmla="*/ 20168 w 557359"/>
                <a:gd name="connsiteY12" fmla="*/ 296968 h 335980"/>
                <a:gd name="connsiteX13" fmla="*/ 58518 w 557359"/>
                <a:gd name="connsiteY13" fmla="*/ 326792 h 335980"/>
                <a:gd name="connsiteX14" fmla="*/ 112507 w 557359"/>
                <a:gd name="connsiteY14" fmla="*/ 335318 h 335980"/>
                <a:gd name="connsiteX15" fmla="*/ 187831 w 557359"/>
                <a:gd name="connsiteY15" fmla="*/ 301212 h 335980"/>
                <a:gd name="connsiteX16" fmla="*/ 261702 w 557359"/>
                <a:gd name="connsiteY16" fmla="*/ 244394 h 335980"/>
                <a:gd name="connsiteX17" fmla="*/ 379620 w 557359"/>
                <a:gd name="connsiteY17" fmla="*/ 258618 h 335980"/>
                <a:gd name="connsiteX18" fmla="*/ 513176 w 557359"/>
                <a:gd name="connsiteY18" fmla="*/ 238736 h 335980"/>
                <a:gd name="connsiteX19" fmla="*/ 552940 w 557359"/>
                <a:gd name="connsiteY19" fmla="*/ 198972 h 335980"/>
                <a:gd name="connsiteX20" fmla="*/ 551526 w 557359"/>
                <a:gd name="connsiteY20" fmla="*/ 71 h 335980"/>
                <a:gd name="connsiteX21" fmla="*/ 474787 w 557359"/>
                <a:gd name="connsiteY21" fmla="*/ 34178 h 335980"/>
                <a:gd name="connsiteX22" fmla="*/ 416515 w 557359"/>
                <a:gd name="connsiteY22" fmla="*/ 72527 h 335980"/>
                <a:gd name="connsiteX23" fmla="*/ 419345 w 557359"/>
                <a:gd name="connsiteY23" fmla="*/ 120818 h 335980"/>
                <a:gd name="connsiteX24" fmla="*/ 371054 w 557359"/>
                <a:gd name="connsiteY24" fmla="*/ 140701 h 335980"/>
                <a:gd name="connsiteX25" fmla="*/ 268735 w 557359"/>
                <a:gd name="connsiteY25" fmla="*/ 143530 h 335980"/>
                <a:gd name="connsiteX26" fmla="*/ 183469 w 557359"/>
                <a:gd name="connsiteY26" fmla="*/ 147773 h 335980"/>
                <a:gd name="connsiteX27" fmla="*/ 143705 w 557359"/>
                <a:gd name="connsiteY27" fmla="*/ 159129 h 335980"/>
                <a:gd name="connsiteX28" fmla="*/ 98243 w 557359"/>
                <a:gd name="connsiteY28" fmla="*/ 170485 h 335980"/>
                <a:gd name="connsiteX29" fmla="*/ 76947 w 557359"/>
                <a:gd name="connsiteY29" fmla="*/ 186123 h 335980"/>
                <a:gd name="connsiteX30" fmla="*/ 67084 w 557359"/>
                <a:gd name="connsiteY30" fmla="*/ 204669 h 335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57359" h="335980">
                  <a:moveTo>
                    <a:pt x="67084" y="204669"/>
                  </a:moveTo>
                  <a:cubicBezTo>
                    <a:pt x="72939" y="210524"/>
                    <a:pt x="89835" y="210367"/>
                    <a:pt x="104019" y="206084"/>
                  </a:cubicBezTo>
                  <a:cubicBezTo>
                    <a:pt x="118204" y="201801"/>
                    <a:pt x="142369" y="187616"/>
                    <a:pt x="149481" y="193274"/>
                  </a:cubicBezTo>
                  <a:cubicBezTo>
                    <a:pt x="156593" y="198972"/>
                    <a:pt x="132428" y="210327"/>
                    <a:pt x="126731" y="217439"/>
                  </a:cubicBezTo>
                  <a:cubicBezTo>
                    <a:pt x="121033" y="224551"/>
                    <a:pt x="116789" y="230249"/>
                    <a:pt x="102565" y="237322"/>
                  </a:cubicBezTo>
                  <a:cubicBezTo>
                    <a:pt x="88341" y="244434"/>
                    <a:pt x="79815" y="250092"/>
                    <a:pt x="74157" y="250092"/>
                  </a:cubicBezTo>
                  <a:cubicBezTo>
                    <a:pt x="68459" y="250092"/>
                    <a:pt x="62801" y="241565"/>
                    <a:pt x="51406" y="234453"/>
                  </a:cubicBezTo>
                  <a:cubicBezTo>
                    <a:pt x="40050" y="227341"/>
                    <a:pt x="28656" y="225927"/>
                    <a:pt x="25826" y="233039"/>
                  </a:cubicBezTo>
                  <a:cubicBezTo>
                    <a:pt x="22997" y="240151"/>
                    <a:pt x="37182" y="255789"/>
                    <a:pt x="37182" y="255789"/>
                  </a:cubicBezTo>
                  <a:cubicBezTo>
                    <a:pt x="37182" y="255789"/>
                    <a:pt x="22958" y="237322"/>
                    <a:pt x="10188" y="240151"/>
                  </a:cubicBezTo>
                  <a:cubicBezTo>
                    <a:pt x="-2582" y="242980"/>
                    <a:pt x="-2582" y="250092"/>
                    <a:pt x="5944" y="260033"/>
                  </a:cubicBezTo>
                  <a:cubicBezTo>
                    <a:pt x="14432" y="269974"/>
                    <a:pt x="27241" y="287027"/>
                    <a:pt x="27241" y="287027"/>
                  </a:cubicBezTo>
                  <a:cubicBezTo>
                    <a:pt x="27241" y="287027"/>
                    <a:pt x="13056" y="288442"/>
                    <a:pt x="20168" y="296968"/>
                  </a:cubicBezTo>
                  <a:cubicBezTo>
                    <a:pt x="27241" y="305495"/>
                    <a:pt x="44333" y="322548"/>
                    <a:pt x="58518" y="326792"/>
                  </a:cubicBezTo>
                  <a:cubicBezTo>
                    <a:pt x="72742" y="331074"/>
                    <a:pt x="99736" y="338186"/>
                    <a:pt x="112507" y="335318"/>
                  </a:cubicBezTo>
                  <a:cubicBezTo>
                    <a:pt x="125316" y="332489"/>
                    <a:pt x="175021" y="311153"/>
                    <a:pt x="187831" y="301212"/>
                  </a:cubicBezTo>
                  <a:cubicBezTo>
                    <a:pt x="200601" y="291271"/>
                    <a:pt x="247517" y="250053"/>
                    <a:pt x="261702" y="244394"/>
                  </a:cubicBezTo>
                  <a:cubicBezTo>
                    <a:pt x="275926" y="238697"/>
                    <a:pt x="337026" y="255750"/>
                    <a:pt x="379620" y="258618"/>
                  </a:cubicBezTo>
                  <a:cubicBezTo>
                    <a:pt x="422252" y="261448"/>
                    <a:pt x="496123" y="242980"/>
                    <a:pt x="513176" y="238736"/>
                  </a:cubicBezTo>
                  <a:cubicBezTo>
                    <a:pt x="530229" y="234493"/>
                    <a:pt x="544414" y="217439"/>
                    <a:pt x="552940" y="198972"/>
                  </a:cubicBezTo>
                  <a:cubicBezTo>
                    <a:pt x="561467" y="180504"/>
                    <a:pt x="555769" y="1486"/>
                    <a:pt x="551526" y="71"/>
                  </a:cubicBezTo>
                  <a:cubicBezTo>
                    <a:pt x="547243" y="-1343"/>
                    <a:pt x="506064" y="18539"/>
                    <a:pt x="474787" y="34178"/>
                  </a:cubicBezTo>
                  <a:cubicBezTo>
                    <a:pt x="443510" y="49816"/>
                    <a:pt x="416515" y="72527"/>
                    <a:pt x="416515" y="72527"/>
                  </a:cubicBezTo>
                  <a:lnTo>
                    <a:pt x="419345" y="120818"/>
                  </a:lnTo>
                  <a:cubicBezTo>
                    <a:pt x="419345" y="120818"/>
                    <a:pt x="393804" y="132174"/>
                    <a:pt x="371054" y="140701"/>
                  </a:cubicBezTo>
                  <a:cubicBezTo>
                    <a:pt x="348303" y="149227"/>
                    <a:pt x="314197" y="144944"/>
                    <a:pt x="268735" y="143530"/>
                  </a:cubicBezTo>
                  <a:cubicBezTo>
                    <a:pt x="223273" y="142115"/>
                    <a:pt x="194864" y="144944"/>
                    <a:pt x="183469" y="147773"/>
                  </a:cubicBezTo>
                  <a:cubicBezTo>
                    <a:pt x="172114" y="150602"/>
                    <a:pt x="155061" y="157714"/>
                    <a:pt x="143705" y="159129"/>
                  </a:cubicBezTo>
                  <a:cubicBezTo>
                    <a:pt x="132349" y="160544"/>
                    <a:pt x="108184" y="161958"/>
                    <a:pt x="98243" y="170485"/>
                  </a:cubicBezTo>
                  <a:cubicBezTo>
                    <a:pt x="88302" y="179011"/>
                    <a:pt x="84059" y="183255"/>
                    <a:pt x="76947" y="186123"/>
                  </a:cubicBezTo>
                  <a:cubicBezTo>
                    <a:pt x="69913" y="189031"/>
                    <a:pt x="54274" y="191860"/>
                    <a:pt x="67084" y="204669"/>
                  </a:cubicBezTo>
                  <a:close/>
                </a:path>
              </a:pathLst>
            </a:custGeom>
            <a:solidFill>
              <a:srgbClr val="F3B67E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E1250CEB-21CC-C0C3-196E-0E5CE1A3F545}"/>
                </a:ext>
              </a:extLst>
            </p:cNvPr>
            <p:cNvSpPr/>
            <p:nvPr/>
          </p:nvSpPr>
          <p:spPr>
            <a:xfrm>
              <a:off x="7998462" y="1608487"/>
              <a:ext cx="298373" cy="394922"/>
            </a:xfrm>
            <a:custGeom>
              <a:avLst/>
              <a:gdLst>
                <a:gd name="connsiteX0" fmla="*/ 181680 w 298373"/>
                <a:gd name="connsiteY0" fmla="*/ 0 h 394922"/>
                <a:gd name="connsiteX1" fmla="*/ 180580 w 298373"/>
                <a:gd name="connsiteY1" fmla="*/ 22554 h 394922"/>
                <a:gd name="connsiteX2" fmla="*/ 166513 w 298373"/>
                <a:gd name="connsiteY2" fmla="*/ 22358 h 394922"/>
                <a:gd name="connsiteX3" fmla="*/ 150521 w 298373"/>
                <a:gd name="connsiteY3" fmla="*/ 27466 h 394922"/>
                <a:gd name="connsiteX4" fmla="*/ 120226 w 298373"/>
                <a:gd name="connsiteY4" fmla="*/ 30059 h 394922"/>
                <a:gd name="connsiteX5" fmla="*/ 49578 w 298373"/>
                <a:gd name="connsiteY5" fmla="*/ 91985 h 394922"/>
                <a:gd name="connsiteX6" fmla="*/ 39204 w 298373"/>
                <a:gd name="connsiteY6" fmla="*/ 143812 h 394922"/>
                <a:gd name="connsiteX7" fmla="*/ 29813 w 298373"/>
                <a:gd name="connsiteY7" fmla="*/ 211042 h 394922"/>
                <a:gd name="connsiteX8" fmla="*/ 4273 w 298373"/>
                <a:gd name="connsiteY8" fmla="*/ 206130 h 394922"/>
                <a:gd name="connsiteX9" fmla="*/ 3723 w 298373"/>
                <a:gd name="connsiteY9" fmla="*/ 241769 h 394922"/>
                <a:gd name="connsiteX10" fmla="*/ 13153 w 298373"/>
                <a:gd name="connsiteY10" fmla="*/ 267742 h 394922"/>
                <a:gd name="connsiteX11" fmla="*/ 28674 w 298373"/>
                <a:gd name="connsiteY11" fmla="*/ 287074 h 394922"/>
                <a:gd name="connsiteX12" fmla="*/ 41130 w 298373"/>
                <a:gd name="connsiteY12" fmla="*/ 276072 h 394922"/>
                <a:gd name="connsiteX13" fmla="*/ 54214 w 298373"/>
                <a:gd name="connsiteY13" fmla="*/ 315757 h 394922"/>
                <a:gd name="connsiteX14" fmla="*/ 93429 w 298373"/>
                <a:gd name="connsiteY14" fmla="*/ 367545 h 394922"/>
                <a:gd name="connsiteX15" fmla="*/ 144784 w 298373"/>
                <a:gd name="connsiteY15" fmla="*/ 394186 h 394922"/>
                <a:gd name="connsiteX16" fmla="*/ 197280 w 298373"/>
                <a:gd name="connsiteY16" fmla="*/ 387663 h 394922"/>
                <a:gd name="connsiteX17" fmla="*/ 251897 w 298373"/>
                <a:gd name="connsiteY17" fmla="*/ 334814 h 394922"/>
                <a:gd name="connsiteX18" fmla="*/ 269461 w 298373"/>
                <a:gd name="connsiteY18" fmla="*/ 285384 h 394922"/>
                <a:gd name="connsiteX19" fmla="*/ 272526 w 298373"/>
                <a:gd name="connsiteY19" fmla="*/ 270846 h 394922"/>
                <a:gd name="connsiteX20" fmla="*/ 290050 w 298373"/>
                <a:gd name="connsiteY20" fmla="*/ 265109 h 394922"/>
                <a:gd name="connsiteX21" fmla="*/ 294255 w 298373"/>
                <a:gd name="connsiteY21" fmla="*/ 239804 h 394922"/>
                <a:gd name="connsiteX22" fmla="*/ 297673 w 298373"/>
                <a:gd name="connsiteY22" fmla="*/ 202751 h 394922"/>
                <a:gd name="connsiteX23" fmla="*/ 273586 w 298373"/>
                <a:gd name="connsiteY23" fmla="*/ 170335 h 394922"/>
                <a:gd name="connsiteX24" fmla="*/ 250914 w 298373"/>
                <a:gd name="connsiteY24" fmla="*/ 81061 h 394922"/>
                <a:gd name="connsiteX25" fmla="*/ 192368 w 298373"/>
                <a:gd name="connsiteY25" fmla="*/ 28134 h 394922"/>
                <a:gd name="connsiteX26" fmla="*/ 181680 w 298373"/>
                <a:gd name="connsiteY26" fmla="*/ 0 h 394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8373" h="394922">
                  <a:moveTo>
                    <a:pt x="181680" y="0"/>
                  </a:moveTo>
                  <a:cubicBezTo>
                    <a:pt x="181680" y="0"/>
                    <a:pt x="181366" y="18939"/>
                    <a:pt x="180580" y="22554"/>
                  </a:cubicBezTo>
                  <a:cubicBezTo>
                    <a:pt x="179794" y="26208"/>
                    <a:pt x="175158" y="22358"/>
                    <a:pt x="166513" y="22358"/>
                  </a:cubicBezTo>
                  <a:cubicBezTo>
                    <a:pt x="159323" y="22397"/>
                    <a:pt x="154097" y="25462"/>
                    <a:pt x="150521" y="27466"/>
                  </a:cubicBezTo>
                  <a:cubicBezTo>
                    <a:pt x="140659" y="33006"/>
                    <a:pt x="127063" y="30334"/>
                    <a:pt x="120226" y="30059"/>
                  </a:cubicBezTo>
                  <a:cubicBezTo>
                    <a:pt x="83330" y="28487"/>
                    <a:pt x="54214" y="81965"/>
                    <a:pt x="49578" y="91985"/>
                  </a:cubicBezTo>
                  <a:cubicBezTo>
                    <a:pt x="44941" y="102004"/>
                    <a:pt x="44745" y="131317"/>
                    <a:pt x="39204" y="143812"/>
                  </a:cubicBezTo>
                  <a:cubicBezTo>
                    <a:pt x="29303" y="166248"/>
                    <a:pt x="35118" y="193399"/>
                    <a:pt x="29813" y="211042"/>
                  </a:cubicBezTo>
                  <a:cubicBezTo>
                    <a:pt x="26906" y="222555"/>
                    <a:pt x="17751" y="213989"/>
                    <a:pt x="4273" y="206130"/>
                  </a:cubicBezTo>
                  <a:cubicBezTo>
                    <a:pt x="-1228" y="213517"/>
                    <a:pt x="-1424" y="216739"/>
                    <a:pt x="3723" y="241769"/>
                  </a:cubicBezTo>
                  <a:cubicBezTo>
                    <a:pt x="5688" y="251199"/>
                    <a:pt x="12092" y="257250"/>
                    <a:pt x="13153" y="267742"/>
                  </a:cubicBezTo>
                  <a:cubicBezTo>
                    <a:pt x="14214" y="278233"/>
                    <a:pt x="20855" y="288017"/>
                    <a:pt x="28674" y="287074"/>
                  </a:cubicBezTo>
                  <a:cubicBezTo>
                    <a:pt x="36493" y="286091"/>
                    <a:pt x="41130" y="276072"/>
                    <a:pt x="41130" y="276072"/>
                  </a:cubicBezTo>
                  <a:cubicBezTo>
                    <a:pt x="41130" y="276072"/>
                    <a:pt x="44391" y="296897"/>
                    <a:pt x="54214" y="315757"/>
                  </a:cubicBezTo>
                  <a:cubicBezTo>
                    <a:pt x="64038" y="334618"/>
                    <a:pt x="78812" y="357565"/>
                    <a:pt x="93429" y="367545"/>
                  </a:cubicBezTo>
                  <a:cubicBezTo>
                    <a:pt x="108006" y="377526"/>
                    <a:pt x="134372" y="391946"/>
                    <a:pt x="144784" y="394186"/>
                  </a:cubicBezTo>
                  <a:cubicBezTo>
                    <a:pt x="155197" y="396426"/>
                    <a:pt x="179755" y="393361"/>
                    <a:pt x="197280" y="387663"/>
                  </a:cubicBezTo>
                  <a:cubicBezTo>
                    <a:pt x="214804" y="381927"/>
                    <a:pt x="240227" y="353950"/>
                    <a:pt x="251897" y="334814"/>
                  </a:cubicBezTo>
                  <a:cubicBezTo>
                    <a:pt x="263488" y="315640"/>
                    <a:pt x="268085" y="293832"/>
                    <a:pt x="269461" y="285384"/>
                  </a:cubicBezTo>
                  <a:cubicBezTo>
                    <a:pt x="270875" y="276936"/>
                    <a:pt x="272526" y="270846"/>
                    <a:pt x="272526" y="270846"/>
                  </a:cubicBezTo>
                  <a:cubicBezTo>
                    <a:pt x="272526" y="270846"/>
                    <a:pt x="282938" y="277368"/>
                    <a:pt x="290050" y="265109"/>
                  </a:cubicBezTo>
                  <a:cubicBezTo>
                    <a:pt x="294294" y="257840"/>
                    <a:pt x="291740" y="248370"/>
                    <a:pt x="294255" y="239804"/>
                  </a:cubicBezTo>
                  <a:cubicBezTo>
                    <a:pt x="296769" y="231238"/>
                    <a:pt x="299755" y="211946"/>
                    <a:pt x="297673" y="202751"/>
                  </a:cubicBezTo>
                  <a:cubicBezTo>
                    <a:pt x="276612" y="195482"/>
                    <a:pt x="277359" y="185227"/>
                    <a:pt x="273586" y="170335"/>
                  </a:cubicBezTo>
                  <a:cubicBezTo>
                    <a:pt x="269814" y="155443"/>
                    <a:pt x="260816" y="100983"/>
                    <a:pt x="250914" y="81061"/>
                  </a:cubicBezTo>
                  <a:cubicBezTo>
                    <a:pt x="229421" y="37800"/>
                    <a:pt x="192368" y="28134"/>
                    <a:pt x="192368" y="28134"/>
                  </a:cubicBezTo>
                  <a:cubicBezTo>
                    <a:pt x="192368" y="28134"/>
                    <a:pt x="186710" y="15914"/>
                    <a:pt x="181680" y="0"/>
                  </a:cubicBezTo>
                  <a:close/>
                </a:path>
              </a:pathLst>
            </a:custGeom>
            <a:solidFill>
              <a:srgbClr val="EDAB7E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9" name="Graphic 155">
            <a:extLst>
              <a:ext uri="{FF2B5EF4-FFF2-40B4-BE49-F238E27FC236}">
                <a16:creationId xmlns:a16="http://schemas.microsoft.com/office/drawing/2014/main" id="{4A5025DA-E81C-739A-F59A-F9671977FD06}"/>
              </a:ext>
            </a:extLst>
          </p:cNvPr>
          <p:cNvGrpSpPr/>
          <p:nvPr/>
        </p:nvGrpSpPr>
        <p:grpSpPr>
          <a:xfrm>
            <a:off x="-5368072" y="-562487"/>
            <a:ext cx="1147942" cy="3033603"/>
            <a:chOff x="6912841" y="2528523"/>
            <a:chExt cx="1147942" cy="303360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1972599F-BA89-7C52-AB8E-25F42F836F00}"/>
                </a:ext>
              </a:extLst>
            </p:cNvPr>
            <p:cNvSpPr/>
            <p:nvPr/>
          </p:nvSpPr>
          <p:spPr>
            <a:xfrm>
              <a:off x="7337074" y="2987772"/>
              <a:ext cx="256164" cy="962448"/>
            </a:xfrm>
            <a:custGeom>
              <a:avLst/>
              <a:gdLst>
                <a:gd name="connsiteX0" fmla="*/ 38414 w 256164"/>
                <a:gd name="connsiteY0" fmla="*/ 23056 h 962448"/>
                <a:gd name="connsiteX1" fmla="*/ 0 w 256164"/>
                <a:gd name="connsiteY1" fmla="*/ 69167 h 962448"/>
                <a:gd name="connsiteX2" fmla="*/ 93924 w 256164"/>
                <a:gd name="connsiteY2" fmla="*/ 939393 h 962448"/>
                <a:gd name="connsiteX3" fmla="*/ 201542 w 256164"/>
                <a:gd name="connsiteY3" fmla="*/ 962449 h 962448"/>
                <a:gd name="connsiteX4" fmla="*/ 256164 w 256164"/>
                <a:gd name="connsiteY4" fmla="*/ 44853 h 962448"/>
                <a:gd name="connsiteX5" fmla="*/ 172898 w 256164"/>
                <a:gd name="connsiteY5" fmla="*/ 0 h 962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6164" h="962448">
                  <a:moveTo>
                    <a:pt x="38414" y="23056"/>
                  </a:moveTo>
                  <a:lnTo>
                    <a:pt x="0" y="69167"/>
                  </a:lnTo>
                  <a:lnTo>
                    <a:pt x="93924" y="939393"/>
                  </a:lnTo>
                  <a:lnTo>
                    <a:pt x="201542" y="962449"/>
                  </a:lnTo>
                  <a:lnTo>
                    <a:pt x="256164" y="44853"/>
                  </a:lnTo>
                  <a:lnTo>
                    <a:pt x="172898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70E8EFDC-0AC7-76FF-E706-4A02B6884EC7}"/>
                </a:ext>
              </a:extLst>
            </p:cNvPr>
            <p:cNvSpPr/>
            <p:nvPr/>
          </p:nvSpPr>
          <p:spPr>
            <a:xfrm>
              <a:off x="7137302" y="5455714"/>
              <a:ext cx="272453" cy="99472"/>
            </a:xfrm>
            <a:custGeom>
              <a:avLst/>
              <a:gdLst>
                <a:gd name="connsiteX0" fmla="*/ 26873 w 272453"/>
                <a:gd name="connsiteY0" fmla="*/ 45445 h 99472"/>
                <a:gd name="connsiteX1" fmla="*/ 14069 w 272453"/>
                <a:gd name="connsiteY1" fmla="*/ 68501 h 99472"/>
                <a:gd name="connsiteX2" fmla="*/ 1264 w 272453"/>
                <a:gd name="connsiteY2" fmla="*/ 74903 h 99472"/>
                <a:gd name="connsiteX3" fmla="*/ 3188 w 272453"/>
                <a:gd name="connsiteY3" fmla="*/ 93480 h 99472"/>
                <a:gd name="connsiteX4" fmla="*/ 122315 w 272453"/>
                <a:gd name="connsiteY4" fmla="*/ 99254 h 99472"/>
                <a:gd name="connsiteX5" fmla="*/ 199808 w 272453"/>
                <a:gd name="connsiteY5" fmla="*/ 83230 h 99472"/>
                <a:gd name="connsiteX6" fmla="*/ 212613 w 272453"/>
                <a:gd name="connsiteY6" fmla="*/ 67871 h 99472"/>
                <a:gd name="connsiteX7" fmla="*/ 235668 w 272453"/>
                <a:gd name="connsiteY7" fmla="*/ 68501 h 99472"/>
                <a:gd name="connsiteX8" fmla="*/ 272157 w 272453"/>
                <a:gd name="connsiteY8" fmla="*/ 53772 h 99472"/>
                <a:gd name="connsiteX9" fmla="*/ 272157 w 272453"/>
                <a:gd name="connsiteY9" fmla="*/ 4478 h 99472"/>
                <a:gd name="connsiteX10" fmla="*/ 255504 w 272453"/>
                <a:gd name="connsiteY10" fmla="*/ 0 h 99472"/>
                <a:gd name="connsiteX11" fmla="*/ 26873 w 272453"/>
                <a:gd name="connsiteY11" fmla="*/ 45445 h 99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2453" h="99472">
                  <a:moveTo>
                    <a:pt x="26873" y="45445"/>
                  </a:moveTo>
                  <a:lnTo>
                    <a:pt x="14069" y="68501"/>
                  </a:lnTo>
                  <a:cubicBezTo>
                    <a:pt x="14069" y="68501"/>
                    <a:pt x="3188" y="69796"/>
                    <a:pt x="1264" y="74903"/>
                  </a:cubicBezTo>
                  <a:cubicBezTo>
                    <a:pt x="-660" y="80010"/>
                    <a:pt x="-660" y="90927"/>
                    <a:pt x="3188" y="93480"/>
                  </a:cubicBezTo>
                  <a:cubicBezTo>
                    <a:pt x="7037" y="96034"/>
                    <a:pt x="83235" y="100512"/>
                    <a:pt x="122315" y="99254"/>
                  </a:cubicBezTo>
                  <a:cubicBezTo>
                    <a:pt x="161395" y="97958"/>
                    <a:pt x="188928" y="89003"/>
                    <a:pt x="199808" y="83230"/>
                  </a:cubicBezTo>
                  <a:cubicBezTo>
                    <a:pt x="210688" y="77456"/>
                    <a:pt x="212613" y="67871"/>
                    <a:pt x="212613" y="67871"/>
                  </a:cubicBezTo>
                  <a:lnTo>
                    <a:pt x="235668" y="68501"/>
                  </a:lnTo>
                  <a:lnTo>
                    <a:pt x="272157" y="53772"/>
                  </a:lnTo>
                  <a:cubicBezTo>
                    <a:pt x="272157" y="53772"/>
                    <a:pt x="272823" y="8956"/>
                    <a:pt x="272157" y="4478"/>
                  </a:cubicBezTo>
                  <a:cubicBezTo>
                    <a:pt x="271528" y="0"/>
                    <a:pt x="255504" y="0"/>
                    <a:pt x="255504" y="0"/>
                  </a:cubicBezTo>
                  <a:lnTo>
                    <a:pt x="26873" y="45445"/>
                  </a:lnTo>
                  <a:close/>
                </a:path>
              </a:pathLst>
            </a:custGeom>
            <a:solidFill>
              <a:srgbClr val="1012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298A91F-77F3-91DD-C7B4-4C8FEF4B3B71}"/>
                </a:ext>
              </a:extLst>
            </p:cNvPr>
            <p:cNvSpPr/>
            <p:nvPr/>
          </p:nvSpPr>
          <p:spPr>
            <a:xfrm>
              <a:off x="7147838" y="5339770"/>
              <a:ext cx="260543" cy="192677"/>
            </a:xfrm>
            <a:custGeom>
              <a:avLst/>
              <a:gdLst>
                <a:gd name="connsiteX0" fmla="*/ 89353 w 260543"/>
                <a:gd name="connsiteY0" fmla="*/ 42928 h 192677"/>
                <a:gd name="connsiteX1" fmla="*/ 76549 w 260543"/>
                <a:gd name="connsiteY1" fmla="*/ 73015 h 192677"/>
                <a:gd name="connsiteX2" fmla="*/ 40689 w 260543"/>
                <a:gd name="connsiteY2" fmla="*/ 120422 h 192677"/>
                <a:gd name="connsiteX3" fmla="*/ 2904 w 260543"/>
                <a:gd name="connsiteY3" fmla="*/ 156282 h 192677"/>
                <a:gd name="connsiteX4" fmla="*/ 980 w 260543"/>
                <a:gd name="connsiteY4" fmla="*/ 185073 h 192677"/>
                <a:gd name="connsiteX5" fmla="*/ 104711 w 260543"/>
                <a:gd name="connsiteY5" fmla="*/ 190217 h 192677"/>
                <a:gd name="connsiteX6" fmla="*/ 157225 w 260543"/>
                <a:gd name="connsiteY6" fmla="*/ 190847 h 192677"/>
                <a:gd name="connsiteX7" fmla="*/ 200782 w 260543"/>
                <a:gd name="connsiteY7" fmla="*/ 167791 h 192677"/>
                <a:gd name="connsiteX8" fmla="*/ 202706 w 260543"/>
                <a:gd name="connsiteY8" fmla="*/ 138962 h 192677"/>
                <a:gd name="connsiteX9" fmla="*/ 234089 w 260543"/>
                <a:gd name="connsiteY9" fmla="*/ 126787 h 192677"/>
                <a:gd name="connsiteX10" fmla="*/ 259069 w 260543"/>
                <a:gd name="connsiteY10" fmla="*/ 114611 h 192677"/>
                <a:gd name="connsiteX11" fmla="*/ 247522 w 260543"/>
                <a:gd name="connsiteY11" fmla="*/ 30087 h 192677"/>
                <a:gd name="connsiteX12" fmla="*/ 216140 w 260543"/>
                <a:gd name="connsiteY12" fmla="*/ 0 h 192677"/>
                <a:gd name="connsiteX13" fmla="*/ 89353 w 260543"/>
                <a:gd name="connsiteY13" fmla="*/ 42928 h 192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0543" h="192677">
                  <a:moveTo>
                    <a:pt x="89353" y="42928"/>
                  </a:moveTo>
                  <a:cubicBezTo>
                    <a:pt x="89353" y="42928"/>
                    <a:pt x="82951" y="64689"/>
                    <a:pt x="76549" y="73015"/>
                  </a:cubicBezTo>
                  <a:cubicBezTo>
                    <a:pt x="70146" y="81342"/>
                    <a:pt x="47720" y="115907"/>
                    <a:pt x="40689" y="120422"/>
                  </a:cubicBezTo>
                  <a:cubicBezTo>
                    <a:pt x="33657" y="124900"/>
                    <a:pt x="8048" y="138999"/>
                    <a:pt x="2904" y="156282"/>
                  </a:cubicBezTo>
                  <a:cubicBezTo>
                    <a:pt x="-2203" y="173564"/>
                    <a:pt x="980" y="185073"/>
                    <a:pt x="980" y="185073"/>
                  </a:cubicBezTo>
                  <a:cubicBezTo>
                    <a:pt x="980" y="185073"/>
                    <a:pt x="95755" y="188922"/>
                    <a:pt x="104711" y="190217"/>
                  </a:cubicBezTo>
                  <a:cubicBezTo>
                    <a:pt x="113667" y="191476"/>
                    <a:pt x="141200" y="194695"/>
                    <a:pt x="157225" y="190847"/>
                  </a:cubicBezTo>
                  <a:cubicBezTo>
                    <a:pt x="173249" y="186998"/>
                    <a:pt x="195009" y="176747"/>
                    <a:pt x="200782" y="167791"/>
                  </a:cubicBezTo>
                  <a:cubicBezTo>
                    <a:pt x="206555" y="158835"/>
                    <a:pt x="199524" y="144106"/>
                    <a:pt x="202706" y="138962"/>
                  </a:cubicBezTo>
                  <a:cubicBezTo>
                    <a:pt x="205926" y="133855"/>
                    <a:pt x="221913" y="130636"/>
                    <a:pt x="234089" y="126787"/>
                  </a:cubicBezTo>
                  <a:cubicBezTo>
                    <a:pt x="246264" y="122938"/>
                    <a:pt x="255849" y="121680"/>
                    <a:pt x="259069" y="114611"/>
                  </a:cubicBezTo>
                  <a:cubicBezTo>
                    <a:pt x="262288" y="107580"/>
                    <a:pt x="260993" y="52513"/>
                    <a:pt x="247522" y="30087"/>
                  </a:cubicBezTo>
                  <a:cubicBezTo>
                    <a:pt x="234089" y="7661"/>
                    <a:pt x="216140" y="0"/>
                    <a:pt x="216140" y="0"/>
                  </a:cubicBezTo>
                  <a:lnTo>
                    <a:pt x="89353" y="42928"/>
                  </a:lnTo>
                  <a:close/>
                </a:path>
              </a:pathLst>
            </a:custGeom>
            <a:solidFill>
              <a:srgbClr val="60433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95B7A5D-CC4F-FFDB-0FBD-9EAAA1A0872F}"/>
                </a:ext>
              </a:extLst>
            </p:cNvPr>
            <p:cNvSpPr/>
            <p:nvPr/>
          </p:nvSpPr>
          <p:spPr>
            <a:xfrm>
              <a:off x="7602823" y="5447979"/>
              <a:ext cx="208758" cy="114146"/>
            </a:xfrm>
            <a:custGeom>
              <a:avLst/>
              <a:gdLst>
                <a:gd name="connsiteX0" fmla="*/ 21131 w 208758"/>
                <a:gd name="connsiteY0" fmla="*/ 0 h 114146"/>
                <a:gd name="connsiteX1" fmla="*/ 5107 w 208758"/>
                <a:gd name="connsiteY1" fmla="*/ 22426 h 114146"/>
                <a:gd name="connsiteX2" fmla="*/ 629 w 208758"/>
                <a:gd name="connsiteY2" fmla="*/ 28829 h 114146"/>
                <a:gd name="connsiteX3" fmla="*/ 0 w 208758"/>
                <a:gd name="connsiteY3" fmla="*/ 73645 h 114146"/>
                <a:gd name="connsiteX4" fmla="*/ 13434 w 208758"/>
                <a:gd name="connsiteY4" fmla="*/ 75569 h 114146"/>
                <a:gd name="connsiteX5" fmla="*/ 30716 w 208758"/>
                <a:gd name="connsiteY5" fmla="*/ 71091 h 114146"/>
                <a:gd name="connsiteX6" fmla="*/ 23685 w 208758"/>
                <a:gd name="connsiteY6" fmla="*/ 78159 h 114146"/>
                <a:gd name="connsiteX7" fmla="*/ 12804 w 208758"/>
                <a:gd name="connsiteY7" fmla="*/ 81342 h 114146"/>
                <a:gd name="connsiteX8" fmla="*/ 7697 w 208758"/>
                <a:gd name="connsiteY8" fmla="*/ 92888 h 114146"/>
                <a:gd name="connsiteX9" fmla="*/ 24980 w 208758"/>
                <a:gd name="connsiteY9" fmla="*/ 111466 h 114146"/>
                <a:gd name="connsiteX10" fmla="*/ 188922 w 208758"/>
                <a:gd name="connsiteY10" fmla="*/ 112761 h 114146"/>
                <a:gd name="connsiteX11" fmla="*/ 208758 w 208758"/>
                <a:gd name="connsiteY11" fmla="*/ 96108 h 114146"/>
                <a:gd name="connsiteX12" fmla="*/ 204909 w 208758"/>
                <a:gd name="connsiteY12" fmla="*/ 78825 h 114146"/>
                <a:gd name="connsiteX13" fmla="*/ 188885 w 208758"/>
                <a:gd name="connsiteY13" fmla="*/ 73052 h 114146"/>
                <a:gd name="connsiteX14" fmla="*/ 21131 w 208758"/>
                <a:gd name="connsiteY14" fmla="*/ 0 h 11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8758" h="114146">
                  <a:moveTo>
                    <a:pt x="21131" y="0"/>
                  </a:moveTo>
                  <a:lnTo>
                    <a:pt x="5107" y="22426"/>
                  </a:lnTo>
                  <a:cubicBezTo>
                    <a:pt x="5107" y="22426"/>
                    <a:pt x="629" y="20502"/>
                    <a:pt x="629" y="28829"/>
                  </a:cubicBezTo>
                  <a:cubicBezTo>
                    <a:pt x="629" y="37155"/>
                    <a:pt x="0" y="73645"/>
                    <a:pt x="0" y="73645"/>
                  </a:cubicBezTo>
                  <a:cubicBezTo>
                    <a:pt x="0" y="73645"/>
                    <a:pt x="9622" y="75569"/>
                    <a:pt x="13434" y="75569"/>
                  </a:cubicBezTo>
                  <a:cubicBezTo>
                    <a:pt x="17282" y="75569"/>
                    <a:pt x="30716" y="71091"/>
                    <a:pt x="30716" y="71091"/>
                  </a:cubicBezTo>
                  <a:lnTo>
                    <a:pt x="23685" y="78159"/>
                  </a:lnTo>
                  <a:cubicBezTo>
                    <a:pt x="23685" y="78159"/>
                    <a:pt x="15987" y="79455"/>
                    <a:pt x="12804" y="81342"/>
                  </a:cubicBezTo>
                  <a:cubicBezTo>
                    <a:pt x="9622" y="83266"/>
                    <a:pt x="7031" y="85820"/>
                    <a:pt x="7697" y="92888"/>
                  </a:cubicBezTo>
                  <a:cubicBezTo>
                    <a:pt x="8327" y="99920"/>
                    <a:pt x="15395" y="108875"/>
                    <a:pt x="24980" y="111466"/>
                  </a:cubicBezTo>
                  <a:cubicBezTo>
                    <a:pt x="34602" y="114019"/>
                    <a:pt x="172898" y="115315"/>
                    <a:pt x="188922" y="112761"/>
                  </a:cubicBezTo>
                  <a:cubicBezTo>
                    <a:pt x="204946" y="110208"/>
                    <a:pt x="208758" y="103139"/>
                    <a:pt x="208758" y="96108"/>
                  </a:cubicBezTo>
                  <a:cubicBezTo>
                    <a:pt x="208758" y="89077"/>
                    <a:pt x="208758" y="79455"/>
                    <a:pt x="204909" y="78825"/>
                  </a:cubicBezTo>
                  <a:cubicBezTo>
                    <a:pt x="201061" y="78196"/>
                    <a:pt x="188885" y="73052"/>
                    <a:pt x="188885" y="73052"/>
                  </a:cubicBezTo>
                  <a:lnTo>
                    <a:pt x="21131" y="0"/>
                  </a:lnTo>
                  <a:close/>
                </a:path>
              </a:pathLst>
            </a:custGeom>
            <a:solidFill>
              <a:srgbClr val="1012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7599E1D-F477-E179-8F8B-9547BAB91A15}"/>
                </a:ext>
              </a:extLst>
            </p:cNvPr>
            <p:cNvSpPr/>
            <p:nvPr/>
          </p:nvSpPr>
          <p:spPr>
            <a:xfrm>
              <a:off x="7602823" y="5384586"/>
              <a:ext cx="199067" cy="153691"/>
            </a:xfrm>
            <a:custGeom>
              <a:avLst/>
              <a:gdLst>
                <a:gd name="connsiteX0" fmla="*/ 3220 w 199067"/>
                <a:gd name="connsiteY0" fmla="*/ 12175 h 153691"/>
                <a:gd name="connsiteX1" fmla="*/ 0 w 199067"/>
                <a:gd name="connsiteY1" fmla="*/ 53142 h 153691"/>
                <a:gd name="connsiteX2" fmla="*/ 2554 w 199067"/>
                <a:gd name="connsiteY2" fmla="*/ 84525 h 153691"/>
                <a:gd name="connsiteX3" fmla="*/ 11509 w 199067"/>
                <a:gd name="connsiteY3" fmla="*/ 88373 h 153691"/>
                <a:gd name="connsiteX4" fmla="*/ 13434 w 199067"/>
                <a:gd name="connsiteY4" fmla="*/ 138962 h 153691"/>
                <a:gd name="connsiteX5" fmla="*/ 29458 w 199067"/>
                <a:gd name="connsiteY5" fmla="*/ 153691 h 153691"/>
                <a:gd name="connsiteX6" fmla="*/ 73644 w 199067"/>
                <a:gd name="connsiteY6" fmla="*/ 149213 h 153691"/>
                <a:gd name="connsiteX7" fmla="*/ 169678 w 199067"/>
                <a:gd name="connsiteY7" fmla="*/ 149842 h 153691"/>
                <a:gd name="connsiteX8" fmla="*/ 198507 w 199067"/>
                <a:gd name="connsiteY8" fmla="*/ 140887 h 153691"/>
                <a:gd name="connsiteX9" fmla="*/ 192734 w 199067"/>
                <a:gd name="connsiteY9" fmla="*/ 106951 h 153691"/>
                <a:gd name="connsiteX10" fmla="*/ 160723 w 199067"/>
                <a:gd name="connsiteY10" fmla="*/ 50589 h 153691"/>
                <a:gd name="connsiteX11" fmla="*/ 149213 w 199067"/>
                <a:gd name="connsiteY11" fmla="*/ 0 h 153691"/>
                <a:gd name="connsiteX12" fmla="*/ 3220 w 199067"/>
                <a:gd name="connsiteY12" fmla="*/ 12175 h 153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9067" h="153691">
                  <a:moveTo>
                    <a:pt x="3220" y="12175"/>
                  </a:moveTo>
                  <a:cubicBezTo>
                    <a:pt x="3220" y="12175"/>
                    <a:pt x="0" y="42928"/>
                    <a:pt x="0" y="53142"/>
                  </a:cubicBezTo>
                  <a:cubicBezTo>
                    <a:pt x="0" y="63393"/>
                    <a:pt x="0" y="80676"/>
                    <a:pt x="2554" y="84525"/>
                  </a:cubicBezTo>
                  <a:cubicBezTo>
                    <a:pt x="5107" y="88373"/>
                    <a:pt x="11509" y="85154"/>
                    <a:pt x="11509" y="88373"/>
                  </a:cubicBezTo>
                  <a:cubicBezTo>
                    <a:pt x="11509" y="91593"/>
                    <a:pt x="10880" y="127416"/>
                    <a:pt x="13434" y="138962"/>
                  </a:cubicBezTo>
                  <a:cubicBezTo>
                    <a:pt x="15987" y="150472"/>
                    <a:pt x="22389" y="153691"/>
                    <a:pt x="29458" y="153691"/>
                  </a:cubicBezTo>
                  <a:cubicBezTo>
                    <a:pt x="36489" y="153691"/>
                    <a:pt x="49960" y="149213"/>
                    <a:pt x="73644" y="149213"/>
                  </a:cubicBezTo>
                  <a:cubicBezTo>
                    <a:pt x="97329" y="149213"/>
                    <a:pt x="158798" y="149213"/>
                    <a:pt x="169678" y="149842"/>
                  </a:cubicBezTo>
                  <a:cubicBezTo>
                    <a:pt x="180559" y="150472"/>
                    <a:pt x="198507" y="146623"/>
                    <a:pt x="198507" y="140887"/>
                  </a:cubicBezTo>
                  <a:cubicBezTo>
                    <a:pt x="198507" y="135114"/>
                    <a:pt x="201727" y="119126"/>
                    <a:pt x="192734" y="106951"/>
                  </a:cubicBezTo>
                  <a:cubicBezTo>
                    <a:pt x="183778" y="94776"/>
                    <a:pt x="170307" y="69167"/>
                    <a:pt x="160723" y="50589"/>
                  </a:cubicBezTo>
                  <a:cubicBezTo>
                    <a:pt x="151138" y="32011"/>
                    <a:pt x="149213" y="0"/>
                    <a:pt x="149213" y="0"/>
                  </a:cubicBezTo>
                  <a:lnTo>
                    <a:pt x="3220" y="12175"/>
                  </a:lnTo>
                  <a:close/>
                </a:path>
              </a:pathLst>
            </a:custGeom>
            <a:solidFill>
              <a:srgbClr val="60433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97A8F0A3-13F8-62FD-E7FE-4D2D211E3528}"/>
                </a:ext>
              </a:extLst>
            </p:cNvPr>
            <p:cNvSpPr/>
            <p:nvPr/>
          </p:nvSpPr>
          <p:spPr>
            <a:xfrm>
              <a:off x="7161437" y="3853424"/>
              <a:ext cx="633081" cy="1572931"/>
            </a:xfrm>
            <a:custGeom>
              <a:avLst/>
              <a:gdLst>
                <a:gd name="connsiteX0" fmla="*/ 0 w 633081"/>
                <a:gd name="connsiteY0" fmla="*/ 307146 h 1572931"/>
                <a:gd name="connsiteX1" fmla="*/ 23056 w 633081"/>
                <a:gd name="connsiteY1" fmla="*/ 841161 h 1572931"/>
                <a:gd name="connsiteX2" fmla="*/ 36489 w 633081"/>
                <a:gd name="connsiteY2" fmla="*/ 1345719 h 1572931"/>
                <a:gd name="connsiteX3" fmla="*/ 48665 w 633081"/>
                <a:gd name="connsiteY3" fmla="*/ 1538675 h 1572931"/>
                <a:gd name="connsiteX4" fmla="*/ 83636 w 633081"/>
                <a:gd name="connsiteY4" fmla="*/ 1555513 h 1572931"/>
                <a:gd name="connsiteX5" fmla="*/ 118645 w 633081"/>
                <a:gd name="connsiteY5" fmla="*/ 1559325 h 1572931"/>
                <a:gd name="connsiteX6" fmla="*/ 242953 w 633081"/>
                <a:gd name="connsiteY6" fmla="*/ 1533494 h 1572931"/>
                <a:gd name="connsiteX7" fmla="*/ 249355 w 633081"/>
                <a:gd name="connsiteY7" fmla="*/ 1478427 h 1572931"/>
                <a:gd name="connsiteX8" fmla="*/ 251613 w 633081"/>
                <a:gd name="connsiteY8" fmla="*/ 1288098 h 1572931"/>
                <a:gd name="connsiteX9" fmla="*/ 290248 w 633081"/>
                <a:gd name="connsiteY9" fmla="*/ 723034 h 1572931"/>
                <a:gd name="connsiteX10" fmla="*/ 321630 w 633081"/>
                <a:gd name="connsiteY10" fmla="*/ 438078 h 1572931"/>
                <a:gd name="connsiteX11" fmla="*/ 372219 w 633081"/>
                <a:gd name="connsiteY11" fmla="*/ 876503 h 1572931"/>
                <a:gd name="connsiteX12" fmla="*/ 411299 w 633081"/>
                <a:gd name="connsiteY12" fmla="*/ 1408853 h 1572931"/>
                <a:gd name="connsiteX13" fmla="*/ 417701 w 633081"/>
                <a:gd name="connsiteY13" fmla="*/ 1504887 h 1572931"/>
                <a:gd name="connsiteX14" fmla="*/ 433429 w 633081"/>
                <a:gd name="connsiteY14" fmla="*/ 1564543 h 1572931"/>
                <a:gd name="connsiteX15" fmla="*/ 515030 w 633081"/>
                <a:gd name="connsiteY15" fmla="*/ 1570205 h 1572931"/>
                <a:gd name="connsiteX16" fmla="*/ 564953 w 633081"/>
                <a:gd name="connsiteY16" fmla="*/ 1568910 h 1572931"/>
                <a:gd name="connsiteX17" fmla="*/ 609769 w 633081"/>
                <a:gd name="connsiteY17" fmla="*/ 1548407 h 1572931"/>
                <a:gd name="connsiteX18" fmla="*/ 613618 w 633081"/>
                <a:gd name="connsiteY18" fmla="*/ 1458776 h 1572931"/>
                <a:gd name="connsiteX19" fmla="*/ 631529 w 633081"/>
                <a:gd name="connsiteY19" fmla="*/ 977237 h 1572931"/>
                <a:gd name="connsiteX20" fmla="*/ 632825 w 633081"/>
                <a:gd name="connsiteY20" fmla="*/ 585330 h 1572931"/>
                <a:gd name="connsiteX21" fmla="*/ 623869 w 633081"/>
                <a:gd name="connsiteY21" fmla="*/ 130695 h 1572931"/>
                <a:gd name="connsiteX22" fmla="*/ 410004 w 633081"/>
                <a:gd name="connsiteY22" fmla="*/ 6462 h 1572931"/>
                <a:gd name="connsiteX23" fmla="*/ 205094 w 633081"/>
                <a:gd name="connsiteY23" fmla="*/ 6462 h 1572931"/>
                <a:gd name="connsiteX24" fmla="*/ 0 w 633081"/>
                <a:gd name="connsiteY24" fmla="*/ 307146 h 157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33081" h="1572931">
                  <a:moveTo>
                    <a:pt x="0" y="307146"/>
                  </a:moveTo>
                  <a:cubicBezTo>
                    <a:pt x="0" y="307146"/>
                    <a:pt x="17282" y="725920"/>
                    <a:pt x="23056" y="841161"/>
                  </a:cubicBezTo>
                  <a:cubicBezTo>
                    <a:pt x="28829" y="956402"/>
                    <a:pt x="34528" y="1290023"/>
                    <a:pt x="36489" y="1345719"/>
                  </a:cubicBezTo>
                  <a:cubicBezTo>
                    <a:pt x="37969" y="1387722"/>
                    <a:pt x="47369" y="1529682"/>
                    <a:pt x="48665" y="1538675"/>
                  </a:cubicBezTo>
                  <a:cubicBezTo>
                    <a:pt x="49960" y="1547630"/>
                    <a:pt x="74681" y="1550406"/>
                    <a:pt x="83636" y="1555513"/>
                  </a:cubicBezTo>
                  <a:cubicBezTo>
                    <a:pt x="92592" y="1560657"/>
                    <a:pt x="112243" y="1560620"/>
                    <a:pt x="118645" y="1559325"/>
                  </a:cubicBezTo>
                  <a:cubicBezTo>
                    <a:pt x="125048" y="1558066"/>
                    <a:pt x="236551" y="1548852"/>
                    <a:pt x="242953" y="1533494"/>
                  </a:cubicBezTo>
                  <a:cubicBezTo>
                    <a:pt x="249355" y="1518135"/>
                    <a:pt x="248060" y="1506589"/>
                    <a:pt x="249355" y="1478427"/>
                  </a:cubicBezTo>
                  <a:cubicBezTo>
                    <a:pt x="250650" y="1450264"/>
                    <a:pt x="250058" y="1317630"/>
                    <a:pt x="251613" y="1288098"/>
                  </a:cubicBezTo>
                  <a:cubicBezTo>
                    <a:pt x="253537" y="1251609"/>
                    <a:pt x="283846" y="787094"/>
                    <a:pt x="290248" y="723034"/>
                  </a:cubicBezTo>
                  <a:cubicBezTo>
                    <a:pt x="296650" y="659011"/>
                    <a:pt x="321630" y="438078"/>
                    <a:pt x="321630" y="438078"/>
                  </a:cubicBezTo>
                  <a:cubicBezTo>
                    <a:pt x="321630" y="438078"/>
                    <a:pt x="369481" y="822657"/>
                    <a:pt x="372219" y="876503"/>
                  </a:cubicBezTo>
                  <a:cubicBezTo>
                    <a:pt x="376253" y="956254"/>
                    <a:pt x="410004" y="1361447"/>
                    <a:pt x="411299" y="1408853"/>
                  </a:cubicBezTo>
                  <a:cubicBezTo>
                    <a:pt x="412557" y="1456222"/>
                    <a:pt x="415148" y="1489529"/>
                    <a:pt x="417701" y="1504887"/>
                  </a:cubicBezTo>
                  <a:cubicBezTo>
                    <a:pt x="420255" y="1520245"/>
                    <a:pt x="424622" y="1562359"/>
                    <a:pt x="433429" y="1564543"/>
                  </a:cubicBezTo>
                  <a:cubicBezTo>
                    <a:pt x="448972" y="1568428"/>
                    <a:pt x="499672" y="1567614"/>
                    <a:pt x="515030" y="1570205"/>
                  </a:cubicBezTo>
                  <a:cubicBezTo>
                    <a:pt x="530388" y="1572758"/>
                    <a:pt x="541935" y="1575312"/>
                    <a:pt x="564953" y="1568910"/>
                  </a:cubicBezTo>
                  <a:cubicBezTo>
                    <a:pt x="588009" y="1562507"/>
                    <a:pt x="607216" y="1552256"/>
                    <a:pt x="609769" y="1548407"/>
                  </a:cubicBezTo>
                  <a:cubicBezTo>
                    <a:pt x="612323" y="1544559"/>
                    <a:pt x="612323" y="1484385"/>
                    <a:pt x="613618" y="1458776"/>
                  </a:cubicBezTo>
                  <a:cubicBezTo>
                    <a:pt x="614876" y="1433167"/>
                    <a:pt x="632825" y="1046404"/>
                    <a:pt x="631529" y="977237"/>
                  </a:cubicBezTo>
                  <a:cubicBezTo>
                    <a:pt x="630234" y="908070"/>
                    <a:pt x="634083" y="645541"/>
                    <a:pt x="632825" y="585330"/>
                  </a:cubicBezTo>
                  <a:cubicBezTo>
                    <a:pt x="631529" y="525156"/>
                    <a:pt x="623869" y="130695"/>
                    <a:pt x="623869" y="130695"/>
                  </a:cubicBezTo>
                  <a:cubicBezTo>
                    <a:pt x="623869" y="130695"/>
                    <a:pt x="506260" y="-34246"/>
                    <a:pt x="410004" y="6462"/>
                  </a:cubicBezTo>
                  <a:cubicBezTo>
                    <a:pt x="343391" y="34624"/>
                    <a:pt x="205094" y="6462"/>
                    <a:pt x="205094" y="6462"/>
                  </a:cubicBezTo>
                  <a:lnTo>
                    <a:pt x="0" y="307146"/>
                  </a:lnTo>
                  <a:close/>
                </a:path>
              </a:pathLst>
            </a:custGeom>
            <a:solidFill>
              <a:srgbClr val="1F1F23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64947D8C-3886-E054-E27B-3B5CB3415CE9}"/>
                </a:ext>
              </a:extLst>
            </p:cNvPr>
            <p:cNvSpPr/>
            <p:nvPr/>
          </p:nvSpPr>
          <p:spPr>
            <a:xfrm>
              <a:off x="7406277" y="2994248"/>
              <a:ext cx="130085" cy="790142"/>
            </a:xfrm>
            <a:custGeom>
              <a:avLst/>
              <a:gdLst>
                <a:gd name="connsiteX0" fmla="*/ 8919 w 130085"/>
                <a:gd name="connsiteY0" fmla="*/ 80639 h 790142"/>
                <a:gd name="connsiteX1" fmla="*/ 46074 w 130085"/>
                <a:gd name="connsiteY1" fmla="*/ 117794 h 790142"/>
                <a:gd name="connsiteX2" fmla="*/ 34565 w 130085"/>
                <a:gd name="connsiteY2" fmla="*/ 151101 h 790142"/>
                <a:gd name="connsiteX3" fmla="*/ 0 w 130085"/>
                <a:gd name="connsiteY3" fmla="*/ 286844 h 790142"/>
                <a:gd name="connsiteX4" fmla="*/ 25609 w 130085"/>
                <a:gd name="connsiteY4" fmla="*/ 755578 h 790142"/>
                <a:gd name="connsiteX5" fmla="*/ 66613 w 130085"/>
                <a:gd name="connsiteY5" fmla="*/ 790143 h 790142"/>
                <a:gd name="connsiteX6" fmla="*/ 129377 w 130085"/>
                <a:gd name="connsiteY6" fmla="*/ 751729 h 790142"/>
                <a:gd name="connsiteX7" fmla="*/ 122975 w 130085"/>
                <a:gd name="connsiteY7" fmla="*/ 244581 h 790142"/>
                <a:gd name="connsiteX8" fmla="*/ 99920 w 130085"/>
                <a:gd name="connsiteY8" fmla="*/ 157503 h 790142"/>
                <a:gd name="connsiteX9" fmla="*/ 81971 w 130085"/>
                <a:gd name="connsiteY9" fmla="*/ 122938 h 790142"/>
                <a:gd name="connsiteX10" fmla="*/ 121680 w 130085"/>
                <a:gd name="connsiteY10" fmla="*/ 78122 h 790142"/>
                <a:gd name="connsiteX11" fmla="*/ 88373 w 130085"/>
                <a:gd name="connsiteY11" fmla="*/ 3849 h 790142"/>
                <a:gd name="connsiteX12" fmla="*/ 38414 w 130085"/>
                <a:gd name="connsiteY12" fmla="*/ 0 h 790142"/>
                <a:gd name="connsiteX13" fmla="*/ 8919 w 130085"/>
                <a:gd name="connsiteY13" fmla="*/ 80639 h 790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0085" h="790142">
                  <a:moveTo>
                    <a:pt x="8919" y="80639"/>
                  </a:moveTo>
                  <a:cubicBezTo>
                    <a:pt x="8919" y="80639"/>
                    <a:pt x="42225" y="115204"/>
                    <a:pt x="46074" y="117794"/>
                  </a:cubicBezTo>
                  <a:cubicBezTo>
                    <a:pt x="49923" y="120348"/>
                    <a:pt x="43632" y="135003"/>
                    <a:pt x="34565" y="151101"/>
                  </a:cubicBezTo>
                  <a:cubicBezTo>
                    <a:pt x="17912" y="180559"/>
                    <a:pt x="0" y="226670"/>
                    <a:pt x="0" y="286844"/>
                  </a:cubicBezTo>
                  <a:cubicBezTo>
                    <a:pt x="0" y="347054"/>
                    <a:pt x="25609" y="755578"/>
                    <a:pt x="25609" y="755578"/>
                  </a:cubicBezTo>
                  <a:lnTo>
                    <a:pt x="66613" y="790143"/>
                  </a:lnTo>
                  <a:lnTo>
                    <a:pt x="129377" y="751729"/>
                  </a:lnTo>
                  <a:cubicBezTo>
                    <a:pt x="129377" y="751729"/>
                    <a:pt x="133226" y="288102"/>
                    <a:pt x="122975" y="244581"/>
                  </a:cubicBezTo>
                  <a:cubicBezTo>
                    <a:pt x="112724" y="201024"/>
                    <a:pt x="114019" y="189514"/>
                    <a:pt x="99920" y="157503"/>
                  </a:cubicBezTo>
                  <a:cubicBezTo>
                    <a:pt x="88151" y="130747"/>
                    <a:pt x="81971" y="122938"/>
                    <a:pt x="81971" y="122938"/>
                  </a:cubicBezTo>
                  <a:lnTo>
                    <a:pt x="121680" y="78122"/>
                  </a:lnTo>
                  <a:lnTo>
                    <a:pt x="88373" y="3849"/>
                  </a:lnTo>
                  <a:lnTo>
                    <a:pt x="38414" y="0"/>
                  </a:lnTo>
                  <a:lnTo>
                    <a:pt x="8919" y="80639"/>
                  </a:lnTo>
                  <a:close/>
                </a:path>
              </a:pathLst>
            </a:custGeom>
            <a:solidFill>
              <a:schemeClr val="tx1"/>
            </a:solidFill>
            <a:ln w="3691" cap="flat">
              <a:solidFill>
                <a:schemeClr val="tx1">
                  <a:lumMod val="95000"/>
                  <a:lumOff val="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E54020C-6C2F-E275-FF28-5EBFB580BEA2}"/>
                </a:ext>
              </a:extLst>
            </p:cNvPr>
            <p:cNvSpPr/>
            <p:nvPr/>
          </p:nvSpPr>
          <p:spPr>
            <a:xfrm>
              <a:off x="7365034" y="2933668"/>
              <a:ext cx="223999" cy="205267"/>
            </a:xfrm>
            <a:custGeom>
              <a:avLst/>
              <a:gdLst>
                <a:gd name="connsiteX0" fmla="*/ 14302 w 223999"/>
                <a:gd name="connsiteY0" fmla="*/ 20834 h 205267"/>
                <a:gd name="connsiteX1" fmla="*/ 203 w 223999"/>
                <a:gd name="connsiteY1" fmla="*/ 52845 h 205267"/>
                <a:gd name="connsiteX2" fmla="*/ 9158 w 223999"/>
                <a:gd name="connsiteY2" fmla="*/ 134816 h 205267"/>
                <a:gd name="connsiteX3" fmla="*/ 34767 w 223999"/>
                <a:gd name="connsiteY3" fmla="*/ 205241 h 205267"/>
                <a:gd name="connsiteX4" fmla="*/ 70627 w 223999"/>
                <a:gd name="connsiteY4" fmla="*/ 143772 h 205267"/>
                <a:gd name="connsiteX5" fmla="*/ 100085 w 223999"/>
                <a:gd name="connsiteY5" fmla="*/ 115610 h 205267"/>
                <a:gd name="connsiteX6" fmla="*/ 101343 w 223999"/>
                <a:gd name="connsiteY6" fmla="*/ 93849 h 205267"/>
                <a:gd name="connsiteX7" fmla="*/ 111594 w 223999"/>
                <a:gd name="connsiteY7" fmla="*/ 115610 h 205267"/>
                <a:gd name="connsiteX8" fmla="*/ 144901 w 223999"/>
                <a:gd name="connsiteY8" fmla="*/ 146363 h 205267"/>
                <a:gd name="connsiteX9" fmla="*/ 183315 w 223999"/>
                <a:gd name="connsiteY9" fmla="*/ 200134 h 205267"/>
                <a:gd name="connsiteX10" fmla="*/ 223430 w 223999"/>
                <a:gd name="connsiteY10" fmla="*/ 81008 h 205267"/>
                <a:gd name="connsiteX11" fmla="*/ 203780 w 223999"/>
                <a:gd name="connsiteY11" fmla="*/ 2885 h 205267"/>
                <a:gd name="connsiteX12" fmla="*/ 14302 w 223999"/>
                <a:gd name="connsiteY12" fmla="*/ 20834 h 20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3999" h="205267">
                  <a:moveTo>
                    <a:pt x="14302" y="20834"/>
                  </a:moveTo>
                  <a:cubicBezTo>
                    <a:pt x="14302" y="20834"/>
                    <a:pt x="1498" y="37487"/>
                    <a:pt x="203" y="52845"/>
                  </a:cubicBezTo>
                  <a:cubicBezTo>
                    <a:pt x="-1093" y="68203"/>
                    <a:pt x="4051" y="107912"/>
                    <a:pt x="9158" y="134816"/>
                  </a:cubicBezTo>
                  <a:cubicBezTo>
                    <a:pt x="14265" y="161721"/>
                    <a:pt x="30919" y="203983"/>
                    <a:pt x="34767" y="205241"/>
                  </a:cubicBezTo>
                  <a:cubicBezTo>
                    <a:pt x="38616" y="206536"/>
                    <a:pt x="57823" y="160425"/>
                    <a:pt x="70627" y="143772"/>
                  </a:cubicBezTo>
                  <a:cubicBezTo>
                    <a:pt x="83432" y="127119"/>
                    <a:pt x="100085" y="115610"/>
                    <a:pt x="100085" y="115610"/>
                  </a:cubicBezTo>
                  <a:lnTo>
                    <a:pt x="101343" y="93849"/>
                  </a:lnTo>
                  <a:lnTo>
                    <a:pt x="111594" y="115610"/>
                  </a:lnTo>
                  <a:cubicBezTo>
                    <a:pt x="111594" y="115610"/>
                    <a:pt x="130801" y="125861"/>
                    <a:pt x="144901" y="146363"/>
                  </a:cubicBezTo>
                  <a:cubicBezTo>
                    <a:pt x="159001" y="166865"/>
                    <a:pt x="169252" y="179669"/>
                    <a:pt x="183315" y="200134"/>
                  </a:cubicBezTo>
                  <a:cubicBezTo>
                    <a:pt x="188422" y="198839"/>
                    <a:pt x="220877" y="122012"/>
                    <a:pt x="223430" y="81008"/>
                  </a:cubicBezTo>
                  <a:cubicBezTo>
                    <a:pt x="225984" y="40041"/>
                    <a:pt x="220026" y="18687"/>
                    <a:pt x="203780" y="2885"/>
                  </a:cubicBezTo>
                  <a:cubicBezTo>
                    <a:pt x="191382" y="-9253"/>
                    <a:pt x="14302" y="20834"/>
                    <a:pt x="14302" y="20834"/>
                  </a:cubicBez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BF37394-E429-DD90-C124-BB62C9C175F7}"/>
                </a:ext>
              </a:extLst>
            </p:cNvPr>
            <p:cNvSpPr/>
            <p:nvPr/>
          </p:nvSpPr>
          <p:spPr>
            <a:xfrm>
              <a:off x="7113615" y="3018525"/>
              <a:ext cx="343018" cy="1511591"/>
            </a:xfrm>
            <a:custGeom>
              <a:avLst/>
              <a:gdLst>
                <a:gd name="connsiteX0" fmla="*/ 211950 w 343018"/>
                <a:gd name="connsiteY0" fmla="*/ 0 h 1511591"/>
                <a:gd name="connsiteX1" fmla="*/ 115879 w 343018"/>
                <a:gd name="connsiteY1" fmla="*/ 39709 h 1511591"/>
                <a:gd name="connsiteX2" fmla="*/ 15996 w 343018"/>
                <a:gd name="connsiteY2" fmla="*/ 73015 h 1511591"/>
                <a:gd name="connsiteX3" fmla="*/ 638 w 343018"/>
                <a:gd name="connsiteY3" fmla="*/ 111429 h 1511591"/>
                <a:gd name="connsiteX4" fmla="*/ 3192 w 343018"/>
                <a:gd name="connsiteY4" fmla="*/ 198507 h 1511591"/>
                <a:gd name="connsiteX5" fmla="*/ 10889 w 343018"/>
                <a:gd name="connsiteY5" fmla="*/ 295836 h 1511591"/>
                <a:gd name="connsiteX6" fmla="*/ 35240 w 343018"/>
                <a:gd name="connsiteY6" fmla="*/ 395719 h 1511591"/>
                <a:gd name="connsiteX7" fmla="*/ 48045 w 343018"/>
                <a:gd name="connsiteY7" fmla="*/ 475137 h 1511591"/>
                <a:gd name="connsiteX8" fmla="*/ 37793 w 343018"/>
                <a:gd name="connsiteY8" fmla="*/ 641632 h 1511591"/>
                <a:gd name="connsiteX9" fmla="*/ 26728 w 343018"/>
                <a:gd name="connsiteY9" fmla="*/ 777079 h 1511591"/>
                <a:gd name="connsiteX10" fmla="*/ 13295 w 343018"/>
                <a:gd name="connsiteY10" fmla="*/ 1095971 h 1511591"/>
                <a:gd name="connsiteX11" fmla="*/ 9668 w 343018"/>
                <a:gd name="connsiteY11" fmla="*/ 1376745 h 1511591"/>
                <a:gd name="connsiteX12" fmla="*/ 13517 w 343018"/>
                <a:gd name="connsiteY12" fmla="*/ 1462565 h 1511591"/>
                <a:gd name="connsiteX13" fmla="*/ 156957 w 343018"/>
                <a:gd name="connsiteY13" fmla="*/ 1504827 h 1511591"/>
                <a:gd name="connsiteX14" fmla="*/ 313202 w 343018"/>
                <a:gd name="connsiteY14" fmla="*/ 1504827 h 1511591"/>
                <a:gd name="connsiteX15" fmla="*/ 329855 w 343018"/>
                <a:gd name="connsiteY15" fmla="*/ 996384 h 1511591"/>
                <a:gd name="connsiteX16" fmla="*/ 340106 w 343018"/>
                <a:gd name="connsiteY16" fmla="*/ 499487 h 1511591"/>
                <a:gd name="connsiteX17" fmla="*/ 285446 w 343018"/>
                <a:gd name="connsiteY17" fmla="*/ 216456 h 1511591"/>
                <a:gd name="connsiteX18" fmla="*/ 211950 w 343018"/>
                <a:gd name="connsiteY18" fmla="*/ 0 h 1511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3018" h="1511591">
                  <a:moveTo>
                    <a:pt x="211950" y="0"/>
                  </a:moveTo>
                  <a:cubicBezTo>
                    <a:pt x="211950" y="0"/>
                    <a:pt x="153034" y="29458"/>
                    <a:pt x="115879" y="39709"/>
                  </a:cubicBezTo>
                  <a:cubicBezTo>
                    <a:pt x="78724" y="49960"/>
                    <a:pt x="28801" y="67871"/>
                    <a:pt x="15996" y="73015"/>
                  </a:cubicBezTo>
                  <a:cubicBezTo>
                    <a:pt x="3192" y="78122"/>
                    <a:pt x="-1915" y="93517"/>
                    <a:pt x="638" y="111429"/>
                  </a:cubicBezTo>
                  <a:cubicBezTo>
                    <a:pt x="3192" y="129341"/>
                    <a:pt x="5745" y="179300"/>
                    <a:pt x="3192" y="198507"/>
                  </a:cubicBezTo>
                  <a:cubicBezTo>
                    <a:pt x="638" y="217714"/>
                    <a:pt x="7929" y="279035"/>
                    <a:pt x="10889" y="295836"/>
                  </a:cubicBezTo>
                  <a:cubicBezTo>
                    <a:pt x="25618" y="379325"/>
                    <a:pt x="37905" y="398754"/>
                    <a:pt x="35240" y="395719"/>
                  </a:cubicBezTo>
                  <a:cubicBezTo>
                    <a:pt x="42901" y="429025"/>
                    <a:pt x="47563" y="455930"/>
                    <a:pt x="48045" y="475137"/>
                  </a:cubicBezTo>
                  <a:cubicBezTo>
                    <a:pt x="49340" y="525096"/>
                    <a:pt x="33945" y="587824"/>
                    <a:pt x="37793" y="641632"/>
                  </a:cubicBezTo>
                  <a:cubicBezTo>
                    <a:pt x="41383" y="691592"/>
                    <a:pt x="29282" y="729710"/>
                    <a:pt x="26728" y="777079"/>
                  </a:cubicBezTo>
                  <a:cubicBezTo>
                    <a:pt x="24175" y="824448"/>
                    <a:pt x="16921" y="988687"/>
                    <a:pt x="13295" y="1095971"/>
                  </a:cubicBezTo>
                  <a:cubicBezTo>
                    <a:pt x="11814" y="1139565"/>
                    <a:pt x="9668" y="1333225"/>
                    <a:pt x="9668" y="1376745"/>
                  </a:cubicBezTo>
                  <a:cubicBezTo>
                    <a:pt x="9668" y="1420303"/>
                    <a:pt x="8373" y="1454868"/>
                    <a:pt x="13517" y="1462565"/>
                  </a:cubicBezTo>
                  <a:cubicBezTo>
                    <a:pt x="18624" y="1470263"/>
                    <a:pt x="34019" y="1494576"/>
                    <a:pt x="156957" y="1504827"/>
                  </a:cubicBezTo>
                  <a:cubicBezTo>
                    <a:pt x="279895" y="1515078"/>
                    <a:pt x="313202" y="1512525"/>
                    <a:pt x="313202" y="1504827"/>
                  </a:cubicBezTo>
                  <a:cubicBezTo>
                    <a:pt x="313202" y="1497130"/>
                    <a:pt x="329855" y="1052746"/>
                    <a:pt x="329855" y="996384"/>
                  </a:cubicBezTo>
                  <a:cubicBezTo>
                    <a:pt x="329855" y="940022"/>
                    <a:pt x="350468" y="577573"/>
                    <a:pt x="340106" y="499487"/>
                  </a:cubicBezTo>
                  <a:cubicBezTo>
                    <a:pt x="328153" y="409412"/>
                    <a:pt x="285446" y="216456"/>
                    <a:pt x="285446" y="216456"/>
                  </a:cubicBezTo>
                  <a:lnTo>
                    <a:pt x="211950" y="0"/>
                  </a:lnTo>
                  <a:close/>
                </a:path>
              </a:pathLst>
            </a:custGeom>
            <a:solidFill>
              <a:srgbClr val="DCE7F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900F3DBB-2978-E430-DF82-EE0A56C03F04}"/>
                </a:ext>
              </a:extLst>
            </p:cNvPr>
            <p:cNvSpPr/>
            <p:nvPr/>
          </p:nvSpPr>
          <p:spPr>
            <a:xfrm>
              <a:off x="7490370" y="2989030"/>
              <a:ext cx="357696" cy="1534752"/>
            </a:xfrm>
            <a:custGeom>
              <a:avLst/>
              <a:gdLst>
                <a:gd name="connsiteX0" fmla="*/ 65713 w 357696"/>
                <a:gd name="connsiteY0" fmla="*/ 260013 h 1534752"/>
                <a:gd name="connsiteX1" fmla="*/ 395 w 357696"/>
                <a:gd name="connsiteY1" fmla="*/ 413704 h 1534752"/>
                <a:gd name="connsiteX2" fmla="*/ 395 w 357696"/>
                <a:gd name="connsiteY2" fmla="*/ 503336 h 1534752"/>
                <a:gd name="connsiteX3" fmla="*/ 11904 w 357696"/>
                <a:gd name="connsiteY3" fmla="*/ 664688 h 1534752"/>
                <a:gd name="connsiteX4" fmla="*/ 34960 w 357696"/>
                <a:gd name="connsiteY4" fmla="*/ 1267907 h 1534752"/>
                <a:gd name="connsiteX5" fmla="*/ 37513 w 357696"/>
                <a:gd name="connsiteY5" fmla="*/ 1530436 h 1534752"/>
                <a:gd name="connsiteX6" fmla="*/ 205267 w 357696"/>
                <a:gd name="connsiteY6" fmla="*/ 1526588 h 1534752"/>
                <a:gd name="connsiteX7" fmla="*/ 323098 w 357696"/>
                <a:gd name="connsiteY7" fmla="*/ 1486879 h 1534752"/>
                <a:gd name="connsiteX8" fmla="*/ 326947 w 357696"/>
                <a:gd name="connsiteY8" fmla="*/ 1046307 h 1534752"/>
                <a:gd name="connsiteX9" fmla="*/ 319250 w 357696"/>
                <a:gd name="connsiteY9" fmla="*/ 836291 h 1534752"/>
                <a:gd name="connsiteX10" fmla="*/ 311552 w 357696"/>
                <a:gd name="connsiteY10" fmla="*/ 645481 h 1534752"/>
                <a:gd name="connsiteX11" fmla="*/ 321803 w 357696"/>
                <a:gd name="connsiteY11" fmla="*/ 512292 h 1534752"/>
                <a:gd name="connsiteX12" fmla="*/ 321803 w 357696"/>
                <a:gd name="connsiteY12" fmla="*/ 297132 h 1534752"/>
                <a:gd name="connsiteX13" fmla="*/ 357663 w 357696"/>
                <a:gd name="connsiteY13" fmla="*/ 106322 h 1534752"/>
                <a:gd name="connsiteX14" fmla="*/ 293640 w 357696"/>
                <a:gd name="connsiteY14" fmla="*/ 69167 h 1534752"/>
                <a:gd name="connsiteX15" fmla="*/ 120742 w 357696"/>
                <a:gd name="connsiteY15" fmla="*/ 0 h 1534752"/>
                <a:gd name="connsiteX16" fmla="*/ 65713 w 357696"/>
                <a:gd name="connsiteY16" fmla="*/ 260013 h 1534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7696" h="1534752">
                  <a:moveTo>
                    <a:pt x="65713" y="260013"/>
                  </a:moveTo>
                  <a:cubicBezTo>
                    <a:pt x="65713" y="260013"/>
                    <a:pt x="395" y="399605"/>
                    <a:pt x="395" y="413704"/>
                  </a:cubicBezTo>
                  <a:cubicBezTo>
                    <a:pt x="395" y="427804"/>
                    <a:pt x="-493" y="479022"/>
                    <a:pt x="395" y="503336"/>
                  </a:cubicBezTo>
                  <a:cubicBezTo>
                    <a:pt x="1690" y="537901"/>
                    <a:pt x="10646" y="628828"/>
                    <a:pt x="11904" y="664688"/>
                  </a:cubicBezTo>
                  <a:cubicBezTo>
                    <a:pt x="13199" y="700548"/>
                    <a:pt x="34960" y="1208991"/>
                    <a:pt x="34960" y="1267907"/>
                  </a:cubicBezTo>
                  <a:cubicBezTo>
                    <a:pt x="34960" y="1326822"/>
                    <a:pt x="36255" y="1525329"/>
                    <a:pt x="37513" y="1530436"/>
                  </a:cubicBezTo>
                  <a:cubicBezTo>
                    <a:pt x="38771" y="1535543"/>
                    <a:pt x="136137" y="1538097"/>
                    <a:pt x="205267" y="1526588"/>
                  </a:cubicBezTo>
                  <a:cubicBezTo>
                    <a:pt x="274434" y="1515078"/>
                    <a:pt x="321803" y="1502274"/>
                    <a:pt x="323098" y="1486879"/>
                  </a:cubicBezTo>
                  <a:cubicBezTo>
                    <a:pt x="324393" y="1471521"/>
                    <a:pt x="326947" y="1091160"/>
                    <a:pt x="326947" y="1046307"/>
                  </a:cubicBezTo>
                  <a:cubicBezTo>
                    <a:pt x="326947" y="1001454"/>
                    <a:pt x="324393" y="864453"/>
                    <a:pt x="319250" y="836291"/>
                  </a:cubicBezTo>
                  <a:cubicBezTo>
                    <a:pt x="314143" y="808128"/>
                    <a:pt x="311552" y="658286"/>
                    <a:pt x="311552" y="645481"/>
                  </a:cubicBezTo>
                  <a:cubicBezTo>
                    <a:pt x="311552" y="632677"/>
                    <a:pt x="321803" y="549410"/>
                    <a:pt x="321803" y="512292"/>
                  </a:cubicBezTo>
                  <a:cubicBezTo>
                    <a:pt x="321803" y="475137"/>
                    <a:pt x="321803" y="297132"/>
                    <a:pt x="321803" y="297132"/>
                  </a:cubicBezTo>
                  <a:cubicBezTo>
                    <a:pt x="321803" y="297132"/>
                    <a:pt x="358958" y="119126"/>
                    <a:pt x="357663" y="106322"/>
                  </a:cubicBezTo>
                  <a:cubicBezTo>
                    <a:pt x="356405" y="93517"/>
                    <a:pt x="321803" y="79418"/>
                    <a:pt x="293640" y="69167"/>
                  </a:cubicBezTo>
                  <a:cubicBezTo>
                    <a:pt x="265478" y="58916"/>
                    <a:pt x="120742" y="0"/>
                    <a:pt x="120742" y="0"/>
                  </a:cubicBezTo>
                  <a:lnTo>
                    <a:pt x="65713" y="260013"/>
                  </a:lnTo>
                  <a:close/>
                </a:path>
              </a:pathLst>
            </a:custGeom>
            <a:solidFill>
              <a:srgbClr val="DCE7F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7660055-3169-39BD-31C8-8BCE7B46E4AE}"/>
                </a:ext>
              </a:extLst>
            </p:cNvPr>
            <p:cNvSpPr/>
            <p:nvPr/>
          </p:nvSpPr>
          <p:spPr>
            <a:xfrm>
              <a:off x="7078800" y="3671041"/>
              <a:ext cx="145105" cy="168624"/>
            </a:xfrm>
            <a:custGeom>
              <a:avLst/>
              <a:gdLst>
                <a:gd name="connsiteX0" fmla="*/ 0 w 145105"/>
                <a:gd name="connsiteY0" fmla="*/ 137664 h 168624"/>
                <a:gd name="connsiteX1" fmla="*/ 10251 w 145105"/>
                <a:gd name="connsiteY1" fmla="*/ 163273 h 168624"/>
                <a:gd name="connsiteX2" fmla="*/ 29014 w 145105"/>
                <a:gd name="connsiteY2" fmla="*/ 162421 h 168624"/>
                <a:gd name="connsiteX3" fmla="*/ 65725 w 145105"/>
                <a:gd name="connsiteY3" fmla="*/ 121454 h 168624"/>
                <a:gd name="connsiteX4" fmla="*/ 115241 w 145105"/>
                <a:gd name="connsiteY4" fmla="*/ 81339 h 168624"/>
                <a:gd name="connsiteX5" fmla="*/ 145106 w 145105"/>
                <a:gd name="connsiteY5" fmla="*/ 18167 h 168624"/>
                <a:gd name="connsiteX6" fmla="*/ 128045 w 145105"/>
                <a:gd name="connsiteY6" fmla="*/ 256 h 168624"/>
                <a:gd name="connsiteX7" fmla="*/ 0 w 145105"/>
                <a:gd name="connsiteY7" fmla="*/ 137664 h 168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5105" h="168624">
                  <a:moveTo>
                    <a:pt x="0" y="137664"/>
                  </a:moveTo>
                  <a:cubicBezTo>
                    <a:pt x="0" y="137664"/>
                    <a:pt x="6846" y="155575"/>
                    <a:pt x="10251" y="163273"/>
                  </a:cubicBezTo>
                  <a:cubicBezTo>
                    <a:pt x="13656" y="170970"/>
                    <a:pt x="19651" y="170082"/>
                    <a:pt x="29014" y="162421"/>
                  </a:cubicBezTo>
                  <a:cubicBezTo>
                    <a:pt x="38414" y="154724"/>
                    <a:pt x="56325" y="135110"/>
                    <a:pt x="65725" y="121454"/>
                  </a:cubicBezTo>
                  <a:cubicBezTo>
                    <a:pt x="75125" y="107799"/>
                    <a:pt x="97329" y="94143"/>
                    <a:pt x="115241" y="81339"/>
                  </a:cubicBezTo>
                  <a:cubicBezTo>
                    <a:pt x="133152" y="68534"/>
                    <a:pt x="145106" y="28418"/>
                    <a:pt x="145106" y="18167"/>
                  </a:cubicBezTo>
                  <a:cubicBezTo>
                    <a:pt x="145106" y="7916"/>
                    <a:pt x="139147" y="5363"/>
                    <a:pt x="128045" y="256"/>
                  </a:cubicBezTo>
                  <a:cubicBezTo>
                    <a:pt x="116980" y="-4888"/>
                    <a:pt x="4293" y="68534"/>
                    <a:pt x="0" y="137664"/>
                  </a:cubicBezTo>
                  <a:close/>
                </a:path>
              </a:pathLst>
            </a:custGeom>
            <a:solidFill>
              <a:srgbClr val="D4DFE9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0CC09D50-1A7E-F374-BFA8-0ECC2112565B}"/>
                </a:ext>
              </a:extLst>
            </p:cNvPr>
            <p:cNvSpPr/>
            <p:nvPr/>
          </p:nvSpPr>
          <p:spPr>
            <a:xfrm>
              <a:off x="7118953" y="3685766"/>
              <a:ext cx="84524" cy="83550"/>
            </a:xfrm>
            <a:custGeom>
              <a:avLst/>
              <a:gdLst>
                <a:gd name="connsiteX0" fmla="*/ 0 w 84524"/>
                <a:gd name="connsiteY0" fmla="*/ 58064 h 83550"/>
                <a:gd name="connsiteX1" fmla="*/ 12804 w 84524"/>
                <a:gd name="connsiteY1" fmla="*/ 81971 h 83550"/>
                <a:gd name="connsiteX2" fmla="*/ 46111 w 84524"/>
                <a:gd name="connsiteY2" fmla="*/ 73422 h 83550"/>
                <a:gd name="connsiteX3" fmla="*/ 84525 w 84524"/>
                <a:gd name="connsiteY3" fmla="*/ 23907 h 83550"/>
                <a:gd name="connsiteX4" fmla="*/ 35009 w 84524"/>
                <a:gd name="connsiteY4" fmla="*/ 0 h 83550"/>
                <a:gd name="connsiteX5" fmla="*/ 0 w 84524"/>
                <a:gd name="connsiteY5" fmla="*/ 58064 h 83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524" h="83550">
                  <a:moveTo>
                    <a:pt x="0" y="58064"/>
                  </a:moveTo>
                  <a:cubicBezTo>
                    <a:pt x="0" y="58064"/>
                    <a:pt x="5958" y="79418"/>
                    <a:pt x="12804" y="81971"/>
                  </a:cubicBezTo>
                  <a:cubicBezTo>
                    <a:pt x="19614" y="84525"/>
                    <a:pt x="30716" y="85376"/>
                    <a:pt x="46111" y="73422"/>
                  </a:cubicBezTo>
                  <a:cubicBezTo>
                    <a:pt x="61469" y="61469"/>
                    <a:pt x="84525" y="23907"/>
                    <a:pt x="84525" y="23907"/>
                  </a:cubicBezTo>
                  <a:lnTo>
                    <a:pt x="35009" y="0"/>
                  </a:lnTo>
                  <a:lnTo>
                    <a:pt x="0" y="58064"/>
                  </a:lnTo>
                  <a:close/>
                </a:path>
              </a:pathLst>
            </a:custGeom>
            <a:solidFill>
              <a:srgbClr val="96C1E8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BEC8D954-92FE-02A3-7342-10016C0F382E}"/>
                </a:ext>
              </a:extLst>
            </p:cNvPr>
            <p:cNvSpPr/>
            <p:nvPr/>
          </p:nvSpPr>
          <p:spPr>
            <a:xfrm>
              <a:off x="7116362" y="3661603"/>
              <a:ext cx="185861" cy="165864"/>
            </a:xfrm>
            <a:custGeom>
              <a:avLst/>
              <a:gdLst>
                <a:gd name="connsiteX0" fmla="*/ 0 w 185861"/>
                <a:gd name="connsiteY0" fmla="*/ 60874 h 165864"/>
                <a:gd name="connsiteX1" fmla="*/ 25609 w 185861"/>
                <a:gd name="connsiteY1" fmla="*/ 97586 h 165864"/>
                <a:gd name="connsiteX2" fmla="*/ 57213 w 185861"/>
                <a:gd name="connsiteY2" fmla="*/ 136850 h 165864"/>
                <a:gd name="connsiteX3" fmla="*/ 139184 w 185861"/>
                <a:gd name="connsiteY3" fmla="*/ 165864 h 165864"/>
                <a:gd name="connsiteX4" fmla="*/ 143440 w 185861"/>
                <a:gd name="connsiteY4" fmla="*/ 135111 h 165864"/>
                <a:gd name="connsiteX5" fmla="*/ 146845 w 185861"/>
                <a:gd name="connsiteY5" fmla="*/ 111204 h 165864"/>
                <a:gd name="connsiteX6" fmla="*/ 169049 w 185861"/>
                <a:gd name="connsiteY6" fmla="*/ 121455 h 165864"/>
                <a:gd name="connsiteX7" fmla="*/ 182705 w 185861"/>
                <a:gd name="connsiteY7" fmla="*/ 92442 h 165864"/>
                <a:gd name="connsiteX8" fmla="*/ 154542 w 185861"/>
                <a:gd name="connsiteY8" fmla="*/ 54879 h 165864"/>
                <a:gd name="connsiteX9" fmla="*/ 123826 w 185861"/>
                <a:gd name="connsiteY9" fmla="*/ 27568 h 165864"/>
                <a:gd name="connsiteX10" fmla="*/ 64911 w 185861"/>
                <a:gd name="connsiteY10" fmla="*/ 5363 h 165864"/>
                <a:gd name="connsiteX11" fmla="*/ 0 w 185861"/>
                <a:gd name="connsiteY11" fmla="*/ 60874 h 16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5861" h="165864">
                  <a:moveTo>
                    <a:pt x="0" y="60874"/>
                  </a:moveTo>
                  <a:cubicBezTo>
                    <a:pt x="0" y="60874"/>
                    <a:pt x="17060" y="87335"/>
                    <a:pt x="25609" y="97586"/>
                  </a:cubicBezTo>
                  <a:cubicBezTo>
                    <a:pt x="34158" y="107837"/>
                    <a:pt x="48665" y="129190"/>
                    <a:pt x="57213" y="136850"/>
                  </a:cubicBezTo>
                  <a:cubicBezTo>
                    <a:pt x="65762" y="144548"/>
                    <a:pt x="139184" y="165864"/>
                    <a:pt x="139184" y="165864"/>
                  </a:cubicBezTo>
                  <a:cubicBezTo>
                    <a:pt x="139184" y="165864"/>
                    <a:pt x="140887" y="146213"/>
                    <a:pt x="143440" y="135111"/>
                  </a:cubicBezTo>
                  <a:cubicBezTo>
                    <a:pt x="145994" y="124009"/>
                    <a:pt x="146845" y="111204"/>
                    <a:pt x="146845" y="111204"/>
                  </a:cubicBezTo>
                  <a:cubicBezTo>
                    <a:pt x="146845" y="111204"/>
                    <a:pt x="157096" y="126562"/>
                    <a:pt x="169049" y="121455"/>
                  </a:cubicBezTo>
                  <a:cubicBezTo>
                    <a:pt x="181003" y="116348"/>
                    <a:pt x="191254" y="106948"/>
                    <a:pt x="182705" y="92442"/>
                  </a:cubicBezTo>
                  <a:cubicBezTo>
                    <a:pt x="174156" y="77935"/>
                    <a:pt x="162203" y="67684"/>
                    <a:pt x="154542" y="54879"/>
                  </a:cubicBezTo>
                  <a:cubicBezTo>
                    <a:pt x="146845" y="42075"/>
                    <a:pt x="132338" y="30121"/>
                    <a:pt x="123826" y="27568"/>
                  </a:cubicBezTo>
                  <a:cubicBezTo>
                    <a:pt x="115278" y="25014"/>
                    <a:pt x="99920" y="36968"/>
                    <a:pt x="64911" y="5363"/>
                  </a:cubicBezTo>
                  <a:cubicBezTo>
                    <a:pt x="35194" y="-21430"/>
                    <a:pt x="0" y="60874"/>
                    <a:pt x="0" y="60874"/>
                  </a:cubicBezTo>
                  <a:close/>
                </a:path>
              </a:pathLst>
            </a:custGeom>
            <a:solidFill>
              <a:srgbClr val="552E07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C3CF0168-3684-0E6D-C8F8-6A236E84CD8A}"/>
                </a:ext>
              </a:extLst>
            </p:cNvPr>
            <p:cNvSpPr/>
            <p:nvPr/>
          </p:nvSpPr>
          <p:spPr>
            <a:xfrm>
              <a:off x="6912841" y="3094094"/>
              <a:ext cx="307733" cy="743772"/>
            </a:xfrm>
            <a:custGeom>
              <a:avLst/>
              <a:gdLst>
                <a:gd name="connsiteX0" fmla="*/ 212921 w 307733"/>
                <a:gd name="connsiteY0" fmla="*/ 0 h 743772"/>
                <a:gd name="connsiteX1" fmla="*/ 209516 w 307733"/>
                <a:gd name="connsiteY1" fmla="*/ 35009 h 743772"/>
                <a:gd name="connsiteX2" fmla="*/ 212070 w 307733"/>
                <a:gd name="connsiteY2" fmla="*/ 113575 h 743772"/>
                <a:gd name="connsiteX3" fmla="*/ 220618 w 307733"/>
                <a:gd name="connsiteY3" fmla="*/ 234811 h 743772"/>
                <a:gd name="connsiteX4" fmla="*/ 241120 w 307733"/>
                <a:gd name="connsiteY4" fmla="*/ 302275 h 743772"/>
                <a:gd name="connsiteX5" fmla="*/ 247967 w 307733"/>
                <a:gd name="connsiteY5" fmla="*/ 314229 h 743772"/>
                <a:gd name="connsiteX6" fmla="*/ 242860 w 307733"/>
                <a:gd name="connsiteY6" fmla="*/ 333880 h 743772"/>
                <a:gd name="connsiteX7" fmla="*/ 232609 w 307733"/>
                <a:gd name="connsiteY7" fmla="*/ 362042 h 743772"/>
                <a:gd name="connsiteX8" fmla="*/ 228353 w 307733"/>
                <a:gd name="connsiteY8" fmla="*/ 389354 h 743772"/>
                <a:gd name="connsiteX9" fmla="*/ 225799 w 307733"/>
                <a:gd name="connsiteY9" fmla="*/ 409004 h 743772"/>
                <a:gd name="connsiteX10" fmla="*/ 214697 w 307733"/>
                <a:gd name="connsiteY10" fmla="*/ 415851 h 743772"/>
                <a:gd name="connsiteX11" fmla="*/ 228353 w 307733"/>
                <a:gd name="connsiteY11" fmla="*/ 426102 h 743772"/>
                <a:gd name="connsiteX12" fmla="*/ 224097 w 307733"/>
                <a:gd name="connsiteY12" fmla="*/ 447455 h 743772"/>
                <a:gd name="connsiteX13" fmla="*/ 216400 w 307733"/>
                <a:gd name="connsiteY13" fmla="*/ 456855 h 743772"/>
                <a:gd name="connsiteX14" fmla="*/ 229204 w 307733"/>
                <a:gd name="connsiteY14" fmla="*/ 489310 h 743772"/>
                <a:gd name="connsiteX15" fmla="*/ 266766 w 307733"/>
                <a:gd name="connsiteY15" fmla="*/ 540528 h 743772"/>
                <a:gd name="connsiteX16" fmla="*/ 307733 w 307733"/>
                <a:gd name="connsiteY16" fmla="*/ 584937 h 743772"/>
                <a:gd name="connsiteX17" fmla="*/ 259920 w 307733"/>
                <a:gd name="connsiteY17" fmla="*/ 604588 h 743772"/>
                <a:gd name="connsiteX18" fmla="*/ 190753 w 307733"/>
                <a:gd name="connsiteY18" fmla="*/ 695959 h 743772"/>
                <a:gd name="connsiteX19" fmla="*/ 177098 w 307733"/>
                <a:gd name="connsiteY19" fmla="*/ 743772 h 743772"/>
                <a:gd name="connsiteX20" fmla="*/ 143791 w 307733"/>
                <a:gd name="connsiteY20" fmla="*/ 684006 h 743772"/>
                <a:gd name="connsiteX21" fmla="*/ 96829 w 307733"/>
                <a:gd name="connsiteY21" fmla="*/ 587528 h 743772"/>
                <a:gd name="connsiteX22" fmla="*/ 73773 w 307733"/>
                <a:gd name="connsiteY22" fmla="*/ 556812 h 743772"/>
                <a:gd name="connsiteX23" fmla="*/ 31955 w 307733"/>
                <a:gd name="connsiteY23" fmla="*/ 498747 h 743772"/>
                <a:gd name="connsiteX24" fmla="*/ 11453 w 307733"/>
                <a:gd name="connsiteY24" fmla="*/ 475692 h 743772"/>
                <a:gd name="connsiteX25" fmla="*/ 7197 w 307733"/>
                <a:gd name="connsiteY25" fmla="*/ 457743 h 743772"/>
                <a:gd name="connsiteX26" fmla="*/ 2090 w 307733"/>
                <a:gd name="connsiteY26" fmla="*/ 433836 h 743772"/>
                <a:gd name="connsiteX27" fmla="*/ 8900 w 307733"/>
                <a:gd name="connsiteY27" fmla="*/ 399679 h 743772"/>
                <a:gd name="connsiteX28" fmla="*/ 18300 w 307733"/>
                <a:gd name="connsiteY28" fmla="*/ 369777 h 743772"/>
                <a:gd name="connsiteX29" fmla="*/ 49904 w 307733"/>
                <a:gd name="connsiteY29" fmla="*/ 313415 h 743772"/>
                <a:gd name="connsiteX30" fmla="*/ 87466 w 307733"/>
                <a:gd name="connsiteY30" fmla="*/ 221193 h 743772"/>
                <a:gd name="connsiteX31" fmla="*/ 137833 w 307733"/>
                <a:gd name="connsiteY31" fmla="*/ 108505 h 743772"/>
                <a:gd name="connsiteX32" fmla="*/ 212921 w 307733"/>
                <a:gd name="connsiteY32" fmla="*/ 0 h 743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07733" h="743772">
                  <a:moveTo>
                    <a:pt x="212921" y="0"/>
                  </a:moveTo>
                  <a:cubicBezTo>
                    <a:pt x="212921" y="0"/>
                    <a:pt x="206926" y="17912"/>
                    <a:pt x="209516" y="35009"/>
                  </a:cubicBezTo>
                  <a:cubicBezTo>
                    <a:pt x="212070" y="52106"/>
                    <a:pt x="212070" y="93073"/>
                    <a:pt x="212070" y="113575"/>
                  </a:cubicBezTo>
                  <a:cubicBezTo>
                    <a:pt x="212070" y="134077"/>
                    <a:pt x="213772" y="215197"/>
                    <a:pt x="220618" y="234811"/>
                  </a:cubicBezTo>
                  <a:cubicBezTo>
                    <a:pt x="227465" y="254425"/>
                    <a:pt x="234274" y="294578"/>
                    <a:pt x="241120" y="302275"/>
                  </a:cubicBezTo>
                  <a:cubicBezTo>
                    <a:pt x="247967" y="309973"/>
                    <a:pt x="247967" y="314229"/>
                    <a:pt x="247967" y="314229"/>
                  </a:cubicBezTo>
                  <a:cubicBezTo>
                    <a:pt x="247967" y="314229"/>
                    <a:pt x="245413" y="323629"/>
                    <a:pt x="242860" y="333880"/>
                  </a:cubicBezTo>
                  <a:cubicBezTo>
                    <a:pt x="240306" y="344131"/>
                    <a:pt x="232609" y="356935"/>
                    <a:pt x="232609" y="362042"/>
                  </a:cubicBezTo>
                  <a:cubicBezTo>
                    <a:pt x="232609" y="367149"/>
                    <a:pt x="230906" y="385949"/>
                    <a:pt x="228353" y="389354"/>
                  </a:cubicBezTo>
                  <a:cubicBezTo>
                    <a:pt x="225799" y="392758"/>
                    <a:pt x="235199" y="405563"/>
                    <a:pt x="225799" y="409004"/>
                  </a:cubicBezTo>
                  <a:cubicBezTo>
                    <a:pt x="216400" y="412409"/>
                    <a:pt x="214697" y="415851"/>
                    <a:pt x="214697" y="415851"/>
                  </a:cubicBezTo>
                  <a:cubicBezTo>
                    <a:pt x="214697" y="415851"/>
                    <a:pt x="228353" y="420107"/>
                    <a:pt x="228353" y="426102"/>
                  </a:cubicBezTo>
                  <a:cubicBezTo>
                    <a:pt x="228353" y="432097"/>
                    <a:pt x="230055" y="443162"/>
                    <a:pt x="224097" y="447455"/>
                  </a:cubicBezTo>
                  <a:cubicBezTo>
                    <a:pt x="218102" y="451711"/>
                    <a:pt x="214697" y="451711"/>
                    <a:pt x="216400" y="456855"/>
                  </a:cubicBezTo>
                  <a:cubicBezTo>
                    <a:pt x="218102" y="461962"/>
                    <a:pt x="219804" y="477357"/>
                    <a:pt x="229204" y="489310"/>
                  </a:cubicBezTo>
                  <a:cubicBezTo>
                    <a:pt x="238604" y="501264"/>
                    <a:pt x="254813" y="527724"/>
                    <a:pt x="266766" y="540528"/>
                  </a:cubicBezTo>
                  <a:cubicBezTo>
                    <a:pt x="278720" y="553333"/>
                    <a:pt x="307733" y="579793"/>
                    <a:pt x="307733" y="584937"/>
                  </a:cubicBezTo>
                  <a:cubicBezTo>
                    <a:pt x="292375" y="581532"/>
                    <a:pt x="271281" y="594485"/>
                    <a:pt x="259920" y="604588"/>
                  </a:cubicBezTo>
                  <a:cubicBezTo>
                    <a:pt x="229167" y="631899"/>
                    <a:pt x="198673" y="679676"/>
                    <a:pt x="190753" y="695959"/>
                  </a:cubicBezTo>
                  <a:cubicBezTo>
                    <a:pt x="174544" y="729266"/>
                    <a:pt x="177098" y="743772"/>
                    <a:pt x="177098" y="743772"/>
                  </a:cubicBezTo>
                  <a:cubicBezTo>
                    <a:pt x="177098" y="743772"/>
                    <a:pt x="159186" y="719866"/>
                    <a:pt x="143791" y="684006"/>
                  </a:cubicBezTo>
                  <a:cubicBezTo>
                    <a:pt x="128433" y="648146"/>
                    <a:pt x="104526" y="595225"/>
                    <a:pt x="96829" y="587528"/>
                  </a:cubicBezTo>
                  <a:cubicBezTo>
                    <a:pt x="89131" y="579830"/>
                    <a:pt x="79769" y="570467"/>
                    <a:pt x="73773" y="556812"/>
                  </a:cubicBezTo>
                  <a:cubicBezTo>
                    <a:pt x="67778" y="543156"/>
                    <a:pt x="43464" y="503077"/>
                    <a:pt x="31955" y="498747"/>
                  </a:cubicBezTo>
                  <a:cubicBezTo>
                    <a:pt x="18300" y="493640"/>
                    <a:pt x="10602" y="488496"/>
                    <a:pt x="11453" y="475692"/>
                  </a:cubicBezTo>
                  <a:cubicBezTo>
                    <a:pt x="12008" y="467143"/>
                    <a:pt x="9751" y="460334"/>
                    <a:pt x="7197" y="457743"/>
                  </a:cubicBezTo>
                  <a:cubicBezTo>
                    <a:pt x="4644" y="455190"/>
                    <a:pt x="-3905" y="447492"/>
                    <a:pt x="2090" y="433836"/>
                  </a:cubicBezTo>
                  <a:cubicBezTo>
                    <a:pt x="5717" y="425510"/>
                    <a:pt x="12600" y="411965"/>
                    <a:pt x="8900" y="399679"/>
                  </a:cubicBezTo>
                  <a:cubicBezTo>
                    <a:pt x="3793" y="382581"/>
                    <a:pt x="9751" y="375772"/>
                    <a:pt x="18300" y="369777"/>
                  </a:cubicBezTo>
                  <a:cubicBezTo>
                    <a:pt x="26848" y="363782"/>
                    <a:pt x="43057" y="331363"/>
                    <a:pt x="49904" y="313415"/>
                  </a:cubicBezTo>
                  <a:cubicBezTo>
                    <a:pt x="56750" y="295503"/>
                    <a:pt x="74625" y="251020"/>
                    <a:pt x="87466" y="221193"/>
                  </a:cubicBezTo>
                  <a:cubicBezTo>
                    <a:pt x="103675" y="183630"/>
                    <a:pt x="126731" y="128119"/>
                    <a:pt x="137833" y="108505"/>
                  </a:cubicBezTo>
                  <a:cubicBezTo>
                    <a:pt x="148898" y="88780"/>
                    <a:pt x="192456" y="5107"/>
                    <a:pt x="212921" y="0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72B00762-414E-72DB-54B4-3014A2A11A39}"/>
                </a:ext>
              </a:extLst>
            </p:cNvPr>
            <p:cNvSpPr/>
            <p:nvPr/>
          </p:nvSpPr>
          <p:spPr>
            <a:xfrm>
              <a:off x="7735383" y="3694093"/>
              <a:ext cx="122309" cy="150108"/>
            </a:xfrm>
            <a:custGeom>
              <a:avLst/>
              <a:gdLst>
                <a:gd name="connsiteX0" fmla="*/ 122309 w 122309"/>
                <a:gd name="connsiteY0" fmla="*/ 101807 h 150108"/>
                <a:gd name="connsiteX1" fmla="*/ 111429 w 122309"/>
                <a:gd name="connsiteY1" fmla="*/ 144069 h 150108"/>
                <a:gd name="connsiteX2" fmla="*/ 95405 w 122309"/>
                <a:gd name="connsiteY2" fmla="*/ 145994 h 150108"/>
                <a:gd name="connsiteX3" fmla="*/ 46111 w 122309"/>
                <a:gd name="connsiteY3" fmla="*/ 105656 h 150108"/>
                <a:gd name="connsiteX4" fmla="*/ 0 w 122309"/>
                <a:gd name="connsiteY4" fmla="*/ 80676 h 150108"/>
                <a:gd name="connsiteX5" fmla="*/ 40967 w 122309"/>
                <a:gd name="connsiteY5" fmla="*/ 0 h 150108"/>
                <a:gd name="connsiteX6" fmla="*/ 122309 w 122309"/>
                <a:gd name="connsiteY6" fmla="*/ 101807 h 150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2309" h="150108">
                  <a:moveTo>
                    <a:pt x="122309" y="101807"/>
                  </a:moveTo>
                  <a:cubicBezTo>
                    <a:pt x="122309" y="101807"/>
                    <a:pt x="117831" y="136372"/>
                    <a:pt x="111429" y="144069"/>
                  </a:cubicBezTo>
                  <a:cubicBezTo>
                    <a:pt x="105027" y="151767"/>
                    <a:pt x="101807" y="151767"/>
                    <a:pt x="95405" y="145994"/>
                  </a:cubicBezTo>
                  <a:cubicBezTo>
                    <a:pt x="89002" y="140221"/>
                    <a:pt x="61469" y="114612"/>
                    <a:pt x="46111" y="105656"/>
                  </a:cubicBezTo>
                  <a:cubicBezTo>
                    <a:pt x="30753" y="96700"/>
                    <a:pt x="0" y="80676"/>
                    <a:pt x="0" y="80676"/>
                  </a:cubicBezTo>
                  <a:lnTo>
                    <a:pt x="40967" y="0"/>
                  </a:lnTo>
                  <a:lnTo>
                    <a:pt x="122309" y="101807"/>
                  </a:lnTo>
                  <a:close/>
                </a:path>
              </a:pathLst>
            </a:custGeom>
            <a:solidFill>
              <a:srgbClr val="D4DFE9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9716918A-6888-1060-8AD7-517097304AEC}"/>
                </a:ext>
              </a:extLst>
            </p:cNvPr>
            <p:cNvSpPr/>
            <p:nvPr/>
          </p:nvSpPr>
          <p:spPr>
            <a:xfrm>
              <a:off x="7744968" y="3699829"/>
              <a:ext cx="92851" cy="85982"/>
            </a:xfrm>
            <a:custGeom>
              <a:avLst/>
              <a:gdLst>
                <a:gd name="connsiteX0" fmla="*/ 92851 w 92851"/>
                <a:gd name="connsiteY0" fmla="*/ 53179 h 85982"/>
                <a:gd name="connsiteX1" fmla="*/ 60840 w 92851"/>
                <a:gd name="connsiteY1" fmla="*/ 85191 h 85982"/>
                <a:gd name="connsiteX2" fmla="*/ 27533 w 92851"/>
                <a:gd name="connsiteY2" fmla="*/ 69167 h 85982"/>
                <a:gd name="connsiteX3" fmla="*/ 0 w 92851"/>
                <a:gd name="connsiteY3" fmla="*/ 40338 h 85982"/>
                <a:gd name="connsiteX4" fmla="*/ 69796 w 92851"/>
                <a:gd name="connsiteY4" fmla="*/ 0 h 85982"/>
                <a:gd name="connsiteX5" fmla="*/ 92851 w 92851"/>
                <a:gd name="connsiteY5" fmla="*/ 53179 h 85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2851" h="85982">
                  <a:moveTo>
                    <a:pt x="92851" y="53179"/>
                  </a:moveTo>
                  <a:cubicBezTo>
                    <a:pt x="92851" y="53179"/>
                    <a:pt x="64023" y="82637"/>
                    <a:pt x="60840" y="85191"/>
                  </a:cubicBezTo>
                  <a:cubicBezTo>
                    <a:pt x="57620" y="87744"/>
                    <a:pt x="43558" y="84562"/>
                    <a:pt x="27533" y="69167"/>
                  </a:cubicBezTo>
                  <a:cubicBezTo>
                    <a:pt x="21760" y="63616"/>
                    <a:pt x="0" y="40338"/>
                    <a:pt x="0" y="40338"/>
                  </a:cubicBezTo>
                  <a:lnTo>
                    <a:pt x="69796" y="0"/>
                  </a:lnTo>
                  <a:lnTo>
                    <a:pt x="92851" y="53179"/>
                  </a:lnTo>
                  <a:close/>
                </a:path>
              </a:pathLst>
            </a:custGeom>
            <a:solidFill>
              <a:srgbClr val="96C1E8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372A7BE1-88FC-5403-D667-C89C4FEBE326}"/>
                </a:ext>
              </a:extLst>
            </p:cNvPr>
            <p:cNvSpPr/>
            <p:nvPr/>
          </p:nvSpPr>
          <p:spPr>
            <a:xfrm>
              <a:off x="7621902" y="3686432"/>
              <a:ext cx="190974" cy="145327"/>
            </a:xfrm>
            <a:custGeom>
              <a:avLst/>
              <a:gdLst>
                <a:gd name="connsiteX0" fmla="*/ 190975 w 190974"/>
                <a:gd name="connsiteY0" fmla="*/ 50552 h 145327"/>
                <a:gd name="connsiteX1" fmla="*/ 169843 w 190974"/>
                <a:gd name="connsiteY1" fmla="*/ 76161 h 145327"/>
                <a:gd name="connsiteX2" fmla="*/ 156410 w 190974"/>
                <a:gd name="connsiteY2" fmla="*/ 103065 h 145327"/>
                <a:gd name="connsiteX3" fmla="*/ 139756 w 190974"/>
                <a:gd name="connsiteY3" fmla="*/ 145328 h 145327"/>
                <a:gd name="connsiteX4" fmla="*/ 43723 w 190974"/>
                <a:gd name="connsiteY4" fmla="*/ 127379 h 145327"/>
                <a:gd name="connsiteX5" fmla="*/ 44352 w 190974"/>
                <a:gd name="connsiteY5" fmla="*/ 103065 h 145327"/>
                <a:gd name="connsiteX6" fmla="*/ 39874 w 190974"/>
                <a:gd name="connsiteY6" fmla="*/ 84488 h 145327"/>
                <a:gd name="connsiteX7" fmla="*/ 15523 w 190974"/>
                <a:gd name="connsiteY7" fmla="*/ 92185 h 145327"/>
                <a:gd name="connsiteX8" fmla="*/ 165 w 190974"/>
                <a:gd name="connsiteY8" fmla="*/ 68501 h 145327"/>
                <a:gd name="connsiteX9" fmla="*/ 20667 w 190974"/>
                <a:gd name="connsiteY9" fmla="*/ 52476 h 145327"/>
                <a:gd name="connsiteX10" fmla="*/ 40503 w 190974"/>
                <a:gd name="connsiteY10" fmla="*/ 32640 h 145327"/>
                <a:gd name="connsiteX11" fmla="*/ 76363 w 190974"/>
                <a:gd name="connsiteY11" fmla="*/ 12804 h 145327"/>
                <a:gd name="connsiteX12" fmla="*/ 110299 w 190974"/>
                <a:gd name="connsiteY12" fmla="*/ 0 h 145327"/>
                <a:gd name="connsiteX13" fmla="*/ 190975 w 190974"/>
                <a:gd name="connsiteY13" fmla="*/ 50552 h 145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0974" h="145327">
                  <a:moveTo>
                    <a:pt x="190975" y="50552"/>
                  </a:moveTo>
                  <a:cubicBezTo>
                    <a:pt x="190975" y="50552"/>
                    <a:pt x="176246" y="67205"/>
                    <a:pt x="169843" y="76161"/>
                  </a:cubicBezTo>
                  <a:cubicBezTo>
                    <a:pt x="163441" y="85117"/>
                    <a:pt x="162812" y="90261"/>
                    <a:pt x="156410" y="103065"/>
                  </a:cubicBezTo>
                  <a:cubicBezTo>
                    <a:pt x="150008" y="115870"/>
                    <a:pt x="139756" y="145328"/>
                    <a:pt x="139756" y="145328"/>
                  </a:cubicBezTo>
                  <a:lnTo>
                    <a:pt x="43723" y="127379"/>
                  </a:lnTo>
                  <a:cubicBezTo>
                    <a:pt x="43723" y="127379"/>
                    <a:pt x="45647" y="113945"/>
                    <a:pt x="44352" y="103065"/>
                  </a:cubicBezTo>
                  <a:cubicBezTo>
                    <a:pt x="43057" y="92185"/>
                    <a:pt x="39874" y="84488"/>
                    <a:pt x="39874" y="84488"/>
                  </a:cubicBezTo>
                  <a:cubicBezTo>
                    <a:pt x="39874" y="84488"/>
                    <a:pt x="30918" y="95997"/>
                    <a:pt x="15523" y="92185"/>
                  </a:cubicBezTo>
                  <a:cubicBezTo>
                    <a:pt x="165" y="88336"/>
                    <a:pt x="-501" y="78752"/>
                    <a:pt x="165" y="68501"/>
                  </a:cubicBezTo>
                  <a:cubicBezTo>
                    <a:pt x="794" y="58249"/>
                    <a:pt x="11045" y="58249"/>
                    <a:pt x="20667" y="52476"/>
                  </a:cubicBezTo>
                  <a:cubicBezTo>
                    <a:pt x="30252" y="46703"/>
                    <a:pt x="33472" y="39672"/>
                    <a:pt x="40503" y="32640"/>
                  </a:cubicBezTo>
                  <a:cubicBezTo>
                    <a:pt x="47571" y="25609"/>
                    <a:pt x="56527" y="13434"/>
                    <a:pt x="76363" y="12804"/>
                  </a:cubicBezTo>
                  <a:cubicBezTo>
                    <a:pt x="96199" y="12175"/>
                    <a:pt x="110299" y="0"/>
                    <a:pt x="110299" y="0"/>
                  </a:cubicBezTo>
                  <a:lnTo>
                    <a:pt x="190975" y="50552"/>
                  </a:lnTo>
                  <a:close/>
                </a:path>
              </a:pathLst>
            </a:custGeom>
            <a:solidFill>
              <a:srgbClr val="552E07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CED542B4-985D-078C-FA12-D2F0E6982408}"/>
                </a:ext>
              </a:extLst>
            </p:cNvPr>
            <p:cNvSpPr/>
            <p:nvPr/>
          </p:nvSpPr>
          <p:spPr>
            <a:xfrm>
              <a:off x="7712994" y="3077441"/>
              <a:ext cx="347789" cy="763275"/>
            </a:xfrm>
            <a:custGeom>
              <a:avLst/>
              <a:gdLst>
                <a:gd name="connsiteX0" fmla="*/ 114612 w 347789"/>
                <a:gd name="connsiteY0" fmla="*/ 0 h 763275"/>
                <a:gd name="connsiteX1" fmla="*/ 104361 w 347789"/>
                <a:gd name="connsiteY1" fmla="*/ 62764 h 763275"/>
                <a:gd name="connsiteX2" fmla="*/ 92851 w 347789"/>
                <a:gd name="connsiteY2" fmla="*/ 171640 h 763275"/>
                <a:gd name="connsiteX3" fmla="*/ 94109 w 347789"/>
                <a:gd name="connsiteY3" fmla="*/ 275371 h 763275"/>
                <a:gd name="connsiteX4" fmla="*/ 85154 w 347789"/>
                <a:gd name="connsiteY4" fmla="*/ 331733 h 763275"/>
                <a:gd name="connsiteX5" fmla="*/ 101807 w 347789"/>
                <a:gd name="connsiteY5" fmla="*/ 376549 h 763275"/>
                <a:gd name="connsiteX6" fmla="*/ 121014 w 347789"/>
                <a:gd name="connsiteY6" fmla="*/ 408560 h 763275"/>
                <a:gd name="connsiteX7" fmla="*/ 123567 w 347789"/>
                <a:gd name="connsiteY7" fmla="*/ 431616 h 763275"/>
                <a:gd name="connsiteX8" fmla="*/ 135077 w 347789"/>
                <a:gd name="connsiteY8" fmla="*/ 436723 h 763275"/>
                <a:gd name="connsiteX9" fmla="*/ 135077 w 347789"/>
                <a:gd name="connsiteY9" fmla="*/ 444420 h 763275"/>
                <a:gd name="connsiteX10" fmla="*/ 142774 w 347789"/>
                <a:gd name="connsiteY10" fmla="*/ 449528 h 763275"/>
                <a:gd name="connsiteX11" fmla="*/ 137667 w 347789"/>
                <a:gd name="connsiteY11" fmla="*/ 467439 h 763275"/>
                <a:gd name="connsiteX12" fmla="*/ 118460 w 347789"/>
                <a:gd name="connsiteY12" fmla="*/ 499450 h 763275"/>
                <a:gd name="connsiteX13" fmla="*/ 83896 w 347789"/>
                <a:gd name="connsiteY13" fmla="*/ 532757 h 763275"/>
                <a:gd name="connsiteX14" fmla="*/ 0 w 347789"/>
                <a:gd name="connsiteY14" fmla="*/ 619206 h 763275"/>
                <a:gd name="connsiteX15" fmla="*/ 44187 w 347789"/>
                <a:gd name="connsiteY15" fmla="*/ 624979 h 763275"/>
                <a:gd name="connsiteX16" fmla="*/ 132560 w 347789"/>
                <a:gd name="connsiteY16" fmla="*/ 718459 h 763275"/>
                <a:gd name="connsiteX17" fmla="*/ 132560 w 347789"/>
                <a:gd name="connsiteY17" fmla="*/ 763275 h 763275"/>
                <a:gd name="connsiteX18" fmla="*/ 182520 w 347789"/>
                <a:gd name="connsiteY18" fmla="*/ 699253 h 763275"/>
                <a:gd name="connsiteX19" fmla="*/ 279849 w 347789"/>
                <a:gd name="connsiteY19" fmla="*/ 568617 h 763275"/>
                <a:gd name="connsiteX20" fmla="*/ 327218 w 347789"/>
                <a:gd name="connsiteY20" fmla="*/ 509701 h 763275"/>
                <a:gd name="connsiteX21" fmla="*/ 347721 w 347789"/>
                <a:gd name="connsiteY21" fmla="*/ 471288 h 763275"/>
                <a:gd name="connsiteX22" fmla="*/ 340541 w 347789"/>
                <a:gd name="connsiteY22" fmla="*/ 434725 h 763275"/>
                <a:gd name="connsiteX23" fmla="*/ 337988 w 347789"/>
                <a:gd name="connsiteY23" fmla="*/ 407820 h 763275"/>
                <a:gd name="connsiteX24" fmla="*/ 331585 w 347789"/>
                <a:gd name="connsiteY24" fmla="*/ 380916 h 763275"/>
                <a:gd name="connsiteX25" fmla="*/ 317486 w 347789"/>
                <a:gd name="connsiteY25" fmla="*/ 343761 h 763275"/>
                <a:gd name="connsiteX26" fmla="*/ 294430 w 347789"/>
                <a:gd name="connsiteY26" fmla="*/ 292543 h 763275"/>
                <a:gd name="connsiteX27" fmla="*/ 227854 w 347789"/>
                <a:gd name="connsiteY27" fmla="*/ 179855 h 763275"/>
                <a:gd name="connsiteX28" fmla="*/ 193289 w 347789"/>
                <a:gd name="connsiteY28" fmla="*/ 129896 h 763275"/>
                <a:gd name="connsiteX29" fmla="*/ 147955 w 347789"/>
                <a:gd name="connsiteY29" fmla="*/ 28126 h 763275"/>
                <a:gd name="connsiteX30" fmla="*/ 114612 w 347789"/>
                <a:gd name="connsiteY30" fmla="*/ 0 h 763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47789" h="763275">
                  <a:moveTo>
                    <a:pt x="114612" y="0"/>
                  </a:moveTo>
                  <a:cubicBezTo>
                    <a:pt x="114612" y="0"/>
                    <a:pt x="109505" y="37118"/>
                    <a:pt x="104361" y="62764"/>
                  </a:cubicBezTo>
                  <a:cubicBezTo>
                    <a:pt x="99254" y="88373"/>
                    <a:pt x="91556" y="149842"/>
                    <a:pt x="92851" y="171640"/>
                  </a:cubicBezTo>
                  <a:cubicBezTo>
                    <a:pt x="94109" y="193400"/>
                    <a:pt x="99254" y="261308"/>
                    <a:pt x="94109" y="275371"/>
                  </a:cubicBezTo>
                  <a:cubicBezTo>
                    <a:pt x="89003" y="289471"/>
                    <a:pt x="83859" y="320187"/>
                    <a:pt x="85154" y="331733"/>
                  </a:cubicBezTo>
                  <a:cubicBezTo>
                    <a:pt x="86449" y="343243"/>
                    <a:pt x="90261" y="363745"/>
                    <a:pt x="101807" y="376549"/>
                  </a:cubicBezTo>
                  <a:cubicBezTo>
                    <a:pt x="113316" y="389354"/>
                    <a:pt x="122309" y="399605"/>
                    <a:pt x="121014" y="408560"/>
                  </a:cubicBezTo>
                  <a:cubicBezTo>
                    <a:pt x="119756" y="417516"/>
                    <a:pt x="119756" y="427767"/>
                    <a:pt x="123567" y="431616"/>
                  </a:cubicBezTo>
                  <a:cubicBezTo>
                    <a:pt x="127416" y="435465"/>
                    <a:pt x="135077" y="436723"/>
                    <a:pt x="135077" y="436723"/>
                  </a:cubicBezTo>
                  <a:cubicBezTo>
                    <a:pt x="135077" y="436723"/>
                    <a:pt x="132523" y="440572"/>
                    <a:pt x="135077" y="444420"/>
                  </a:cubicBezTo>
                  <a:cubicBezTo>
                    <a:pt x="137630" y="448269"/>
                    <a:pt x="142774" y="449528"/>
                    <a:pt x="142774" y="449528"/>
                  </a:cubicBezTo>
                  <a:cubicBezTo>
                    <a:pt x="142774" y="449528"/>
                    <a:pt x="137667" y="462332"/>
                    <a:pt x="137667" y="467439"/>
                  </a:cubicBezTo>
                  <a:cubicBezTo>
                    <a:pt x="137667" y="472546"/>
                    <a:pt x="119756" y="491790"/>
                    <a:pt x="118460" y="499450"/>
                  </a:cubicBezTo>
                  <a:cubicBezTo>
                    <a:pt x="117165" y="507148"/>
                    <a:pt x="94109" y="521211"/>
                    <a:pt x="83896" y="532757"/>
                  </a:cubicBezTo>
                  <a:cubicBezTo>
                    <a:pt x="73644" y="544266"/>
                    <a:pt x="2554" y="615357"/>
                    <a:pt x="0" y="619206"/>
                  </a:cubicBezTo>
                  <a:cubicBezTo>
                    <a:pt x="13434" y="616652"/>
                    <a:pt x="26904" y="614728"/>
                    <a:pt x="44187" y="624979"/>
                  </a:cubicBezTo>
                  <a:cubicBezTo>
                    <a:pt x="66502" y="638191"/>
                    <a:pt x="119941" y="694442"/>
                    <a:pt x="132560" y="718459"/>
                  </a:cubicBezTo>
                  <a:cubicBezTo>
                    <a:pt x="145994" y="744068"/>
                    <a:pt x="132560" y="763275"/>
                    <a:pt x="132560" y="763275"/>
                  </a:cubicBezTo>
                  <a:cubicBezTo>
                    <a:pt x="132560" y="763275"/>
                    <a:pt x="162018" y="726120"/>
                    <a:pt x="182520" y="699253"/>
                  </a:cubicBezTo>
                  <a:cubicBezTo>
                    <a:pt x="203022" y="672348"/>
                    <a:pt x="258089" y="598075"/>
                    <a:pt x="279849" y="568617"/>
                  </a:cubicBezTo>
                  <a:cubicBezTo>
                    <a:pt x="301609" y="539159"/>
                    <a:pt x="320816" y="517399"/>
                    <a:pt x="327218" y="509701"/>
                  </a:cubicBezTo>
                  <a:cubicBezTo>
                    <a:pt x="333621" y="502004"/>
                    <a:pt x="346425" y="481539"/>
                    <a:pt x="347721" y="471288"/>
                  </a:cubicBezTo>
                  <a:cubicBezTo>
                    <a:pt x="349016" y="461037"/>
                    <a:pt x="331585" y="447529"/>
                    <a:pt x="340541" y="434725"/>
                  </a:cubicBezTo>
                  <a:cubicBezTo>
                    <a:pt x="349497" y="421920"/>
                    <a:pt x="337988" y="407820"/>
                    <a:pt x="337988" y="407820"/>
                  </a:cubicBezTo>
                  <a:cubicBezTo>
                    <a:pt x="337988" y="407820"/>
                    <a:pt x="336692" y="393721"/>
                    <a:pt x="331585" y="380916"/>
                  </a:cubicBezTo>
                  <a:cubicBezTo>
                    <a:pt x="326478" y="368111"/>
                    <a:pt x="326478" y="354012"/>
                    <a:pt x="317486" y="343761"/>
                  </a:cubicBezTo>
                  <a:cubicBezTo>
                    <a:pt x="308530" y="333510"/>
                    <a:pt x="312379" y="330956"/>
                    <a:pt x="294430" y="292543"/>
                  </a:cubicBezTo>
                  <a:cubicBezTo>
                    <a:pt x="276482" y="254129"/>
                    <a:pt x="235514" y="191365"/>
                    <a:pt x="227854" y="179855"/>
                  </a:cubicBezTo>
                  <a:cubicBezTo>
                    <a:pt x="220156" y="168309"/>
                    <a:pt x="204798" y="149139"/>
                    <a:pt x="193289" y="129896"/>
                  </a:cubicBezTo>
                  <a:cubicBezTo>
                    <a:pt x="181780" y="110689"/>
                    <a:pt x="163350" y="51181"/>
                    <a:pt x="147955" y="28126"/>
                  </a:cubicBezTo>
                  <a:cubicBezTo>
                    <a:pt x="132523" y="5107"/>
                    <a:pt x="114612" y="0"/>
                    <a:pt x="114612" y="0"/>
                  </a:cubicBezTo>
                  <a:close/>
                </a:path>
              </a:pathLst>
            </a:custGeom>
            <a:solidFill>
              <a:srgbClr val="E4EF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5B7AF015-4191-B536-AFA7-0148F91B8005}"/>
                </a:ext>
              </a:extLst>
            </p:cNvPr>
            <p:cNvSpPr/>
            <p:nvPr/>
          </p:nvSpPr>
          <p:spPr>
            <a:xfrm>
              <a:off x="7144599" y="3779691"/>
              <a:ext cx="145105" cy="260514"/>
            </a:xfrm>
            <a:custGeom>
              <a:avLst/>
              <a:gdLst>
                <a:gd name="connsiteX0" fmla="*/ 122901 w 145105"/>
                <a:gd name="connsiteY0" fmla="*/ 11102 h 260514"/>
                <a:gd name="connsiteX1" fmla="*/ 119497 w 145105"/>
                <a:gd name="connsiteY1" fmla="*/ 52958 h 260514"/>
                <a:gd name="connsiteX2" fmla="*/ 130599 w 145105"/>
                <a:gd name="connsiteY2" fmla="*/ 137482 h 260514"/>
                <a:gd name="connsiteX3" fmla="*/ 144254 w 145105"/>
                <a:gd name="connsiteY3" fmla="*/ 232258 h 260514"/>
                <a:gd name="connsiteX4" fmla="*/ 145106 w 145105"/>
                <a:gd name="connsiteY4" fmla="*/ 257867 h 260514"/>
                <a:gd name="connsiteX5" fmla="*/ 136557 w 145105"/>
                <a:gd name="connsiteY5" fmla="*/ 260420 h 260514"/>
                <a:gd name="connsiteX6" fmla="*/ 72534 w 145105"/>
                <a:gd name="connsiteY6" fmla="*/ 257867 h 260514"/>
                <a:gd name="connsiteX7" fmla="*/ 24721 w 145105"/>
                <a:gd name="connsiteY7" fmla="*/ 245913 h 260514"/>
                <a:gd name="connsiteX8" fmla="*/ 22167 w 145105"/>
                <a:gd name="connsiteY8" fmla="*/ 210905 h 260514"/>
                <a:gd name="connsiteX9" fmla="*/ 16209 w 145105"/>
                <a:gd name="connsiteY9" fmla="*/ 168235 h 260514"/>
                <a:gd name="connsiteX10" fmla="*/ 6809 w 145105"/>
                <a:gd name="connsiteY10" fmla="*/ 66613 h 260514"/>
                <a:gd name="connsiteX11" fmla="*/ 0 w 145105"/>
                <a:gd name="connsiteY11" fmla="*/ 12805 h 260514"/>
                <a:gd name="connsiteX12" fmla="*/ 13656 w 145105"/>
                <a:gd name="connsiteY12" fmla="*/ 0 h 260514"/>
                <a:gd name="connsiteX13" fmla="*/ 35860 w 145105"/>
                <a:gd name="connsiteY13" fmla="*/ 13656 h 260514"/>
                <a:gd name="connsiteX14" fmla="*/ 122901 w 145105"/>
                <a:gd name="connsiteY14" fmla="*/ 11102 h 260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5105" h="260514">
                  <a:moveTo>
                    <a:pt x="122901" y="11102"/>
                  </a:moveTo>
                  <a:cubicBezTo>
                    <a:pt x="122901" y="11102"/>
                    <a:pt x="119497" y="37562"/>
                    <a:pt x="119497" y="52958"/>
                  </a:cubicBezTo>
                  <a:cubicBezTo>
                    <a:pt x="119497" y="68316"/>
                    <a:pt x="129748" y="111873"/>
                    <a:pt x="130599" y="137482"/>
                  </a:cubicBezTo>
                  <a:cubicBezTo>
                    <a:pt x="131450" y="163091"/>
                    <a:pt x="143403" y="224560"/>
                    <a:pt x="144254" y="232258"/>
                  </a:cubicBezTo>
                  <a:cubicBezTo>
                    <a:pt x="145106" y="239918"/>
                    <a:pt x="145106" y="255313"/>
                    <a:pt x="145106" y="257867"/>
                  </a:cubicBezTo>
                  <a:cubicBezTo>
                    <a:pt x="145106" y="260420"/>
                    <a:pt x="145106" y="260420"/>
                    <a:pt x="136557" y="260420"/>
                  </a:cubicBezTo>
                  <a:cubicBezTo>
                    <a:pt x="128008" y="260420"/>
                    <a:pt x="91297" y="261271"/>
                    <a:pt x="72534" y="257867"/>
                  </a:cubicBezTo>
                  <a:cubicBezTo>
                    <a:pt x="53772" y="254462"/>
                    <a:pt x="26127" y="251909"/>
                    <a:pt x="24721" y="245913"/>
                  </a:cubicBezTo>
                  <a:cubicBezTo>
                    <a:pt x="22167" y="234811"/>
                    <a:pt x="22167" y="225411"/>
                    <a:pt x="22167" y="210905"/>
                  </a:cubicBezTo>
                  <a:cubicBezTo>
                    <a:pt x="22167" y="196398"/>
                    <a:pt x="17060" y="176747"/>
                    <a:pt x="16209" y="168235"/>
                  </a:cubicBezTo>
                  <a:cubicBezTo>
                    <a:pt x="15358" y="159687"/>
                    <a:pt x="5107" y="111873"/>
                    <a:pt x="6809" y="66613"/>
                  </a:cubicBezTo>
                  <a:cubicBezTo>
                    <a:pt x="7439" y="50367"/>
                    <a:pt x="814" y="17097"/>
                    <a:pt x="0" y="12805"/>
                  </a:cubicBezTo>
                  <a:lnTo>
                    <a:pt x="13656" y="0"/>
                  </a:lnTo>
                  <a:cubicBezTo>
                    <a:pt x="13656" y="0"/>
                    <a:pt x="12805" y="6846"/>
                    <a:pt x="35860" y="13656"/>
                  </a:cubicBezTo>
                  <a:cubicBezTo>
                    <a:pt x="58879" y="20502"/>
                    <a:pt x="96441" y="22204"/>
                    <a:pt x="122901" y="11102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C9705D4C-4A17-04C0-BEB6-AFBE9255CF9D}"/>
                </a:ext>
              </a:extLst>
            </p:cNvPr>
            <p:cNvSpPr/>
            <p:nvPr/>
          </p:nvSpPr>
          <p:spPr>
            <a:xfrm>
              <a:off x="7640313" y="3794235"/>
              <a:ext cx="141180" cy="252373"/>
            </a:xfrm>
            <a:custGeom>
              <a:avLst/>
              <a:gdLst>
                <a:gd name="connsiteX0" fmla="*/ 22905 w 141180"/>
                <a:gd name="connsiteY0" fmla="*/ 2961 h 252373"/>
                <a:gd name="connsiteX1" fmla="*/ 16910 w 141180"/>
                <a:gd name="connsiteY1" fmla="*/ 54179 h 252373"/>
                <a:gd name="connsiteX2" fmla="*/ 4106 w 141180"/>
                <a:gd name="connsiteY2" fmla="*/ 136150 h 252373"/>
                <a:gd name="connsiteX3" fmla="*/ 701 w 141180"/>
                <a:gd name="connsiteY3" fmla="*/ 249725 h 252373"/>
                <a:gd name="connsiteX4" fmla="*/ 9250 w 141180"/>
                <a:gd name="connsiteY4" fmla="*/ 252279 h 252373"/>
                <a:gd name="connsiteX5" fmla="*/ 73272 w 141180"/>
                <a:gd name="connsiteY5" fmla="*/ 249725 h 252373"/>
                <a:gd name="connsiteX6" fmla="*/ 121086 w 141180"/>
                <a:gd name="connsiteY6" fmla="*/ 237772 h 252373"/>
                <a:gd name="connsiteX7" fmla="*/ 123639 w 141180"/>
                <a:gd name="connsiteY7" fmla="*/ 202763 h 252373"/>
                <a:gd name="connsiteX8" fmla="*/ 135185 w 141180"/>
                <a:gd name="connsiteY8" fmla="*/ 60618 h 252373"/>
                <a:gd name="connsiteX9" fmla="*/ 141181 w 141180"/>
                <a:gd name="connsiteY9" fmla="*/ 5551 h 252373"/>
                <a:gd name="connsiteX10" fmla="*/ 132632 w 141180"/>
                <a:gd name="connsiteY10" fmla="*/ 0 h 252373"/>
                <a:gd name="connsiteX11" fmla="*/ 104469 w 141180"/>
                <a:gd name="connsiteY11" fmla="*/ 15358 h 252373"/>
                <a:gd name="connsiteX12" fmla="*/ 22905 w 141180"/>
                <a:gd name="connsiteY12" fmla="*/ 2961 h 2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1180" h="252373">
                  <a:moveTo>
                    <a:pt x="22905" y="2961"/>
                  </a:moveTo>
                  <a:cubicBezTo>
                    <a:pt x="22905" y="2961"/>
                    <a:pt x="16910" y="38821"/>
                    <a:pt x="16910" y="54179"/>
                  </a:cubicBezTo>
                  <a:cubicBezTo>
                    <a:pt x="16910" y="89780"/>
                    <a:pt x="6437" y="119422"/>
                    <a:pt x="4106" y="136150"/>
                  </a:cubicBezTo>
                  <a:cubicBezTo>
                    <a:pt x="-2297" y="182261"/>
                    <a:pt x="701" y="247135"/>
                    <a:pt x="701" y="249725"/>
                  </a:cubicBezTo>
                  <a:cubicBezTo>
                    <a:pt x="701" y="252279"/>
                    <a:pt x="701" y="252279"/>
                    <a:pt x="9250" y="252279"/>
                  </a:cubicBezTo>
                  <a:cubicBezTo>
                    <a:pt x="17798" y="252279"/>
                    <a:pt x="54510" y="253130"/>
                    <a:pt x="73272" y="249725"/>
                  </a:cubicBezTo>
                  <a:cubicBezTo>
                    <a:pt x="92072" y="246320"/>
                    <a:pt x="119716" y="243767"/>
                    <a:pt x="121086" y="237772"/>
                  </a:cubicBezTo>
                  <a:cubicBezTo>
                    <a:pt x="123639" y="226670"/>
                    <a:pt x="123639" y="217270"/>
                    <a:pt x="123639" y="202763"/>
                  </a:cubicBezTo>
                  <a:cubicBezTo>
                    <a:pt x="123639" y="188256"/>
                    <a:pt x="128339" y="116092"/>
                    <a:pt x="135185" y="60618"/>
                  </a:cubicBezTo>
                  <a:cubicBezTo>
                    <a:pt x="137184" y="44483"/>
                    <a:pt x="140292" y="9807"/>
                    <a:pt x="141181" y="5551"/>
                  </a:cubicBezTo>
                  <a:lnTo>
                    <a:pt x="132632" y="0"/>
                  </a:lnTo>
                  <a:cubicBezTo>
                    <a:pt x="132632" y="0"/>
                    <a:pt x="127525" y="8549"/>
                    <a:pt x="104469" y="15358"/>
                  </a:cubicBezTo>
                  <a:cubicBezTo>
                    <a:pt x="81414" y="22167"/>
                    <a:pt x="49403" y="14063"/>
                    <a:pt x="22905" y="2961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F233DBAA-5C57-D17C-81AC-3D12BDB99006}"/>
                </a:ext>
              </a:extLst>
            </p:cNvPr>
            <p:cNvSpPr/>
            <p:nvPr/>
          </p:nvSpPr>
          <p:spPr>
            <a:xfrm>
              <a:off x="7361831" y="2782627"/>
              <a:ext cx="208572" cy="266415"/>
            </a:xfrm>
            <a:custGeom>
              <a:avLst/>
              <a:gdLst>
                <a:gd name="connsiteX0" fmla="*/ 0 w 208572"/>
                <a:gd name="connsiteY0" fmla="*/ 3344 h 266415"/>
                <a:gd name="connsiteX1" fmla="*/ 9178 w 208572"/>
                <a:gd name="connsiteY1" fmla="*/ 142418 h 266415"/>
                <a:gd name="connsiteX2" fmla="*/ 12397 w 208572"/>
                <a:gd name="connsiteY2" fmla="*/ 185309 h 266415"/>
                <a:gd name="connsiteX3" fmla="*/ 41855 w 208572"/>
                <a:gd name="connsiteY3" fmla="*/ 217950 h 266415"/>
                <a:gd name="connsiteX4" fmla="*/ 102066 w 208572"/>
                <a:gd name="connsiteY4" fmla="*/ 264061 h 266415"/>
                <a:gd name="connsiteX5" fmla="*/ 118719 w 208572"/>
                <a:gd name="connsiteY5" fmla="*/ 262136 h 266415"/>
                <a:gd name="connsiteX6" fmla="*/ 194288 w 208572"/>
                <a:gd name="connsiteY6" fmla="*/ 188492 h 266415"/>
                <a:gd name="connsiteX7" fmla="*/ 208388 w 208572"/>
                <a:gd name="connsiteY7" fmla="*/ 157739 h 266415"/>
                <a:gd name="connsiteX8" fmla="*/ 203725 w 208572"/>
                <a:gd name="connsiteY8" fmla="*/ 7119 h 266415"/>
                <a:gd name="connsiteX9" fmla="*/ 0 w 208572"/>
                <a:gd name="connsiteY9" fmla="*/ 3344 h 26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8572" h="266415">
                  <a:moveTo>
                    <a:pt x="0" y="3344"/>
                  </a:moveTo>
                  <a:cubicBezTo>
                    <a:pt x="0" y="3344"/>
                    <a:pt x="8327" y="128984"/>
                    <a:pt x="9178" y="142418"/>
                  </a:cubicBezTo>
                  <a:cubicBezTo>
                    <a:pt x="10473" y="162920"/>
                    <a:pt x="11102" y="182756"/>
                    <a:pt x="12397" y="185309"/>
                  </a:cubicBezTo>
                  <a:cubicBezTo>
                    <a:pt x="13693" y="187863"/>
                    <a:pt x="18171" y="201333"/>
                    <a:pt x="41855" y="217950"/>
                  </a:cubicBezTo>
                  <a:cubicBezTo>
                    <a:pt x="57990" y="229311"/>
                    <a:pt x="90520" y="257029"/>
                    <a:pt x="102066" y="264061"/>
                  </a:cubicBezTo>
                  <a:cubicBezTo>
                    <a:pt x="106026" y="266503"/>
                    <a:pt x="112946" y="268539"/>
                    <a:pt x="118719" y="262136"/>
                  </a:cubicBezTo>
                  <a:cubicBezTo>
                    <a:pt x="125492" y="254587"/>
                    <a:pt x="180188" y="205774"/>
                    <a:pt x="194288" y="188492"/>
                  </a:cubicBezTo>
                  <a:cubicBezTo>
                    <a:pt x="208388" y="171210"/>
                    <a:pt x="207093" y="164807"/>
                    <a:pt x="208388" y="157739"/>
                  </a:cubicBezTo>
                  <a:cubicBezTo>
                    <a:pt x="209683" y="150708"/>
                    <a:pt x="203725" y="20590"/>
                    <a:pt x="203725" y="7119"/>
                  </a:cubicBezTo>
                  <a:cubicBezTo>
                    <a:pt x="203651" y="-6277"/>
                    <a:pt x="0" y="3344"/>
                    <a:pt x="0" y="3344"/>
                  </a:cubicBezTo>
                  <a:close/>
                </a:path>
              </a:pathLst>
            </a:custGeom>
            <a:solidFill>
              <a:srgbClr val="552E07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E17DEC88-8467-ED16-2251-AB010A312C9F}"/>
                </a:ext>
              </a:extLst>
            </p:cNvPr>
            <p:cNvSpPr/>
            <p:nvPr/>
          </p:nvSpPr>
          <p:spPr>
            <a:xfrm>
              <a:off x="7624916" y="3167923"/>
              <a:ext cx="23573" cy="163128"/>
            </a:xfrm>
            <a:custGeom>
              <a:avLst/>
              <a:gdLst>
                <a:gd name="connsiteX0" fmla="*/ 23574 w 23573"/>
                <a:gd name="connsiteY0" fmla="*/ 163128 h 163128"/>
                <a:gd name="connsiteX1" fmla="*/ 21501 w 23573"/>
                <a:gd name="connsiteY1" fmla="*/ 74274 h 163128"/>
                <a:gd name="connsiteX2" fmla="*/ 11102 w 23573"/>
                <a:gd name="connsiteY2" fmla="*/ 0 h 163128"/>
                <a:gd name="connsiteX3" fmla="*/ 0 w 23573"/>
                <a:gd name="connsiteY3" fmla="*/ 4145 h 163128"/>
                <a:gd name="connsiteX4" fmla="*/ 8327 w 23573"/>
                <a:gd name="connsiteY4" fmla="*/ 91593 h 163128"/>
                <a:gd name="connsiteX5" fmla="*/ 8327 w 23573"/>
                <a:gd name="connsiteY5" fmla="*/ 160316 h 163128"/>
                <a:gd name="connsiteX6" fmla="*/ 23574 w 23573"/>
                <a:gd name="connsiteY6" fmla="*/ 163128 h 16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573" h="163128">
                  <a:moveTo>
                    <a:pt x="23574" y="163128"/>
                  </a:moveTo>
                  <a:cubicBezTo>
                    <a:pt x="23574" y="163128"/>
                    <a:pt x="23574" y="109690"/>
                    <a:pt x="21501" y="74274"/>
                  </a:cubicBezTo>
                  <a:cubicBezTo>
                    <a:pt x="19429" y="38858"/>
                    <a:pt x="11102" y="0"/>
                    <a:pt x="11102" y="0"/>
                  </a:cubicBezTo>
                  <a:lnTo>
                    <a:pt x="0" y="4145"/>
                  </a:lnTo>
                  <a:cubicBezTo>
                    <a:pt x="0" y="4145"/>
                    <a:pt x="6957" y="55511"/>
                    <a:pt x="8327" y="91593"/>
                  </a:cubicBezTo>
                  <a:cubicBezTo>
                    <a:pt x="9733" y="127675"/>
                    <a:pt x="8327" y="160316"/>
                    <a:pt x="8327" y="160316"/>
                  </a:cubicBezTo>
                  <a:lnTo>
                    <a:pt x="23574" y="163128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A7D57A3B-DE8F-9FF8-A554-E1C2FB6C6F8C}"/>
                </a:ext>
              </a:extLst>
            </p:cNvPr>
            <p:cNvSpPr/>
            <p:nvPr/>
          </p:nvSpPr>
          <p:spPr>
            <a:xfrm>
              <a:off x="7608848" y="3333124"/>
              <a:ext cx="67468" cy="50712"/>
            </a:xfrm>
            <a:custGeom>
              <a:avLst/>
              <a:gdLst>
                <a:gd name="connsiteX0" fmla="*/ 16031 w 67468"/>
                <a:gd name="connsiteY0" fmla="*/ 3479 h 50712"/>
                <a:gd name="connsiteX1" fmla="*/ 81 w 67468"/>
                <a:gd name="connsiteY1" fmla="*/ 25683 h 50712"/>
                <a:gd name="connsiteX2" fmla="*/ 34794 w 67468"/>
                <a:gd name="connsiteY2" fmla="*/ 50663 h 50712"/>
                <a:gd name="connsiteX3" fmla="*/ 67434 w 67468"/>
                <a:gd name="connsiteY3" fmla="*/ 22908 h 50712"/>
                <a:gd name="connsiteX4" fmla="*/ 45933 w 67468"/>
                <a:gd name="connsiteY4" fmla="*/ 0 h 50712"/>
                <a:gd name="connsiteX5" fmla="*/ 16031 w 67468"/>
                <a:gd name="connsiteY5" fmla="*/ 3479 h 50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468" h="50712">
                  <a:moveTo>
                    <a:pt x="16031" y="3479"/>
                  </a:moveTo>
                  <a:cubicBezTo>
                    <a:pt x="16031" y="3479"/>
                    <a:pt x="-1325" y="11102"/>
                    <a:pt x="81" y="25683"/>
                  </a:cubicBezTo>
                  <a:cubicBezTo>
                    <a:pt x="1487" y="40264"/>
                    <a:pt x="19547" y="51551"/>
                    <a:pt x="34794" y="50663"/>
                  </a:cubicBezTo>
                  <a:cubicBezTo>
                    <a:pt x="59071" y="49257"/>
                    <a:pt x="68100" y="33307"/>
                    <a:pt x="67434" y="22908"/>
                  </a:cubicBezTo>
                  <a:cubicBezTo>
                    <a:pt x="66731" y="12508"/>
                    <a:pt x="45933" y="0"/>
                    <a:pt x="45933" y="0"/>
                  </a:cubicBezTo>
                  <a:lnTo>
                    <a:pt x="16031" y="3479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E706E852-F1E1-51B2-58D7-BBA2B85E0FE4}"/>
                </a:ext>
              </a:extLst>
            </p:cNvPr>
            <p:cNvSpPr/>
            <p:nvPr/>
          </p:nvSpPr>
          <p:spPr>
            <a:xfrm>
              <a:off x="7611705" y="3333124"/>
              <a:ext cx="63164" cy="44418"/>
            </a:xfrm>
            <a:custGeom>
              <a:avLst/>
              <a:gdLst>
                <a:gd name="connsiteX0" fmla="*/ 13175 w 63164"/>
                <a:gd name="connsiteY0" fmla="*/ 3479 h 44418"/>
                <a:gd name="connsiteX1" fmla="*/ 0 w 63164"/>
                <a:gd name="connsiteY1" fmla="*/ 19429 h 44418"/>
                <a:gd name="connsiteX2" fmla="*/ 32603 w 63164"/>
                <a:gd name="connsiteY2" fmla="*/ 44409 h 44418"/>
                <a:gd name="connsiteX3" fmla="*/ 63134 w 63164"/>
                <a:gd name="connsiteY3" fmla="*/ 22908 h 44418"/>
                <a:gd name="connsiteX4" fmla="*/ 43002 w 63164"/>
                <a:gd name="connsiteY4" fmla="*/ 0 h 44418"/>
                <a:gd name="connsiteX5" fmla="*/ 13175 w 63164"/>
                <a:gd name="connsiteY5" fmla="*/ 3479 h 4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164" h="44418">
                  <a:moveTo>
                    <a:pt x="13175" y="3479"/>
                  </a:moveTo>
                  <a:cubicBezTo>
                    <a:pt x="13175" y="3479"/>
                    <a:pt x="0" y="10436"/>
                    <a:pt x="0" y="19429"/>
                  </a:cubicBezTo>
                  <a:cubicBezTo>
                    <a:pt x="0" y="34084"/>
                    <a:pt x="17356" y="44779"/>
                    <a:pt x="32603" y="44409"/>
                  </a:cubicBezTo>
                  <a:cubicBezTo>
                    <a:pt x="52254" y="43965"/>
                    <a:pt x="63838" y="33307"/>
                    <a:pt x="63134" y="22908"/>
                  </a:cubicBezTo>
                  <a:cubicBezTo>
                    <a:pt x="62431" y="12508"/>
                    <a:pt x="43002" y="0"/>
                    <a:pt x="43002" y="0"/>
                  </a:cubicBezTo>
                  <a:lnTo>
                    <a:pt x="13175" y="3479"/>
                  </a:lnTo>
                  <a:close/>
                </a:path>
              </a:pathLst>
            </a:custGeom>
            <a:solidFill>
              <a:srgbClr val="9C9EA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460DC304-EE3D-113F-16D0-386CB1961AA9}"/>
                </a:ext>
              </a:extLst>
            </p:cNvPr>
            <p:cNvSpPr/>
            <p:nvPr/>
          </p:nvSpPr>
          <p:spPr>
            <a:xfrm>
              <a:off x="7624140" y="3330691"/>
              <a:ext cx="36166" cy="37155"/>
            </a:xfrm>
            <a:custGeom>
              <a:avLst/>
              <a:gdLst>
                <a:gd name="connsiteX0" fmla="*/ 36155 w 36166"/>
                <a:gd name="connsiteY0" fmla="*/ 18754 h 37155"/>
                <a:gd name="connsiteX1" fmla="*/ 18095 w 36166"/>
                <a:gd name="connsiteY1" fmla="*/ 361 h 37155"/>
                <a:gd name="connsiteX2" fmla="*/ 36 w 36166"/>
                <a:gd name="connsiteY2" fmla="*/ 18754 h 37155"/>
                <a:gd name="connsiteX3" fmla="*/ 18095 w 36166"/>
                <a:gd name="connsiteY3" fmla="*/ 37146 h 37155"/>
                <a:gd name="connsiteX4" fmla="*/ 36155 w 36166"/>
                <a:gd name="connsiteY4" fmla="*/ 18754 h 3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66" h="37155">
                  <a:moveTo>
                    <a:pt x="36155" y="18754"/>
                  </a:moveTo>
                  <a:cubicBezTo>
                    <a:pt x="36525" y="-3821"/>
                    <a:pt x="28087" y="361"/>
                    <a:pt x="18095" y="361"/>
                  </a:cubicBezTo>
                  <a:cubicBezTo>
                    <a:pt x="8140" y="361"/>
                    <a:pt x="-630" y="-4154"/>
                    <a:pt x="36" y="18754"/>
                  </a:cubicBezTo>
                  <a:cubicBezTo>
                    <a:pt x="332" y="28931"/>
                    <a:pt x="2108" y="36813"/>
                    <a:pt x="18095" y="37146"/>
                  </a:cubicBezTo>
                  <a:cubicBezTo>
                    <a:pt x="33083" y="37479"/>
                    <a:pt x="36007" y="28894"/>
                    <a:pt x="36155" y="18754"/>
                  </a:cubicBezTo>
                  <a:close/>
                </a:path>
              </a:pathLst>
            </a:custGeom>
            <a:solidFill>
              <a:srgbClr val="C2C6CD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290ADD8A-C064-09F9-D42B-65F5B874232C}"/>
                </a:ext>
              </a:extLst>
            </p:cNvPr>
            <p:cNvSpPr/>
            <p:nvPr/>
          </p:nvSpPr>
          <p:spPr>
            <a:xfrm>
              <a:off x="7619698" y="3320282"/>
              <a:ext cx="45111" cy="35749"/>
            </a:xfrm>
            <a:custGeom>
              <a:avLst/>
              <a:gdLst>
                <a:gd name="connsiteX0" fmla="*/ 45112 w 45111"/>
                <a:gd name="connsiteY0" fmla="*/ 17875 h 35749"/>
                <a:gd name="connsiteX1" fmla="*/ 22574 w 45111"/>
                <a:gd name="connsiteY1" fmla="*/ 35749 h 35749"/>
                <a:gd name="connsiteX2" fmla="*/ 0 w 45111"/>
                <a:gd name="connsiteY2" fmla="*/ 17875 h 35749"/>
                <a:gd name="connsiteX3" fmla="*/ 22574 w 45111"/>
                <a:gd name="connsiteY3" fmla="*/ 0 h 35749"/>
                <a:gd name="connsiteX4" fmla="*/ 45112 w 45111"/>
                <a:gd name="connsiteY4" fmla="*/ 17875 h 35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11" h="35749">
                  <a:moveTo>
                    <a:pt x="45112" y="17875"/>
                  </a:moveTo>
                  <a:cubicBezTo>
                    <a:pt x="45112" y="27755"/>
                    <a:pt x="35009" y="35749"/>
                    <a:pt x="22574" y="35749"/>
                  </a:cubicBezTo>
                  <a:cubicBezTo>
                    <a:pt x="10103" y="35749"/>
                    <a:pt x="0" y="27755"/>
                    <a:pt x="0" y="17875"/>
                  </a:cubicBezTo>
                  <a:cubicBezTo>
                    <a:pt x="0" y="7994"/>
                    <a:pt x="10103" y="0"/>
                    <a:pt x="22574" y="0"/>
                  </a:cubicBezTo>
                  <a:cubicBezTo>
                    <a:pt x="35009" y="0"/>
                    <a:pt x="45112" y="8031"/>
                    <a:pt x="45112" y="17875"/>
                  </a:cubicBezTo>
                  <a:close/>
                </a:path>
              </a:pathLst>
            </a:custGeom>
            <a:solidFill>
              <a:srgbClr val="B2B5BF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1F8283D2-6F15-A31B-97C7-9321FA71AB15}"/>
                </a:ext>
              </a:extLst>
            </p:cNvPr>
            <p:cNvSpPr/>
            <p:nvPr/>
          </p:nvSpPr>
          <p:spPr>
            <a:xfrm>
              <a:off x="7617279" y="3318189"/>
              <a:ext cx="51026" cy="41334"/>
            </a:xfrm>
            <a:custGeom>
              <a:avLst/>
              <a:gdLst>
                <a:gd name="connsiteX0" fmla="*/ 51010 w 51026"/>
                <a:gd name="connsiteY0" fmla="*/ 19450 h 41334"/>
                <a:gd name="connsiteX1" fmla="*/ 24624 w 51026"/>
                <a:gd name="connsiteY1" fmla="*/ 21 h 41334"/>
                <a:gd name="connsiteX2" fmla="*/ 347 w 51026"/>
                <a:gd name="connsiteY2" fmla="*/ 22929 h 41334"/>
                <a:gd name="connsiteX3" fmla="*/ 25660 w 51026"/>
                <a:gd name="connsiteY3" fmla="*/ 41321 h 41334"/>
                <a:gd name="connsiteX4" fmla="*/ 51010 w 51026"/>
                <a:gd name="connsiteY4" fmla="*/ 19450 h 41334"/>
                <a:gd name="connsiteX5" fmla="*/ 25993 w 51026"/>
                <a:gd name="connsiteY5" fmla="*/ 35067 h 41334"/>
                <a:gd name="connsiteX6" fmla="*/ 4492 w 51026"/>
                <a:gd name="connsiteY6" fmla="*/ 17007 h 41334"/>
                <a:gd name="connsiteX7" fmla="*/ 25660 w 51026"/>
                <a:gd name="connsiteY7" fmla="*/ 4499 h 41334"/>
                <a:gd name="connsiteX8" fmla="*/ 45089 w 51026"/>
                <a:gd name="connsiteY8" fmla="*/ 18377 h 41334"/>
                <a:gd name="connsiteX9" fmla="*/ 25993 w 51026"/>
                <a:gd name="connsiteY9" fmla="*/ 35067 h 41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026" h="41334">
                  <a:moveTo>
                    <a:pt x="51010" y="19450"/>
                  </a:moveTo>
                  <a:cubicBezTo>
                    <a:pt x="50344" y="4092"/>
                    <a:pt x="32950" y="-349"/>
                    <a:pt x="24624" y="21"/>
                  </a:cubicBezTo>
                  <a:cubicBezTo>
                    <a:pt x="16260" y="354"/>
                    <a:pt x="-2799" y="6275"/>
                    <a:pt x="347" y="22929"/>
                  </a:cubicBezTo>
                  <a:cubicBezTo>
                    <a:pt x="3456" y="39582"/>
                    <a:pt x="19073" y="40988"/>
                    <a:pt x="25660" y="41321"/>
                  </a:cubicBezTo>
                  <a:cubicBezTo>
                    <a:pt x="32247" y="41654"/>
                    <a:pt x="51676" y="35770"/>
                    <a:pt x="51010" y="19450"/>
                  </a:cubicBezTo>
                  <a:close/>
                  <a:moveTo>
                    <a:pt x="25993" y="35067"/>
                  </a:moveTo>
                  <a:cubicBezTo>
                    <a:pt x="19036" y="35437"/>
                    <a:pt x="2752" y="30219"/>
                    <a:pt x="4492" y="17007"/>
                  </a:cubicBezTo>
                  <a:cubicBezTo>
                    <a:pt x="5528" y="9014"/>
                    <a:pt x="16297" y="3463"/>
                    <a:pt x="25660" y="4499"/>
                  </a:cubicBezTo>
                  <a:cubicBezTo>
                    <a:pt x="34986" y="5535"/>
                    <a:pt x="43201" y="7719"/>
                    <a:pt x="45089" y="18377"/>
                  </a:cubicBezTo>
                  <a:cubicBezTo>
                    <a:pt x="47161" y="30219"/>
                    <a:pt x="32247" y="34734"/>
                    <a:pt x="25993" y="35067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2E04CD1-AD1A-F277-2FB8-866EB14B71BA}"/>
                </a:ext>
              </a:extLst>
            </p:cNvPr>
            <p:cNvSpPr/>
            <p:nvPr/>
          </p:nvSpPr>
          <p:spPr>
            <a:xfrm>
              <a:off x="7225531" y="3124588"/>
              <a:ext cx="98109" cy="314610"/>
            </a:xfrm>
            <a:custGeom>
              <a:avLst/>
              <a:gdLst>
                <a:gd name="connsiteX0" fmla="*/ 98109 w 98109"/>
                <a:gd name="connsiteY0" fmla="*/ 3257 h 314610"/>
                <a:gd name="connsiteX1" fmla="*/ 54848 w 98109"/>
                <a:gd name="connsiteY1" fmla="*/ 164275 h 314610"/>
                <a:gd name="connsiteX2" fmla="*/ 53922 w 98109"/>
                <a:gd name="connsiteY2" fmla="*/ 212866 h 314610"/>
                <a:gd name="connsiteX3" fmla="*/ 68281 w 98109"/>
                <a:gd name="connsiteY3" fmla="*/ 225818 h 314610"/>
                <a:gd name="connsiteX4" fmla="*/ 82159 w 98109"/>
                <a:gd name="connsiteY4" fmla="*/ 273484 h 314610"/>
                <a:gd name="connsiteX5" fmla="*/ 83084 w 98109"/>
                <a:gd name="connsiteY5" fmla="*/ 302165 h 314610"/>
                <a:gd name="connsiteX6" fmla="*/ 71501 w 98109"/>
                <a:gd name="connsiteY6" fmla="*/ 301720 h 314610"/>
                <a:gd name="connsiteX7" fmla="*/ 69169 w 98109"/>
                <a:gd name="connsiteY7" fmla="*/ 261457 h 314610"/>
                <a:gd name="connsiteX8" fmla="*/ 46965 w 98109"/>
                <a:gd name="connsiteY8" fmla="*/ 232295 h 314610"/>
                <a:gd name="connsiteX9" fmla="*/ 18284 w 98109"/>
                <a:gd name="connsiteY9" fmla="*/ 263751 h 314610"/>
                <a:gd name="connsiteX10" fmla="*/ 13658 w 98109"/>
                <a:gd name="connsiteY10" fmla="*/ 313711 h 314610"/>
                <a:gd name="connsiteX11" fmla="*/ 225 w 98109"/>
                <a:gd name="connsiteY11" fmla="*/ 313267 h 314610"/>
                <a:gd name="connsiteX12" fmla="*/ 4407 w 98109"/>
                <a:gd name="connsiteY12" fmla="*/ 253093 h 314610"/>
                <a:gd name="connsiteX13" fmla="*/ 27092 w 98109"/>
                <a:gd name="connsiteY13" fmla="*/ 221156 h 314610"/>
                <a:gd name="connsiteX14" fmla="*/ 35863 w 98109"/>
                <a:gd name="connsiteY14" fmla="*/ 198026 h 314610"/>
                <a:gd name="connsiteX15" fmla="*/ 47890 w 98109"/>
                <a:gd name="connsiteY15" fmla="*/ 138814 h 314610"/>
                <a:gd name="connsiteX16" fmla="*/ 86970 w 98109"/>
                <a:gd name="connsiteY16" fmla="*/ 0 h 314610"/>
                <a:gd name="connsiteX17" fmla="*/ 98109 w 98109"/>
                <a:gd name="connsiteY17" fmla="*/ 3257 h 314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8109" h="314610">
                  <a:moveTo>
                    <a:pt x="98109" y="3257"/>
                  </a:moveTo>
                  <a:cubicBezTo>
                    <a:pt x="98109" y="3257"/>
                    <a:pt x="58548" y="139740"/>
                    <a:pt x="54848" y="164275"/>
                  </a:cubicBezTo>
                  <a:cubicBezTo>
                    <a:pt x="51147" y="188811"/>
                    <a:pt x="52812" y="208425"/>
                    <a:pt x="53922" y="212866"/>
                  </a:cubicBezTo>
                  <a:cubicBezTo>
                    <a:pt x="55773" y="220267"/>
                    <a:pt x="62249" y="219823"/>
                    <a:pt x="68281" y="225818"/>
                  </a:cubicBezTo>
                  <a:cubicBezTo>
                    <a:pt x="74276" y="231851"/>
                    <a:pt x="81678" y="248504"/>
                    <a:pt x="82159" y="273484"/>
                  </a:cubicBezTo>
                  <a:cubicBezTo>
                    <a:pt x="82640" y="298464"/>
                    <a:pt x="83084" y="302165"/>
                    <a:pt x="83084" y="302165"/>
                  </a:cubicBezTo>
                  <a:cubicBezTo>
                    <a:pt x="83084" y="302165"/>
                    <a:pt x="71982" y="304496"/>
                    <a:pt x="71501" y="301720"/>
                  </a:cubicBezTo>
                  <a:cubicBezTo>
                    <a:pt x="71020" y="298945"/>
                    <a:pt x="71982" y="279516"/>
                    <a:pt x="69169" y="261457"/>
                  </a:cubicBezTo>
                  <a:cubicBezTo>
                    <a:pt x="66394" y="243397"/>
                    <a:pt x="62693" y="230925"/>
                    <a:pt x="46965" y="232295"/>
                  </a:cubicBezTo>
                  <a:cubicBezTo>
                    <a:pt x="31237" y="233701"/>
                    <a:pt x="19210" y="248985"/>
                    <a:pt x="18284" y="263751"/>
                  </a:cubicBezTo>
                  <a:cubicBezTo>
                    <a:pt x="16915" y="285511"/>
                    <a:pt x="13658" y="313711"/>
                    <a:pt x="13658" y="313711"/>
                  </a:cubicBezTo>
                  <a:cubicBezTo>
                    <a:pt x="13658" y="313711"/>
                    <a:pt x="1150" y="316005"/>
                    <a:pt x="225" y="313267"/>
                  </a:cubicBezTo>
                  <a:cubicBezTo>
                    <a:pt x="-700" y="310491"/>
                    <a:pt x="1335" y="266119"/>
                    <a:pt x="4407" y="253093"/>
                  </a:cubicBezTo>
                  <a:cubicBezTo>
                    <a:pt x="8107" y="237365"/>
                    <a:pt x="24317" y="223931"/>
                    <a:pt x="27092" y="221156"/>
                  </a:cubicBezTo>
                  <a:cubicBezTo>
                    <a:pt x="29868" y="218380"/>
                    <a:pt x="33124" y="214198"/>
                    <a:pt x="35863" y="198026"/>
                  </a:cubicBezTo>
                  <a:cubicBezTo>
                    <a:pt x="38638" y="181817"/>
                    <a:pt x="42820" y="160538"/>
                    <a:pt x="47890" y="138814"/>
                  </a:cubicBezTo>
                  <a:cubicBezTo>
                    <a:pt x="52997" y="117054"/>
                    <a:pt x="86970" y="0"/>
                    <a:pt x="86970" y="0"/>
                  </a:cubicBezTo>
                  <a:lnTo>
                    <a:pt x="98109" y="3257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D7217AB-FEC7-F6AE-4314-32E49B2CD718}"/>
                </a:ext>
              </a:extLst>
            </p:cNvPr>
            <p:cNvSpPr/>
            <p:nvPr/>
          </p:nvSpPr>
          <p:spPr>
            <a:xfrm>
              <a:off x="7226704" y="3436337"/>
              <a:ext cx="36799" cy="126342"/>
            </a:xfrm>
            <a:custGeom>
              <a:avLst/>
              <a:gdLst>
                <a:gd name="connsiteX0" fmla="*/ 19110 w 36799"/>
                <a:gd name="connsiteY0" fmla="*/ 126343 h 126342"/>
                <a:gd name="connsiteX1" fmla="*/ 17149 w 36799"/>
                <a:gd name="connsiteY1" fmla="*/ 126121 h 126342"/>
                <a:gd name="connsiteX2" fmla="*/ 1161 w 36799"/>
                <a:gd name="connsiteY2" fmla="*/ 85857 h 126342"/>
                <a:gd name="connsiteX3" fmla="*/ 680 w 36799"/>
                <a:gd name="connsiteY3" fmla="*/ 0 h 126342"/>
                <a:gd name="connsiteX4" fmla="*/ 4825 w 36799"/>
                <a:gd name="connsiteY4" fmla="*/ 111 h 126342"/>
                <a:gd name="connsiteX5" fmla="*/ 5269 w 36799"/>
                <a:gd name="connsiteY5" fmla="*/ 85450 h 126342"/>
                <a:gd name="connsiteX6" fmla="*/ 18000 w 36799"/>
                <a:gd name="connsiteY6" fmla="*/ 122013 h 126342"/>
                <a:gd name="connsiteX7" fmla="*/ 25882 w 36799"/>
                <a:gd name="connsiteY7" fmla="*/ 116536 h 126342"/>
                <a:gd name="connsiteX8" fmla="*/ 32137 w 36799"/>
                <a:gd name="connsiteY8" fmla="*/ 107506 h 126342"/>
                <a:gd name="connsiteX9" fmla="*/ 36799 w 36799"/>
                <a:gd name="connsiteY9" fmla="*/ 111429 h 126342"/>
                <a:gd name="connsiteX10" fmla="*/ 28843 w 36799"/>
                <a:gd name="connsiteY10" fmla="*/ 120792 h 126342"/>
                <a:gd name="connsiteX11" fmla="*/ 19110 w 36799"/>
                <a:gd name="connsiteY11" fmla="*/ 126343 h 126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799" h="126342">
                  <a:moveTo>
                    <a:pt x="19110" y="126343"/>
                  </a:moveTo>
                  <a:cubicBezTo>
                    <a:pt x="18481" y="126343"/>
                    <a:pt x="17815" y="126269"/>
                    <a:pt x="17149" y="126121"/>
                  </a:cubicBezTo>
                  <a:cubicBezTo>
                    <a:pt x="8378" y="124233"/>
                    <a:pt x="3456" y="111799"/>
                    <a:pt x="1161" y="85857"/>
                  </a:cubicBezTo>
                  <a:cubicBezTo>
                    <a:pt x="-1133" y="59656"/>
                    <a:pt x="680" y="592"/>
                    <a:pt x="680" y="0"/>
                  </a:cubicBezTo>
                  <a:lnTo>
                    <a:pt x="4825" y="111"/>
                  </a:lnTo>
                  <a:cubicBezTo>
                    <a:pt x="4788" y="703"/>
                    <a:pt x="3012" y="59508"/>
                    <a:pt x="5269" y="85450"/>
                  </a:cubicBezTo>
                  <a:cubicBezTo>
                    <a:pt x="7268" y="108320"/>
                    <a:pt x="11560" y="120607"/>
                    <a:pt x="18000" y="122013"/>
                  </a:cubicBezTo>
                  <a:cubicBezTo>
                    <a:pt x="20442" y="122531"/>
                    <a:pt x="23070" y="119756"/>
                    <a:pt x="25882" y="116536"/>
                  </a:cubicBezTo>
                  <a:cubicBezTo>
                    <a:pt x="32173" y="109357"/>
                    <a:pt x="32099" y="107543"/>
                    <a:pt x="32137" y="107506"/>
                  </a:cubicBezTo>
                  <a:lnTo>
                    <a:pt x="36799" y="111429"/>
                  </a:lnTo>
                  <a:cubicBezTo>
                    <a:pt x="36725" y="111503"/>
                    <a:pt x="35282" y="113427"/>
                    <a:pt x="28843" y="120792"/>
                  </a:cubicBezTo>
                  <a:cubicBezTo>
                    <a:pt x="27585" y="122309"/>
                    <a:pt x="24032" y="126343"/>
                    <a:pt x="19110" y="126343"/>
                  </a:cubicBezTo>
                  <a:close/>
                </a:path>
              </a:pathLst>
            </a:custGeom>
            <a:solidFill>
              <a:srgbClr val="9A9CA7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8A9B8B4C-885F-3B00-7C29-BD6A838D74BE}"/>
                </a:ext>
              </a:extLst>
            </p:cNvPr>
            <p:cNvSpPr/>
            <p:nvPr/>
          </p:nvSpPr>
          <p:spPr>
            <a:xfrm>
              <a:off x="7225904" y="3426086"/>
              <a:ext cx="79592" cy="148362"/>
            </a:xfrm>
            <a:custGeom>
              <a:avLst/>
              <a:gdLst>
                <a:gd name="connsiteX0" fmla="*/ 35268 w 79592"/>
                <a:gd name="connsiteY0" fmla="*/ 148362 h 148362"/>
                <a:gd name="connsiteX1" fmla="*/ 19614 w 79592"/>
                <a:gd name="connsiteY1" fmla="*/ 145587 h 148362"/>
                <a:gd name="connsiteX2" fmla="*/ 0 w 79592"/>
                <a:gd name="connsiteY2" fmla="*/ 139999 h 148362"/>
                <a:gd name="connsiteX3" fmla="*/ 1998 w 79592"/>
                <a:gd name="connsiteY3" fmla="*/ 135151 h 148362"/>
                <a:gd name="connsiteX4" fmla="*/ 20872 w 79592"/>
                <a:gd name="connsiteY4" fmla="*/ 141590 h 148362"/>
                <a:gd name="connsiteX5" fmla="*/ 49516 w 79592"/>
                <a:gd name="connsiteY5" fmla="*/ 139629 h 148362"/>
                <a:gd name="connsiteX6" fmla="*/ 73719 w 79592"/>
                <a:gd name="connsiteY6" fmla="*/ 61469 h 148362"/>
                <a:gd name="connsiteX7" fmla="*/ 74644 w 79592"/>
                <a:gd name="connsiteY7" fmla="*/ 296 h 148362"/>
                <a:gd name="connsiteX8" fmla="*/ 78789 w 79592"/>
                <a:gd name="connsiteY8" fmla="*/ 0 h 148362"/>
                <a:gd name="connsiteX9" fmla="*/ 77863 w 79592"/>
                <a:gd name="connsiteY9" fmla="*/ 61913 h 148362"/>
                <a:gd name="connsiteX10" fmla="*/ 52069 w 79592"/>
                <a:gd name="connsiteY10" fmla="*/ 142922 h 148362"/>
                <a:gd name="connsiteX11" fmla="*/ 35268 w 79592"/>
                <a:gd name="connsiteY11" fmla="*/ 148362 h 14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9592" h="148362">
                  <a:moveTo>
                    <a:pt x="35268" y="148362"/>
                  </a:moveTo>
                  <a:cubicBezTo>
                    <a:pt x="29569" y="148362"/>
                    <a:pt x="24055" y="146993"/>
                    <a:pt x="19614" y="145587"/>
                  </a:cubicBezTo>
                  <a:cubicBezTo>
                    <a:pt x="12249" y="143292"/>
                    <a:pt x="111" y="140073"/>
                    <a:pt x="0" y="139999"/>
                  </a:cubicBezTo>
                  <a:lnTo>
                    <a:pt x="1998" y="135151"/>
                  </a:lnTo>
                  <a:cubicBezTo>
                    <a:pt x="2109" y="135188"/>
                    <a:pt x="13619" y="139332"/>
                    <a:pt x="20872" y="141590"/>
                  </a:cubicBezTo>
                  <a:cubicBezTo>
                    <a:pt x="28866" y="144069"/>
                    <a:pt x="40486" y="146586"/>
                    <a:pt x="49516" y="139629"/>
                  </a:cubicBezTo>
                  <a:cubicBezTo>
                    <a:pt x="58916" y="132375"/>
                    <a:pt x="70425" y="90927"/>
                    <a:pt x="73719" y="61469"/>
                  </a:cubicBezTo>
                  <a:cubicBezTo>
                    <a:pt x="76901" y="32862"/>
                    <a:pt x="74644" y="629"/>
                    <a:pt x="74644" y="296"/>
                  </a:cubicBezTo>
                  <a:lnTo>
                    <a:pt x="78789" y="0"/>
                  </a:lnTo>
                  <a:cubicBezTo>
                    <a:pt x="78826" y="333"/>
                    <a:pt x="81083" y="32899"/>
                    <a:pt x="77863" y="61913"/>
                  </a:cubicBezTo>
                  <a:cubicBezTo>
                    <a:pt x="74755" y="89817"/>
                    <a:pt x="63468" y="134114"/>
                    <a:pt x="52069" y="142922"/>
                  </a:cubicBezTo>
                  <a:cubicBezTo>
                    <a:pt x="46777" y="147030"/>
                    <a:pt x="40930" y="148362"/>
                    <a:pt x="35268" y="148362"/>
                  </a:cubicBezTo>
                  <a:close/>
                </a:path>
              </a:pathLst>
            </a:custGeom>
            <a:solidFill>
              <a:srgbClr val="9597A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79C8EBB-6AD6-C783-BBEC-3CDA335E28D4}"/>
                </a:ext>
              </a:extLst>
            </p:cNvPr>
            <p:cNvSpPr/>
            <p:nvPr/>
          </p:nvSpPr>
          <p:spPr>
            <a:xfrm>
              <a:off x="7253246" y="3528980"/>
              <a:ext cx="23687" cy="23834"/>
            </a:xfrm>
            <a:custGeom>
              <a:avLst/>
              <a:gdLst>
                <a:gd name="connsiteX0" fmla="*/ 20175 w 23687"/>
                <a:gd name="connsiteY0" fmla="*/ 1837 h 23834"/>
                <a:gd name="connsiteX1" fmla="*/ 20619 w 23687"/>
                <a:gd name="connsiteY1" fmla="*/ 14789 h 23834"/>
                <a:gd name="connsiteX2" fmla="*/ 9998 w 23687"/>
                <a:gd name="connsiteY2" fmla="*/ 23597 h 23834"/>
                <a:gd name="connsiteX3" fmla="*/ 265 w 23687"/>
                <a:gd name="connsiteY3" fmla="*/ 15714 h 23834"/>
                <a:gd name="connsiteX4" fmla="*/ 10886 w 23687"/>
                <a:gd name="connsiteY4" fmla="*/ 911 h 23834"/>
                <a:gd name="connsiteX5" fmla="*/ 20175 w 23687"/>
                <a:gd name="connsiteY5" fmla="*/ 1837 h 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7" h="23834">
                  <a:moveTo>
                    <a:pt x="20175" y="1837"/>
                  </a:moveTo>
                  <a:cubicBezTo>
                    <a:pt x="25208" y="5204"/>
                    <a:pt x="24357" y="10163"/>
                    <a:pt x="20619" y="14789"/>
                  </a:cubicBezTo>
                  <a:cubicBezTo>
                    <a:pt x="16918" y="19415"/>
                    <a:pt x="11737" y="22820"/>
                    <a:pt x="9998" y="23597"/>
                  </a:cubicBezTo>
                  <a:cubicBezTo>
                    <a:pt x="6741" y="25003"/>
                    <a:pt x="-1585" y="19896"/>
                    <a:pt x="265" y="15714"/>
                  </a:cubicBezTo>
                  <a:cubicBezTo>
                    <a:pt x="2116" y="11569"/>
                    <a:pt x="8148" y="1837"/>
                    <a:pt x="10886" y="911"/>
                  </a:cubicBezTo>
                  <a:cubicBezTo>
                    <a:pt x="13699" y="23"/>
                    <a:pt x="16030" y="-939"/>
                    <a:pt x="20175" y="1837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6DE0F677-DBBD-5943-BFD7-1A855CF0B6E4}"/>
                </a:ext>
              </a:extLst>
            </p:cNvPr>
            <p:cNvSpPr/>
            <p:nvPr/>
          </p:nvSpPr>
          <p:spPr>
            <a:xfrm>
              <a:off x="7215876" y="3556439"/>
              <a:ext cx="23476" cy="17171"/>
            </a:xfrm>
            <a:custGeom>
              <a:avLst/>
              <a:gdLst>
                <a:gd name="connsiteX0" fmla="*/ 20537 w 23476"/>
                <a:gd name="connsiteY0" fmla="*/ 16973 h 17171"/>
                <a:gd name="connsiteX1" fmla="*/ 2034 w 23476"/>
                <a:gd name="connsiteY1" fmla="*/ 13716 h 17171"/>
                <a:gd name="connsiteX2" fmla="*/ 5734 w 23476"/>
                <a:gd name="connsiteY2" fmla="*/ 283 h 17171"/>
                <a:gd name="connsiteX3" fmla="*/ 23313 w 23476"/>
                <a:gd name="connsiteY3" fmla="*/ 5353 h 17171"/>
                <a:gd name="connsiteX4" fmla="*/ 20537 w 23476"/>
                <a:gd name="connsiteY4" fmla="*/ 16973 h 1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76" h="17171">
                  <a:moveTo>
                    <a:pt x="20537" y="16973"/>
                  </a:moveTo>
                  <a:cubicBezTo>
                    <a:pt x="20537" y="16973"/>
                    <a:pt x="6660" y="18379"/>
                    <a:pt x="2034" y="13716"/>
                  </a:cubicBezTo>
                  <a:cubicBezTo>
                    <a:pt x="-2592" y="9090"/>
                    <a:pt x="1553" y="1689"/>
                    <a:pt x="5734" y="283"/>
                  </a:cubicBezTo>
                  <a:cubicBezTo>
                    <a:pt x="9879" y="-1124"/>
                    <a:pt x="22869" y="3058"/>
                    <a:pt x="23313" y="5353"/>
                  </a:cubicBezTo>
                  <a:cubicBezTo>
                    <a:pt x="23794" y="7721"/>
                    <a:pt x="23313" y="14641"/>
                    <a:pt x="20537" y="16973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2455B0F-2E86-2821-9BA1-FDEA573A6FAF}"/>
                </a:ext>
              </a:extLst>
            </p:cNvPr>
            <p:cNvSpPr/>
            <p:nvPr/>
          </p:nvSpPr>
          <p:spPr>
            <a:xfrm>
              <a:off x="7256192" y="2965683"/>
              <a:ext cx="188091" cy="494708"/>
            </a:xfrm>
            <a:custGeom>
              <a:avLst/>
              <a:gdLst>
                <a:gd name="connsiteX0" fmla="*/ 115483 w 188091"/>
                <a:gd name="connsiteY0" fmla="*/ 329 h 494708"/>
                <a:gd name="connsiteX1" fmla="*/ 134283 w 188091"/>
                <a:gd name="connsiteY1" fmla="*/ 160015 h 494708"/>
                <a:gd name="connsiteX2" fmla="*/ 181245 w 188091"/>
                <a:gd name="connsiteY2" fmla="*/ 425542 h 494708"/>
                <a:gd name="connsiteX3" fmla="*/ 188091 w 188091"/>
                <a:gd name="connsiteY3" fmla="*/ 494709 h 494708"/>
                <a:gd name="connsiteX4" fmla="*/ 142831 w 188091"/>
                <a:gd name="connsiteY4" fmla="*/ 393124 h 494708"/>
                <a:gd name="connsiteX5" fmla="*/ 15600 w 188091"/>
                <a:gd name="connsiteY5" fmla="*/ 198466 h 494708"/>
                <a:gd name="connsiteX6" fmla="*/ 18154 w 188091"/>
                <a:gd name="connsiteY6" fmla="*/ 189066 h 494708"/>
                <a:gd name="connsiteX7" fmla="*/ 60860 w 188091"/>
                <a:gd name="connsiteY7" fmla="*/ 154908 h 494708"/>
                <a:gd name="connsiteX8" fmla="*/ 18154 w 188091"/>
                <a:gd name="connsiteY8" fmla="*/ 142103 h 494708"/>
                <a:gd name="connsiteX9" fmla="*/ 205 w 188091"/>
                <a:gd name="connsiteY9" fmla="*/ 131852 h 494708"/>
                <a:gd name="connsiteX10" fmla="*/ 30958 w 188091"/>
                <a:gd name="connsiteY10" fmla="*/ 89997 h 494708"/>
                <a:gd name="connsiteX11" fmla="*/ 88172 w 188091"/>
                <a:gd name="connsiteY11" fmla="*/ 32784 h 494708"/>
                <a:gd name="connsiteX12" fmla="*/ 115483 w 188091"/>
                <a:gd name="connsiteY12" fmla="*/ 329 h 494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8091" h="494708">
                  <a:moveTo>
                    <a:pt x="115483" y="329"/>
                  </a:moveTo>
                  <a:cubicBezTo>
                    <a:pt x="112078" y="16538"/>
                    <a:pt x="108637" y="33635"/>
                    <a:pt x="134283" y="160015"/>
                  </a:cubicBezTo>
                  <a:cubicBezTo>
                    <a:pt x="159892" y="286358"/>
                    <a:pt x="176989" y="390533"/>
                    <a:pt x="181245" y="425542"/>
                  </a:cubicBezTo>
                  <a:cubicBezTo>
                    <a:pt x="185501" y="460551"/>
                    <a:pt x="188091" y="494709"/>
                    <a:pt x="188091" y="494709"/>
                  </a:cubicBezTo>
                  <a:cubicBezTo>
                    <a:pt x="188091" y="494709"/>
                    <a:pt x="172733" y="435793"/>
                    <a:pt x="142831" y="393124"/>
                  </a:cubicBezTo>
                  <a:cubicBezTo>
                    <a:pt x="112929" y="350455"/>
                    <a:pt x="18191" y="201870"/>
                    <a:pt x="15600" y="198466"/>
                  </a:cubicBezTo>
                  <a:cubicBezTo>
                    <a:pt x="13047" y="195061"/>
                    <a:pt x="12196" y="193359"/>
                    <a:pt x="18154" y="189066"/>
                  </a:cubicBezTo>
                  <a:cubicBezTo>
                    <a:pt x="24149" y="184810"/>
                    <a:pt x="60860" y="154908"/>
                    <a:pt x="60860" y="154908"/>
                  </a:cubicBezTo>
                  <a:cubicBezTo>
                    <a:pt x="60860" y="154908"/>
                    <a:pt x="32698" y="147210"/>
                    <a:pt x="18154" y="142103"/>
                  </a:cubicBezTo>
                  <a:cubicBezTo>
                    <a:pt x="7644" y="138403"/>
                    <a:pt x="-1497" y="136108"/>
                    <a:pt x="205" y="131852"/>
                  </a:cubicBezTo>
                  <a:cubicBezTo>
                    <a:pt x="1908" y="127597"/>
                    <a:pt x="16414" y="107946"/>
                    <a:pt x="30958" y="89997"/>
                  </a:cubicBezTo>
                  <a:cubicBezTo>
                    <a:pt x="45465" y="72086"/>
                    <a:pt x="76218" y="44737"/>
                    <a:pt x="88172" y="32784"/>
                  </a:cubicBezTo>
                  <a:cubicBezTo>
                    <a:pt x="100088" y="20831"/>
                    <a:pt x="108637" y="-3076"/>
                    <a:pt x="115483" y="329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8FF49B3-EC5E-6697-8101-F31EC6327367}"/>
                </a:ext>
              </a:extLst>
            </p:cNvPr>
            <p:cNvSpPr/>
            <p:nvPr/>
          </p:nvSpPr>
          <p:spPr>
            <a:xfrm>
              <a:off x="7490765" y="2942191"/>
              <a:ext cx="206232" cy="460543"/>
            </a:xfrm>
            <a:custGeom>
              <a:avLst/>
              <a:gdLst>
                <a:gd name="connsiteX0" fmla="*/ 82378 w 206232"/>
                <a:gd name="connsiteY0" fmla="*/ 1616 h 460543"/>
                <a:gd name="connsiteX1" fmla="*/ 90927 w 206232"/>
                <a:gd name="connsiteY1" fmla="*/ 6723 h 460543"/>
                <a:gd name="connsiteX2" fmla="*/ 110578 w 206232"/>
                <a:gd name="connsiteY2" fmla="*/ 28928 h 460543"/>
                <a:gd name="connsiteX3" fmla="*/ 161796 w 206232"/>
                <a:gd name="connsiteY3" fmla="*/ 74188 h 460543"/>
                <a:gd name="connsiteX4" fmla="*/ 206205 w 206232"/>
                <a:gd name="connsiteY4" fmla="*/ 161266 h 460543"/>
                <a:gd name="connsiteX5" fmla="*/ 148140 w 206232"/>
                <a:gd name="connsiteY5" fmla="*/ 178326 h 460543"/>
                <a:gd name="connsiteX6" fmla="*/ 186554 w 206232"/>
                <a:gd name="connsiteY6" fmla="*/ 211633 h 460543"/>
                <a:gd name="connsiteX7" fmla="*/ 181447 w 206232"/>
                <a:gd name="connsiteY7" fmla="*/ 222735 h 460543"/>
                <a:gd name="connsiteX8" fmla="*/ 65318 w 206232"/>
                <a:gd name="connsiteY8" fmla="*/ 377277 h 460543"/>
                <a:gd name="connsiteX9" fmla="*/ 11509 w 206232"/>
                <a:gd name="connsiteY9" fmla="*/ 441337 h 460543"/>
                <a:gd name="connsiteX10" fmla="*/ 0 w 206232"/>
                <a:gd name="connsiteY10" fmla="*/ 460544 h 460543"/>
                <a:gd name="connsiteX11" fmla="*/ 14951 w 206232"/>
                <a:gd name="connsiteY11" fmla="*/ 378128 h 460543"/>
                <a:gd name="connsiteX12" fmla="*/ 83266 w 206232"/>
                <a:gd name="connsiteY12" fmla="*/ 123703 h 460543"/>
                <a:gd name="connsiteX13" fmla="*/ 90964 w 206232"/>
                <a:gd name="connsiteY13" fmla="*/ 32332 h 460543"/>
                <a:gd name="connsiteX14" fmla="*/ 82378 w 206232"/>
                <a:gd name="connsiteY14" fmla="*/ 1616 h 460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6232" h="460543">
                  <a:moveTo>
                    <a:pt x="82378" y="1616"/>
                  </a:moveTo>
                  <a:cubicBezTo>
                    <a:pt x="82378" y="1616"/>
                    <a:pt x="83229" y="-4379"/>
                    <a:pt x="90927" y="6723"/>
                  </a:cubicBezTo>
                  <a:cubicBezTo>
                    <a:pt x="98624" y="17825"/>
                    <a:pt x="103731" y="21230"/>
                    <a:pt x="110578" y="28928"/>
                  </a:cubicBezTo>
                  <a:cubicBezTo>
                    <a:pt x="117387" y="36625"/>
                    <a:pt x="147326" y="58793"/>
                    <a:pt x="161796" y="74188"/>
                  </a:cubicBezTo>
                  <a:cubicBezTo>
                    <a:pt x="188256" y="102350"/>
                    <a:pt x="207056" y="160415"/>
                    <a:pt x="206205" y="161266"/>
                  </a:cubicBezTo>
                  <a:cubicBezTo>
                    <a:pt x="205353" y="162117"/>
                    <a:pt x="148140" y="178326"/>
                    <a:pt x="148140" y="178326"/>
                  </a:cubicBezTo>
                  <a:cubicBezTo>
                    <a:pt x="148140" y="178326"/>
                    <a:pt x="184000" y="209930"/>
                    <a:pt x="186554" y="211633"/>
                  </a:cubicBezTo>
                  <a:cubicBezTo>
                    <a:pt x="189107" y="213335"/>
                    <a:pt x="184851" y="219330"/>
                    <a:pt x="181447" y="222735"/>
                  </a:cubicBezTo>
                  <a:cubicBezTo>
                    <a:pt x="178042" y="226140"/>
                    <a:pt x="76420" y="361919"/>
                    <a:pt x="65318" y="377277"/>
                  </a:cubicBezTo>
                  <a:cubicBezTo>
                    <a:pt x="54216" y="392635"/>
                    <a:pt x="15358" y="434083"/>
                    <a:pt x="11509" y="441337"/>
                  </a:cubicBezTo>
                  <a:cubicBezTo>
                    <a:pt x="7660" y="448590"/>
                    <a:pt x="0" y="460544"/>
                    <a:pt x="0" y="460544"/>
                  </a:cubicBezTo>
                  <a:cubicBezTo>
                    <a:pt x="0" y="460544"/>
                    <a:pt x="3849" y="419133"/>
                    <a:pt x="14951" y="378128"/>
                  </a:cubicBezTo>
                  <a:cubicBezTo>
                    <a:pt x="26053" y="337161"/>
                    <a:pt x="78122" y="142466"/>
                    <a:pt x="83266" y="123703"/>
                  </a:cubicBezTo>
                  <a:cubicBezTo>
                    <a:pt x="88373" y="104904"/>
                    <a:pt x="94369" y="52834"/>
                    <a:pt x="90964" y="32332"/>
                  </a:cubicBezTo>
                  <a:cubicBezTo>
                    <a:pt x="87522" y="11867"/>
                    <a:pt x="82378" y="1616"/>
                    <a:pt x="82378" y="1616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FB94CCBD-2B6C-79F3-6BC0-76350BBE27DF}"/>
                </a:ext>
              </a:extLst>
            </p:cNvPr>
            <p:cNvSpPr/>
            <p:nvPr/>
          </p:nvSpPr>
          <p:spPr>
            <a:xfrm>
              <a:off x="7313167" y="2735146"/>
              <a:ext cx="68907" cy="110482"/>
            </a:xfrm>
            <a:custGeom>
              <a:avLst/>
              <a:gdLst>
                <a:gd name="connsiteX0" fmla="*/ 24610 w 68907"/>
                <a:gd name="connsiteY0" fmla="*/ 8415 h 110482"/>
                <a:gd name="connsiteX1" fmla="*/ 5625 w 68907"/>
                <a:gd name="connsiteY1" fmla="*/ 681 h 110482"/>
                <a:gd name="connsiteX2" fmla="*/ 2813 w 68907"/>
                <a:gd name="connsiteY2" fmla="*/ 40056 h 110482"/>
                <a:gd name="connsiteX3" fmla="*/ 21094 w 68907"/>
                <a:gd name="connsiteY3" fmla="*/ 90682 h 110482"/>
                <a:gd name="connsiteX4" fmla="*/ 40782 w 68907"/>
                <a:gd name="connsiteY4" fmla="*/ 108964 h 110482"/>
                <a:gd name="connsiteX5" fmla="*/ 68908 w 68907"/>
                <a:gd name="connsiteY5" fmla="*/ 110370 h 110482"/>
                <a:gd name="connsiteX6" fmla="*/ 42891 w 68907"/>
                <a:gd name="connsiteY6" fmla="*/ 8415 h 110482"/>
                <a:gd name="connsiteX7" fmla="*/ 24610 w 68907"/>
                <a:gd name="connsiteY7" fmla="*/ 8415 h 11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907" h="110482">
                  <a:moveTo>
                    <a:pt x="24610" y="8415"/>
                  </a:moveTo>
                  <a:cubicBezTo>
                    <a:pt x="24610" y="8415"/>
                    <a:pt x="14063" y="-2835"/>
                    <a:pt x="5625" y="681"/>
                  </a:cubicBezTo>
                  <a:cubicBezTo>
                    <a:pt x="-2813" y="4196"/>
                    <a:pt x="0" y="27400"/>
                    <a:pt x="2813" y="40056"/>
                  </a:cubicBezTo>
                  <a:cubicBezTo>
                    <a:pt x="5625" y="52713"/>
                    <a:pt x="14766" y="80838"/>
                    <a:pt x="21094" y="90682"/>
                  </a:cubicBezTo>
                  <a:cubicBezTo>
                    <a:pt x="27422" y="100526"/>
                    <a:pt x="33751" y="106854"/>
                    <a:pt x="40782" y="108964"/>
                  </a:cubicBezTo>
                  <a:cubicBezTo>
                    <a:pt x="47813" y="111073"/>
                    <a:pt x="68908" y="110370"/>
                    <a:pt x="68908" y="110370"/>
                  </a:cubicBezTo>
                  <a:lnTo>
                    <a:pt x="42891" y="8415"/>
                  </a:lnTo>
                  <a:lnTo>
                    <a:pt x="24610" y="8415"/>
                  </a:lnTo>
                  <a:close/>
                </a:path>
              </a:pathLst>
            </a:custGeom>
            <a:solidFill>
              <a:srgbClr val="552E07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4A5D9B1-9432-F6C5-A339-401E39524378}"/>
                </a:ext>
              </a:extLst>
            </p:cNvPr>
            <p:cNvSpPr/>
            <p:nvPr/>
          </p:nvSpPr>
          <p:spPr>
            <a:xfrm>
              <a:off x="7551494" y="2735146"/>
              <a:ext cx="68907" cy="110482"/>
            </a:xfrm>
            <a:custGeom>
              <a:avLst/>
              <a:gdLst>
                <a:gd name="connsiteX0" fmla="*/ 44298 w 68907"/>
                <a:gd name="connsiteY0" fmla="*/ 8415 h 110482"/>
                <a:gd name="connsiteX1" fmla="*/ 63283 w 68907"/>
                <a:gd name="connsiteY1" fmla="*/ 681 h 110482"/>
                <a:gd name="connsiteX2" fmla="*/ 66095 w 68907"/>
                <a:gd name="connsiteY2" fmla="*/ 40056 h 110482"/>
                <a:gd name="connsiteX3" fmla="*/ 47813 w 68907"/>
                <a:gd name="connsiteY3" fmla="*/ 90682 h 110482"/>
                <a:gd name="connsiteX4" fmla="*/ 28126 w 68907"/>
                <a:gd name="connsiteY4" fmla="*/ 108964 h 110482"/>
                <a:gd name="connsiteX5" fmla="*/ 0 w 68907"/>
                <a:gd name="connsiteY5" fmla="*/ 110370 h 110482"/>
                <a:gd name="connsiteX6" fmla="*/ 26016 w 68907"/>
                <a:gd name="connsiteY6" fmla="*/ 8415 h 110482"/>
                <a:gd name="connsiteX7" fmla="*/ 44298 w 68907"/>
                <a:gd name="connsiteY7" fmla="*/ 8415 h 11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907" h="110482">
                  <a:moveTo>
                    <a:pt x="44298" y="8415"/>
                  </a:moveTo>
                  <a:cubicBezTo>
                    <a:pt x="44298" y="8415"/>
                    <a:pt x="54845" y="-2835"/>
                    <a:pt x="63283" y="681"/>
                  </a:cubicBezTo>
                  <a:cubicBezTo>
                    <a:pt x="71720" y="4196"/>
                    <a:pt x="68908" y="27400"/>
                    <a:pt x="66095" y="40056"/>
                  </a:cubicBezTo>
                  <a:cubicBezTo>
                    <a:pt x="63283" y="52713"/>
                    <a:pt x="54142" y="80838"/>
                    <a:pt x="47813" y="90682"/>
                  </a:cubicBezTo>
                  <a:cubicBezTo>
                    <a:pt x="41485" y="100526"/>
                    <a:pt x="35157" y="106854"/>
                    <a:pt x="28126" y="108964"/>
                  </a:cubicBezTo>
                  <a:cubicBezTo>
                    <a:pt x="21094" y="111073"/>
                    <a:pt x="0" y="110370"/>
                    <a:pt x="0" y="110370"/>
                  </a:cubicBezTo>
                  <a:lnTo>
                    <a:pt x="26016" y="8415"/>
                  </a:lnTo>
                  <a:lnTo>
                    <a:pt x="44298" y="8415"/>
                  </a:lnTo>
                  <a:close/>
                </a:path>
              </a:pathLst>
            </a:custGeom>
            <a:solidFill>
              <a:srgbClr val="552E07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8E04FB17-3C12-8666-3BC6-B3C4B1C92863}"/>
                </a:ext>
              </a:extLst>
            </p:cNvPr>
            <p:cNvSpPr/>
            <p:nvPr/>
          </p:nvSpPr>
          <p:spPr>
            <a:xfrm>
              <a:off x="7339964" y="2580424"/>
              <a:ext cx="259375" cy="388192"/>
            </a:xfrm>
            <a:custGeom>
              <a:avLst/>
              <a:gdLst>
                <a:gd name="connsiteX0" fmla="*/ 129670 w 259375"/>
                <a:gd name="connsiteY0" fmla="*/ 5708 h 388192"/>
                <a:gd name="connsiteX1" fmla="*/ 3438 w 259375"/>
                <a:gd name="connsiteY1" fmla="*/ 156105 h 388192"/>
                <a:gd name="connsiteX2" fmla="*/ 14688 w 259375"/>
                <a:gd name="connsiteY2" fmla="*/ 218685 h 388192"/>
                <a:gd name="connsiteX3" fmla="*/ 23126 w 259375"/>
                <a:gd name="connsiteY3" fmla="*/ 302358 h 388192"/>
                <a:gd name="connsiteX4" fmla="*/ 46329 w 259375"/>
                <a:gd name="connsiteY4" fmla="*/ 338736 h 388192"/>
                <a:gd name="connsiteX5" fmla="*/ 77268 w 259375"/>
                <a:gd name="connsiteY5" fmla="*/ 363531 h 388192"/>
                <a:gd name="connsiteX6" fmla="*/ 106096 w 259375"/>
                <a:gd name="connsiteY6" fmla="*/ 386735 h 388192"/>
                <a:gd name="connsiteX7" fmla="*/ 129670 w 259375"/>
                <a:gd name="connsiteY7" fmla="*/ 385439 h 388192"/>
                <a:gd name="connsiteX8" fmla="*/ 153281 w 259375"/>
                <a:gd name="connsiteY8" fmla="*/ 386735 h 388192"/>
                <a:gd name="connsiteX9" fmla="*/ 182109 w 259375"/>
                <a:gd name="connsiteY9" fmla="*/ 363531 h 388192"/>
                <a:gd name="connsiteX10" fmla="*/ 213047 w 259375"/>
                <a:gd name="connsiteY10" fmla="*/ 338736 h 388192"/>
                <a:gd name="connsiteX11" fmla="*/ 236251 w 259375"/>
                <a:gd name="connsiteY11" fmla="*/ 302358 h 388192"/>
                <a:gd name="connsiteX12" fmla="*/ 244688 w 259375"/>
                <a:gd name="connsiteY12" fmla="*/ 218685 h 388192"/>
                <a:gd name="connsiteX13" fmla="*/ 255939 w 259375"/>
                <a:gd name="connsiteY13" fmla="*/ 156105 h 388192"/>
                <a:gd name="connsiteX14" fmla="*/ 129670 w 259375"/>
                <a:gd name="connsiteY14" fmla="*/ 5708 h 38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9375" h="388192">
                  <a:moveTo>
                    <a:pt x="129670" y="5708"/>
                  </a:moveTo>
                  <a:cubicBezTo>
                    <a:pt x="99546" y="-2693"/>
                    <a:pt x="-21838" y="-25860"/>
                    <a:pt x="3438" y="156105"/>
                  </a:cubicBezTo>
                  <a:cubicBezTo>
                    <a:pt x="3438" y="156105"/>
                    <a:pt x="13282" y="194075"/>
                    <a:pt x="14688" y="218685"/>
                  </a:cubicBezTo>
                  <a:cubicBezTo>
                    <a:pt x="16094" y="243294"/>
                    <a:pt x="21016" y="291108"/>
                    <a:pt x="23126" y="302358"/>
                  </a:cubicBezTo>
                  <a:cubicBezTo>
                    <a:pt x="25235" y="313608"/>
                    <a:pt x="36004" y="330372"/>
                    <a:pt x="46329" y="338736"/>
                  </a:cubicBezTo>
                  <a:cubicBezTo>
                    <a:pt x="61095" y="350689"/>
                    <a:pt x="70236" y="357055"/>
                    <a:pt x="77268" y="363531"/>
                  </a:cubicBezTo>
                  <a:cubicBezTo>
                    <a:pt x="86408" y="371969"/>
                    <a:pt x="98584" y="384477"/>
                    <a:pt x="106096" y="386735"/>
                  </a:cubicBezTo>
                  <a:cubicBezTo>
                    <a:pt x="116902" y="389991"/>
                    <a:pt x="126043" y="386994"/>
                    <a:pt x="129670" y="385439"/>
                  </a:cubicBezTo>
                  <a:cubicBezTo>
                    <a:pt x="133334" y="386994"/>
                    <a:pt x="142437" y="389991"/>
                    <a:pt x="153281" y="386735"/>
                  </a:cubicBezTo>
                  <a:cubicBezTo>
                    <a:pt x="160793" y="384477"/>
                    <a:pt x="173597" y="371266"/>
                    <a:pt x="182109" y="363531"/>
                  </a:cubicBezTo>
                  <a:cubicBezTo>
                    <a:pt x="189178" y="357092"/>
                    <a:pt x="198281" y="350689"/>
                    <a:pt x="213047" y="338736"/>
                  </a:cubicBezTo>
                  <a:cubicBezTo>
                    <a:pt x="223335" y="330372"/>
                    <a:pt x="234141" y="313608"/>
                    <a:pt x="236251" y="302358"/>
                  </a:cubicBezTo>
                  <a:cubicBezTo>
                    <a:pt x="238360" y="291108"/>
                    <a:pt x="243282" y="243294"/>
                    <a:pt x="244688" y="218685"/>
                  </a:cubicBezTo>
                  <a:cubicBezTo>
                    <a:pt x="246095" y="194075"/>
                    <a:pt x="255939" y="156105"/>
                    <a:pt x="255939" y="156105"/>
                  </a:cubicBezTo>
                  <a:cubicBezTo>
                    <a:pt x="281215" y="-25860"/>
                    <a:pt x="159794" y="-2693"/>
                    <a:pt x="129670" y="5708"/>
                  </a:cubicBezTo>
                  <a:close/>
                </a:path>
              </a:pathLst>
            </a:custGeom>
            <a:solidFill>
              <a:srgbClr val="78410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39FD7FA6-3551-8D82-C5E3-F2F61B904E2C}"/>
                </a:ext>
              </a:extLst>
            </p:cNvPr>
            <p:cNvSpPr/>
            <p:nvPr/>
          </p:nvSpPr>
          <p:spPr>
            <a:xfrm>
              <a:off x="7323369" y="2528523"/>
              <a:ext cx="280156" cy="252851"/>
            </a:xfrm>
            <a:custGeom>
              <a:avLst/>
              <a:gdLst>
                <a:gd name="connsiteX0" fmla="*/ 235156 w 280156"/>
                <a:gd name="connsiteY0" fmla="*/ 106052 h 252851"/>
                <a:gd name="connsiteX1" fmla="*/ 247109 w 280156"/>
                <a:gd name="connsiteY1" fmla="*/ 144021 h 252851"/>
                <a:gd name="connsiteX2" fmla="*/ 248516 w 280156"/>
                <a:gd name="connsiteY2" fmla="*/ 184803 h 252851"/>
                <a:gd name="connsiteX3" fmla="*/ 254844 w 280156"/>
                <a:gd name="connsiteY3" fmla="*/ 212225 h 252851"/>
                <a:gd name="connsiteX4" fmla="*/ 259766 w 280156"/>
                <a:gd name="connsiteY4" fmla="*/ 251601 h 252851"/>
                <a:gd name="connsiteX5" fmla="*/ 263282 w 280156"/>
                <a:gd name="connsiteY5" fmla="*/ 251601 h 252851"/>
                <a:gd name="connsiteX6" fmla="*/ 272422 w 280156"/>
                <a:gd name="connsiteY6" fmla="*/ 224179 h 252851"/>
                <a:gd name="connsiteX7" fmla="*/ 280157 w 280156"/>
                <a:gd name="connsiteY7" fmla="*/ 208007 h 252851"/>
                <a:gd name="connsiteX8" fmla="*/ 279454 w 280156"/>
                <a:gd name="connsiteY8" fmla="*/ 161599 h 252851"/>
                <a:gd name="connsiteX9" fmla="*/ 278047 w 280156"/>
                <a:gd name="connsiteY9" fmla="*/ 96911 h 252851"/>
                <a:gd name="connsiteX10" fmla="*/ 253438 w 280156"/>
                <a:gd name="connsiteY10" fmla="*/ 61051 h 252851"/>
                <a:gd name="connsiteX11" fmla="*/ 245000 w 280156"/>
                <a:gd name="connsiteY11" fmla="*/ 43472 h 252851"/>
                <a:gd name="connsiteX12" fmla="*/ 195077 w 280156"/>
                <a:gd name="connsiteY12" fmla="*/ 3393 h 252851"/>
                <a:gd name="connsiteX13" fmla="*/ 62184 w 280156"/>
                <a:gd name="connsiteY13" fmla="*/ 18862 h 252851"/>
                <a:gd name="connsiteX14" fmla="*/ 8745 w 280156"/>
                <a:gd name="connsiteY14" fmla="*/ 87770 h 252851"/>
                <a:gd name="connsiteX15" fmla="*/ 308 w 280156"/>
                <a:gd name="connsiteY15" fmla="*/ 178475 h 252851"/>
                <a:gd name="connsiteX16" fmla="*/ 5230 w 280156"/>
                <a:gd name="connsiteY16" fmla="*/ 208710 h 252851"/>
                <a:gd name="connsiteX17" fmla="*/ 12964 w 280156"/>
                <a:gd name="connsiteY17" fmla="*/ 223476 h 252851"/>
                <a:gd name="connsiteX18" fmla="*/ 22105 w 280156"/>
                <a:gd name="connsiteY18" fmla="*/ 243867 h 252851"/>
                <a:gd name="connsiteX19" fmla="*/ 27027 w 280156"/>
                <a:gd name="connsiteY19" fmla="*/ 243867 h 252851"/>
                <a:gd name="connsiteX20" fmla="*/ 29840 w 280156"/>
                <a:gd name="connsiteY20" fmla="*/ 217147 h 252851"/>
                <a:gd name="connsiteX21" fmla="*/ 34762 w 280156"/>
                <a:gd name="connsiteY21" fmla="*/ 181990 h 252851"/>
                <a:gd name="connsiteX22" fmla="*/ 31949 w 280156"/>
                <a:gd name="connsiteY22" fmla="*/ 139099 h 252851"/>
                <a:gd name="connsiteX23" fmla="*/ 41090 w 280156"/>
                <a:gd name="connsiteY23" fmla="*/ 115192 h 252851"/>
                <a:gd name="connsiteX24" fmla="*/ 68512 w 280156"/>
                <a:gd name="connsiteY24" fmla="*/ 134177 h 252851"/>
                <a:gd name="connsiteX25" fmla="*/ 100857 w 280156"/>
                <a:gd name="connsiteY25" fmla="*/ 125739 h 252851"/>
                <a:gd name="connsiteX26" fmla="*/ 133201 w 280156"/>
                <a:gd name="connsiteY26" fmla="*/ 120114 h 252851"/>
                <a:gd name="connsiteX27" fmla="*/ 166952 w 280156"/>
                <a:gd name="connsiteY27" fmla="*/ 111677 h 252851"/>
                <a:gd name="connsiteX28" fmla="*/ 190858 w 280156"/>
                <a:gd name="connsiteY28" fmla="*/ 107458 h 252851"/>
                <a:gd name="connsiteX29" fmla="*/ 235156 w 280156"/>
                <a:gd name="connsiteY29" fmla="*/ 106052 h 252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80156" h="252851">
                  <a:moveTo>
                    <a:pt x="235156" y="106052"/>
                  </a:moveTo>
                  <a:cubicBezTo>
                    <a:pt x="235156" y="106052"/>
                    <a:pt x="246406" y="127849"/>
                    <a:pt x="247109" y="144021"/>
                  </a:cubicBezTo>
                  <a:cubicBezTo>
                    <a:pt x="247813" y="160193"/>
                    <a:pt x="246406" y="174959"/>
                    <a:pt x="248516" y="184803"/>
                  </a:cubicBezTo>
                  <a:cubicBezTo>
                    <a:pt x="250625" y="194647"/>
                    <a:pt x="254844" y="202382"/>
                    <a:pt x="254844" y="212225"/>
                  </a:cubicBezTo>
                  <a:cubicBezTo>
                    <a:pt x="254844" y="222069"/>
                    <a:pt x="259766" y="248789"/>
                    <a:pt x="259766" y="251601"/>
                  </a:cubicBezTo>
                  <a:cubicBezTo>
                    <a:pt x="259766" y="254414"/>
                    <a:pt x="263282" y="251601"/>
                    <a:pt x="263282" y="251601"/>
                  </a:cubicBezTo>
                  <a:cubicBezTo>
                    <a:pt x="263282" y="251601"/>
                    <a:pt x="268204" y="229804"/>
                    <a:pt x="272422" y="224179"/>
                  </a:cubicBezTo>
                  <a:cubicBezTo>
                    <a:pt x="276641" y="218554"/>
                    <a:pt x="280157" y="208007"/>
                    <a:pt x="280157" y="208007"/>
                  </a:cubicBezTo>
                  <a:cubicBezTo>
                    <a:pt x="280157" y="208007"/>
                    <a:pt x="280157" y="181990"/>
                    <a:pt x="279454" y="161599"/>
                  </a:cubicBezTo>
                  <a:cubicBezTo>
                    <a:pt x="278751" y="141208"/>
                    <a:pt x="280157" y="110974"/>
                    <a:pt x="278047" y="96911"/>
                  </a:cubicBezTo>
                  <a:cubicBezTo>
                    <a:pt x="275938" y="82848"/>
                    <a:pt x="253438" y="61051"/>
                    <a:pt x="253438" y="61051"/>
                  </a:cubicBezTo>
                  <a:cubicBezTo>
                    <a:pt x="253438" y="61051"/>
                    <a:pt x="253438" y="50504"/>
                    <a:pt x="245000" y="43472"/>
                  </a:cubicBezTo>
                  <a:cubicBezTo>
                    <a:pt x="236562" y="36441"/>
                    <a:pt x="237969" y="11128"/>
                    <a:pt x="195077" y="3393"/>
                  </a:cubicBezTo>
                  <a:cubicBezTo>
                    <a:pt x="152186" y="-4341"/>
                    <a:pt x="85388" y="1284"/>
                    <a:pt x="62184" y="18862"/>
                  </a:cubicBezTo>
                  <a:cubicBezTo>
                    <a:pt x="38980" y="36441"/>
                    <a:pt x="15074" y="63863"/>
                    <a:pt x="8745" y="87770"/>
                  </a:cubicBezTo>
                  <a:cubicBezTo>
                    <a:pt x="2417" y="111677"/>
                    <a:pt x="-1098" y="158787"/>
                    <a:pt x="308" y="178475"/>
                  </a:cubicBezTo>
                  <a:cubicBezTo>
                    <a:pt x="1714" y="198163"/>
                    <a:pt x="5230" y="208710"/>
                    <a:pt x="5230" y="208710"/>
                  </a:cubicBezTo>
                  <a:cubicBezTo>
                    <a:pt x="5230" y="208710"/>
                    <a:pt x="12261" y="219960"/>
                    <a:pt x="12964" y="223476"/>
                  </a:cubicBezTo>
                  <a:cubicBezTo>
                    <a:pt x="13667" y="226991"/>
                    <a:pt x="22105" y="243867"/>
                    <a:pt x="22105" y="243867"/>
                  </a:cubicBezTo>
                  <a:cubicBezTo>
                    <a:pt x="22105" y="243867"/>
                    <a:pt x="25621" y="248789"/>
                    <a:pt x="27027" y="243867"/>
                  </a:cubicBezTo>
                  <a:cubicBezTo>
                    <a:pt x="28507" y="238723"/>
                    <a:pt x="25621" y="230507"/>
                    <a:pt x="29840" y="217147"/>
                  </a:cubicBezTo>
                  <a:cubicBezTo>
                    <a:pt x="34058" y="203788"/>
                    <a:pt x="38980" y="194647"/>
                    <a:pt x="34762" y="181990"/>
                  </a:cubicBezTo>
                  <a:cubicBezTo>
                    <a:pt x="30543" y="169334"/>
                    <a:pt x="28433" y="151756"/>
                    <a:pt x="31949" y="139099"/>
                  </a:cubicBezTo>
                  <a:cubicBezTo>
                    <a:pt x="35465" y="126443"/>
                    <a:pt x="41090" y="115192"/>
                    <a:pt x="41090" y="115192"/>
                  </a:cubicBezTo>
                  <a:cubicBezTo>
                    <a:pt x="41090" y="115192"/>
                    <a:pt x="57965" y="132771"/>
                    <a:pt x="68512" y="134177"/>
                  </a:cubicBezTo>
                  <a:cubicBezTo>
                    <a:pt x="79059" y="135583"/>
                    <a:pt x="93122" y="129958"/>
                    <a:pt x="100857" y="125739"/>
                  </a:cubicBezTo>
                  <a:cubicBezTo>
                    <a:pt x="108591" y="121521"/>
                    <a:pt x="124763" y="120114"/>
                    <a:pt x="133201" y="120114"/>
                  </a:cubicBezTo>
                  <a:cubicBezTo>
                    <a:pt x="141639" y="120114"/>
                    <a:pt x="159217" y="116599"/>
                    <a:pt x="166952" y="111677"/>
                  </a:cubicBezTo>
                  <a:cubicBezTo>
                    <a:pt x="174686" y="106755"/>
                    <a:pt x="183827" y="107458"/>
                    <a:pt x="190858" y="107458"/>
                  </a:cubicBezTo>
                  <a:cubicBezTo>
                    <a:pt x="197890" y="107458"/>
                    <a:pt x="224609" y="114489"/>
                    <a:pt x="235156" y="106052"/>
                  </a:cubicBez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18" name="Graphic 117">
            <a:extLst>
              <a:ext uri="{FF2B5EF4-FFF2-40B4-BE49-F238E27FC236}">
                <a16:creationId xmlns:a16="http://schemas.microsoft.com/office/drawing/2014/main" id="{A7F09B24-5069-83B5-390F-3A7FC22B6BDE}"/>
              </a:ext>
            </a:extLst>
          </p:cNvPr>
          <p:cNvPicPr>
            <a:picLocks noChangeAspect="1"/>
          </p:cNvPicPr>
          <p:nvPr/>
        </p:nvPicPr>
        <p:blipFill>
          <a:blip r:embed="rId83">
            <a:extLst>
              <a:ext uri="{96DAC541-7B7A-43D3-8B79-37D633B846F1}">
                <asvg:svgBlip xmlns:asvg="http://schemas.microsoft.com/office/drawing/2016/SVG/main" r:embed="rId84"/>
              </a:ext>
            </a:extLst>
          </a:blip>
          <a:stretch>
            <a:fillRect/>
          </a:stretch>
        </p:blipFill>
        <p:spPr>
          <a:xfrm>
            <a:off x="-9414391" y="-874689"/>
            <a:ext cx="1736625" cy="310968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19" name="Graphic 164">
            <a:extLst>
              <a:ext uri="{FF2B5EF4-FFF2-40B4-BE49-F238E27FC236}">
                <a16:creationId xmlns:a16="http://schemas.microsoft.com/office/drawing/2014/main" id="{6778014B-D3A9-C39C-C7E7-0404695B9B25}"/>
              </a:ext>
            </a:extLst>
          </p:cNvPr>
          <p:cNvGrpSpPr/>
          <p:nvPr/>
        </p:nvGrpSpPr>
        <p:grpSpPr>
          <a:xfrm>
            <a:off x="18458076" y="-1351303"/>
            <a:ext cx="891879" cy="2735603"/>
            <a:chOff x="8043908" y="4105941"/>
            <a:chExt cx="956732" cy="293452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92FE9092-516E-81D5-3546-FD6F263E0CBB}"/>
                </a:ext>
              </a:extLst>
            </p:cNvPr>
            <p:cNvSpPr/>
            <p:nvPr/>
          </p:nvSpPr>
          <p:spPr>
            <a:xfrm>
              <a:off x="8416776" y="4105941"/>
              <a:ext cx="334411" cy="407104"/>
            </a:xfrm>
            <a:custGeom>
              <a:avLst/>
              <a:gdLst>
                <a:gd name="connsiteX0" fmla="*/ 326564 w 334411"/>
                <a:gd name="connsiteY0" fmla="*/ 224681 h 407104"/>
                <a:gd name="connsiteX1" fmla="*/ 263334 w 334411"/>
                <a:gd name="connsiteY1" fmla="*/ 57409 h 407104"/>
                <a:gd name="connsiteX2" fmla="*/ 168303 w 334411"/>
                <a:gd name="connsiteY2" fmla="*/ 249 h 407104"/>
                <a:gd name="connsiteX3" fmla="*/ 123357 w 334411"/>
                <a:gd name="connsiteY3" fmla="*/ 6877 h 407104"/>
                <a:gd name="connsiteX4" fmla="*/ 26353 w 334411"/>
                <a:gd name="connsiteY4" fmla="*/ 108946 h 407104"/>
                <a:gd name="connsiteX5" fmla="*/ 1255 w 334411"/>
                <a:gd name="connsiteY5" fmla="*/ 278490 h 407104"/>
                <a:gd name="connsiteX6" fmla="*/ 12910 w 334411"/>
                <a:gd name="connsiteY6" fmla="*/ 343544 h 407104"/>
                <a:gd name="connsiteX7" fmla="*/ 2781 w 334411"/>
                <a:gd name="connsiteY7" fmla="*/ 380186 h 407104"/>
                <a:gd name="connsiteX8" fmla="*/ 44786 w 334411"/>
                <a:gd name="connsiteY8" fmla="*/ 382905 h 407104"/>
                <a:gd name="connsiteX9" fmla="*/ 70070 w 334411"/>
                <a:gd name="connsiteY9" fmla="*/ 394188 h 407104"/>
                <a:gd name="connsiteX10" fmla="*/ 230081 w 334411"/>
                <a:gd name="connsiteY10" fmla="*/ 406960 h 407104"/>
                <a:gd name="connsiteX11" fmla="*/ 307126 w 334411"/>
                <a:gd name="connsiteY11" fmla="*/ 393592 h 407104"/>
                <a:gd name="connsiteX12" fmla="*/ 332671 w 334411"/>
                <a:gd name="connsiteY12" fmla="*/ 328984 h 407104"/>
                <a:gd name="connsiteX13" fmla="*/ 326564 w 334411"/>
                <a:gd name="connsiteY13" fmla="*/ 224681 h 407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4411" h="407104">
                  <a:moveTo>
                    <a:pt x="326564" y="224681"/>
                  </a:moveTo>
                  <a:cubicBezTo>
                    <a:pt x="320308" y="194519"/>
                    <a:pt x="305190" y="98967"/>
                    <a:pt x="263334" y="57409"/>
                  </a:cubicBezTo>
                  <a:cubicBezTo>
                    <a:pt x="220846" y="15182"/>
                    <a:pt x="199807" y="3563"/>
                    <a:pt x="168303" y="249"/>
                  </a:cubicBezTo>
                  <a:cubicBezTo>
                    <a:pt x="151249" y="-1538"/>
                    <a:pt x="123357" y="6877"/>
                    <a:pt x="123357" y="6877"/>
                  </a:cubicBezTo>
                  <a:cubicBezTo>
                    <a:pt x="123357" y="6877"/>
                    <a:pt x="60053" y="-7645"/>
                    <a:pt x="26353" y="108946"/>
                  </a:cubicBezTo>
                  <a:cubicBezTo>
                    <a:pt x="11048" y="161936"/>
                    <a:pt x="-4592" y="234140"/>
                    <a:pt x="1255" y="278490"/>
                  </a:cubicBezTo>
                  <a:cubicBezTo>
                    <a:pt x="3601" y="296290"/>
                    <a:pt x="11942" y="338927"/>
                    <a:pt x="12910" y="343544"/>
                  </a:cubicBezTo>
                  <a:cubicBezTo>
                    <a:pt x="16038" y="358626"/>
                    <a:pt x="14623" y="371138"/>
                    <a:pt x="2781" y="380186"/>
                  </a:cubicBezTo>
                  <a:cubicBezTo>
                    <a:pt x="24230" y="387522"/>
                    <a:pt x="42700" y="383128"/>
                    <a:pt x="44786" y="382905"/>
                  </a:cubicBezTo>
                  <a:cubicBezTo>
                    <a:pt x="48919" y="383836"/>
                    <a:pt x="56925" y="390613"/>
                    <a:pt x="70070" y="394188"/>
                  </a:cubicBezTo>
                  <a:cubicBezTo>
                    <a:pt x="81465" y="397279"/>
                    <a:pt x="214367" y="406849"/>
                    <a:pt x="230081" y="406960"/>
                  </a:cubicBezTo>
                  <a:cubicBezTo>
                    <a:pt x="255812" y="407147"/>
                    <a:pt x="281730" y="408822"/>
                    <a:pt x="307126" y="393592"/>
                  </a:cubicBezTo>
                  <a:cubicBezTo>
                    <a:pt x="319265" y="386331"/>
                    <a:pt x="328389" y="354157"/>
                    <a:pt x="332671" y="328984"/>
                  </a:cubicBezTo>
                  <a:cubicBezTo>
                    <a:pt x="336916" y="303774"/>
                    <a:pt x="332820" y="254844"/>
                    <a:pt x="326564" y="224681"/>
                  </a:cubicBez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4205313-AAF4-B07A-FC10-9BD32483835D}"/>
                </a:ext>
              </a:extLst>
            </p:cNvPr>
            <p:cNvSpPr/>
            <p:nvPr/>
          </p:nvSpPr>
          <p:spPr>
            <a:xfrm>
              <a:off x="8703011" y="6848046"/>
              <a:ext cx="297629" cy="170699"/>
            </a:xfrm>
            <a:custGeom>
              <a:avLst/>
              <a:gdLst>
                <a:gd name="connsiteX0" fmla="*/ 295333 w 297629"/>
                <a:gd name="connsiteY0" fmla="*/ 164963 h 170699"/>
                <a:gd name="connsiteX1" fmla="*/ 192706 w 297629"/>
                <a:gd name="connsiteY1" fmla="*/ 169134 h 170699"/>
                <a:gd name="connsiteX2" fmla="*/ 109516 w 297629"/>
                <a:gd name="connsiteY2" fmla="*/ 141392 h 170699"/>
                <a:gd name="connsiteX3" fmla="*/ 91493 w 297629"/>
                <a:gd name="connsiteY3" fmla="*/ 87323 h 170699"/>
                <a:gd name="connsiteX4" fmla="*/ 72092 w 297629"/>
                <a:gd name="connsiteY4" fmla="*/ 62373 h 170699"/>
                <a:gd name="connsiteX5" fmla="*/ 42972 w 297629"/>
                <a:gd name="connsiteY5" fmla="*/ 65166 h 170699"/>
                <a:gd name="connsiteX6" fmla="*/ 29120 w 297629"/>
                <a:gd name="connsiteY6" fmla="*/ 133125 h 170699"/>
                <a:gd name="connsiteX7" fmla="*/ 8304 w 297629"/>
                <a:gd name="connsiteY7" fmla="*/ 131747 h 170699"/>
                <a:gd name="connsiteX8" fmla="*/ 0 w 297629"/>
                <a:gd name="connsiteY8" fmla="*/ 40217 h 170699"/>
                <a:gd name="connsiteX9" fmla="*/ 178890 w 297629"/>
                <a:gd name="connsiteY9" fmla="*/ 0 h 170699"/>
                <a:gd name="connsiteX10" fmla="*/ 203840 w 297629"/>
                <a:gd name="connsiteY10" fmla="*/ 77641 h 170699"/>
                <a:gd name="connsiteX11" fmla="*/ 250983 w 297629"/>
                <a:gd name="connsiteY11" fmla="*/ 113724 h 170699"/>
                <a:gd name="connsiteX12" fmla="*/ 296748 w 297629"/>
                <a:gd name="connsiteY12" fmla="*/ 142844 h 170699"/>
                <a:gd name="connsiteX13" fmla="*/ 295333 w 297629"/>
                <a:gd name="connsiteY13" fmla="*/ 164963 h 170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97629" h="170699">
                  <a:moveTo>
                    <a:pt x="295333" y="164963"/>
                  </a:moveTo>
                  <a:cubicBezTo>
                    <a:pt x="291162" y="173267"/>
                    <a:pt x="219070" y="170512"/>
                    <a:pt x="192706" y="169134"/>
                  </a:cubicBezTo>
                  <a:cubicBezTo>
                    <a:pt x="166341" y="167756"/>
                    <a:pt x="115065" y="156659"/>
                    <a:pt x="109516" y="141392"/>
                  </a:cubicBezTo>
                  <a:cubicBezTo>
                    <a:pt x="103968" y="126124"/>
                    <a:pt x="99797" y="105346"/>
                    <a:pt x="91493" y="87323"/>
                  </a:cubicBezTo>
                  <a:cubicBezTo>
                    <a:pt x="83189" y="69299"/>
                    <a:pt x="72092" y="62373"/>
                    <a:pt x="72092" y="62373"/>
                  </a:cubicBezTo>
                  <a:lnTo>
                    <a:pt x="42972" y="65166"/>
                  </a:lnTo>
                  <a:lnTo>
                    <a:pt x="29120" y="133125"/>
                  </a:lnTo>
                  <a:cubicBezTo>
                    <a:pt x="29120" y="133125"/>
                    <a:pt x="9719" y="138674"/>
                    <a:pt x="8304" y="131747"/>
                  </a:cubicBezTo>
                  <a:cubicBezTo>
                    <a:pt x="6926" y="124821"/>
                    <a:pt x="0" y="40217"/>
                    <a:pt x="0" y="40217"/>
                  </a:cubicBezTo>
                  <a:lnTo>
                    <a:pt x="178890" y="0"/>
                  </a:lnTo>
                  <a:cubicBezTo>
                    <a:pt x="178890" y="0"/>
                    <a:pt x="198291" y="69337"/>
                    <a:pt x="203840" y="77641"/>
                  </a:cubicBezTo>
                  <a:cubicBezTo>
                    <a:pt x="209388" y="85945"/>
                    <a:pt x="232960" y="106761"/>
                    <a:pt x="250983" y="113724"/>
                  </a:cubicBezTo>
                  <a:cubicBezTo>
                    <a:pt x="269006" y="120651"/>
                    <a:pt x="296748" y="134503"/>
                    <a:pt x="296748" y="142844"/>
                  </a:cubicBezTo>
                  <a:cubicBezTo>
                    <a:pt x="296711" y="151111"/>
                    <a:pt x="299504" y="156622"/>
                    <a:pt x="295333" y="164963"/>
                  </a:cubicBezTo>
                  <a:close/>
                </a:path>
              </a:pathLst>
            </a:custGeom>
            <a:solidFill>
              <a:srgbClr val="16130B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E8CE67BD-101B-6088-182A-5325D6D6DBEE}"/>
                </a:ext>
              </a:extLst>
            </p:cNvPr>
            <p:cNvSpPr/>
            <p:nvPr/>
          </p:nvSpPr>
          <p:spPr>
            <a:xfrm>
              <a:off x="8374206" y="6865995"/>
              <a:ext cx="245646" cy="174469"/>
            </a:xfrm>
            <a:custGeom>
              <a:avLst/>
              <a:gdLst>
                <a:gd name="connsiteX0" fmla="*/ 23716 w 245646"/>
                <a:gd name="connsiteY0" fmla="*/ 131747 h 174469"/>
                <a:gd name="connsiteX1" fmla="*/ 33025 w 245646"/>
                <a:gd name="connsiteY1" fmla="*/ 67810 h 174469"/>
                <a:gd name="connsiteX2" fmla="*/ 47064 w 245646"/>
                <a:gd name="connsiteY2" fmla="*/ 112235 h 174469"/>
                <a:gd name="connsiteX3" fmla="*/ 82142 w 245646"/>
                <a:gd name="connsiteY3" fmla="*/ 161351 h 174469"/>
                <a:gd name="connsiteX4" fmla="*/ 216458 w 245646"/>
                <a:gd name="connsiteY4" fmla="*/ 173342 h 174469"/>
                <a:gd name="connsiteX5" fmla="*/ 245578 w 245646"/>
                <a:gd name="connsiteY5" fmla="*/ 153941 h 174469"/>
                <a:gd name="connsiteX6" fmla="*/ 211953 w 245646"/>
                <a:gd name="connsiteY6" fmla="*/ 113426 h 174469"/>
                <a:gd name="connsiteX7" fmla="*/ 161682 w 245646"/>
                <a:gd name="connsiteY7" fmla="*/ 45579 h 174469"/>
                <a:gd name="connsiteX8" fmla="*/ 159634 w 245646"/>
                <a:gd name="connsiteY8" fmla="*/ 0 h 174469"/>
                <a:gd name="connsiteX9" fmla="*/ 5730 w 245646"/>
                <a:gd name="connsiteY9" fmla="*/ 13852 h 174469"/>
                <a:gd name="connsiteX10" fmla="*/ 181 w 245646"/>
                <a:gd name="connsiteY10" fmla="*/ 74885 h 174469"/>
                <a:gd name="connsiteX11" fmla="*/ 8485 w 245646"/>
                <a:gd name="connsiteY11" fmla="*/ 131747 h 174469"/>
                <a:gd name="connsiteX12" fmla="*/ 23716 w 245646"/>
                <a:gd name="connsiteY12" fmla="*/ 131747 h 174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5646" h="174469">
                  <a:moveTo>
                    <a:pt x="23716" y="131747"/>
                  </a:moveTo>
                  <a:lnTo>
                    <a:pt x="33025" y="67810"/>
                  </a:lnTo>
                  <a:cubicBezTo>
                    <a:pt x="33025" y="67810"/>
                    <a:pt x="40435" y="87918"/>
                    <a:pt x="47064" y="112235"/>
                  </a:cubicBezTo>
                  <a:cubicBezTo>
                    <a:pt x="53767" y="136849"/>
                    <a:pt x="69146" y="157181"/>
                    <a:pt x="82142" y="161351"/>
                  </a:cubicBezTo>
                  <a:cubicBezTo>
                    <a:pt x="118411" y="173044"/>
                    <a:pt x="190913" y="176544"/>
                    <a:pt x="216458" y="173342"/>
                  </a:cubicBezTo>
                  <a:cubicBezTo>
                    <a:pt x="231577" y="171443"/>
                    <a:pt x="244201" y="171964"/>
                    <a:pt x="245578" y="153941"/>
                  </a:cubicBezTo>
                  <a:cubicBezTo>
                    <a:pt x="246956" y="135918"/>
                    <a:pt x="227071" y="122512"/>
                    <a:pt x="211953" y="113426"/>
                  </a:cubicBezTo>
                  <a:cubicBezTo>
                    <a:pt x="173970" y="90600"/>
                    <a:pt x="167677" y="59469"/>
                    <a:pt x="161682" y="45579"/>
                  </a:cubicBezTo>
                  <a:cubicBezTo>
                    <a:pt x="155686" y="31726"/>
                    <a:pt x="159634" y="0"/>
                    <a:pt x="159634" y="0"/>
                  </a:cubicBezTo>
                  <a:lnTo>
                    <a:pt x="5730" y="13852"/>
                  </a:lnTo>
                  <a:cubicBezTo>
                    <a:pt x="5730" y="13852"/>
                    <a:pt x="-1197" y="60996"/>
                    <a:pt x="181" y="74885"/>
                  </a:cubicBezTo>
                  <a:cubicBezTo>
                    <a:pt x="1559" y="88738"/>
                    <a:pt x="8485" y="131747"/>
                    <a:pt x="8485" y="131747"/>
                  </a:cubicBezTo>
                  <a:cubicBezTo>
                    <a:pt x="8485" y="131747"/>
                    <a:pt x="18651" y="136849"/>
                    <a:pt x="23716" y="131747"/>
                  </a:cubicBezTo>
                  <a:close/>
                </a:path>
              </a:pathLst>
            </a:custGeom>
            <a:solidFill>
              <a:srgbClr val="16130B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D4B2BBC-DB57-9FC1-F297-08B69CBBCB9B}"/>
                </a:ext>
              </a:extLst>
            </p:cNvPr>
            <p:cNvSpPr/>
            <p:nvPr/>
          </p:nvSpPr>
          <p:spPr>
            <a:xfrm>
              <a:off x="8460965" y="4536883"/>
              <a:ext cx="292838" cy="873710"/>
            </a:xfrm>
            <a:custGeom>
              <a:avLst/>
              <a:gdLst>
                <a:gd name="connsiteX0" fmla="*/ 205069 w 292838"/>
                <a:gd name="connsiteY0" fmla="*/ 63900 h 873710"/>
                <a:gd name="connsiteX1" fmla="*/ 239253 w 292838"/>
                <a:gd name="connsiteY1" fmla="*/ 87956 h 873710"/>
                <a:gd name="connsiteX2" fmla="*/ 274368 w 292838"/>
                <a:gd name="connsiteY2" fmla="*/ 645368 h 873710"/>
                <a:gd name="connsiteX3" fmla="*/ 292838 w 292838"/>
                <a:gd name="connsiteY3" fmla="*/ 873710 h 873710"/>
                <a:gd name="connsiteX4" fmla="*/ 180045 w 292838"/>
                <a:gd name="connsiteY4" fmla="*/ 870955 h 873710"/>
                <a:gd name="connsiteX5" fmla="*/ 104229 w 292838"/>
                <a:gd name="connsiteY5" fmla="*/ 387496 h 873710"/>
                <a:gd name="connsiteX6" fmla="*/ 0 w 292838"/>
                <a:gd name="connsiteY6" fmla="*/ 14039 h 873710"/>
                <a:gd name="connsiteX7" fmla="*/ 32732 w 292838"/>
                <a:gd name="connsiteY7" fmla="*/ 0 h 873710"/>
                <a:gd name="connsiteX8" fmla="*/ 205069 w 292838"/>
                <a:gd name="connsiteY8" fmla="*/ 63900 h 873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2838" h="873710">
                  <a:moveTo>
                    <a:pt x="205069" y="63900"/>
                  </a:moveTo>
                  <a:lnTo>
                    <a:pt x="239253" y="87956"/>
                  </a:lnTo>
                  <a:lnTo>
                    <a:pt x="274368" y="645368"/>
                  </a:lnTo>
                  <a:lnTo>
                    <a:pt x="292838" y="873710"/>
                  </a:lnTo>
                  <a:lnTo>
                    <a:pt x="180045" y="870955"/>
                  </a:lnTo>
                  <a:cubicBezTo>
                    <a:pt x="180045" y="870955"/>
                    <a:pt x="158782" y="481783"/>
                    <a:pt x="104229" y="387496"/>
                  </a:cubicBezTo>
                  <a:cubicBezTo>
                    <a:pt x="49675" y="293210"/>
                    <a:pt x="0" y="14039"/>
                    <a:pt x="0" y="14039"/>
                  </a:cubicBezTo>
                  <a:lnTo>
                    <a:pt x="32732" y="0"/>
                  </a:lnTo>
                  <a:lnTo>
                    <a:pt x="205069" y="63900"/>
                  </a:lnTo>
                  <a:close/>
                </a:path>
              </a:pathLst>
            </a:custGeom>
            <a:solidFill>
              <a:srgbClr val="002060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8C5CE978-C1FE-57BF-9EE9-F7F440A0935A}"/>
                </a:ext>
              </a:extLst>
            </p:cNvPr>
            <p:cNvSpPr/>
            <p:nvPr/>
          </p:nvSpPr>
          <p:spPr>
            <a:xfrm>
              <a:off x="8339794" y="5383524"/>
              <a:ext cx="587806" cy="1575666"/>
            </a:xfrm>
            <a:custGeom>
              <a:avLst/>
              <a:gdLst>
                <a:gd name="connsiteX0" fmla="*/ 567057 w 587806"/>
                <a:gd name="connsiteY0" fmla="*/ 636651 h 1575666"/>
                <a:gd name="connsiteX1" fmla="*/ 571228 w 587806"/>
                <a:gd name="connsiteY1" fmla="*/ 724011 h 1575666"/>
                <a:gd name="connsiteX2" fmla="*/ 578154 w 587806"/>
                <a:gd name="connsiteY2" fmla="*/ 768361 h 1575666"/>
                <a:gd name="connsiteX3" fmla="*/ 583703 w 587806"/>
                <a:gd name="connsiteY3" fmla="*/ 815504 h 1575666"/>
                <a:gd name="connsiteX4" fmla="*/ 578154 w 587806"/>
                <a:gd name="connsiteY4" fmla="*/ 934740 h 1575666"/>
                <a:gd name="connsiteX5" fmla="*/ 573983 w 587806"/>
                <a:gd name="connsiteY5" fmla="*/ 1304958 h 1575666"/>
                <a:gd name="connsiteX6" fmla="*/ 572606 w 587806"/>
                <a:gd name="connsiteY6" fmla="*/ 1539296 h 1575666"/>
                <a:gd name="connsiteX7" fmla="*/ 486624 w 587806"/>
                <a:gd name="connsiteY7" fmla="*/ 1540673 h 1575666"/>
                <a:gd name="connsiteX8" fmla="*/ 317452 w 587806"/>
                <a:gd name="connsiteY8" fmla="*/ 1508760 h 1575666"/>
                <a:gd name="connsiteX9" fmla="*/ 282784 w 587806"/>
                <a:gd name="connsiteY9" fmla="*/ 1482433 h 1575666"/>
                <a:gd name="connsiteX10" fmla="*/ 303600 w 587806"/>
                <a:gd name="connsiteY10" fmla="*/ 1404793 h 1575666"/>
                <a:gd name="connsiteX11" fmla="*/ 336890 w 587806"/>
                <a:gd name="connsiteY11" fmla="*/ 1149639 h 1575666"/>
                <a:gd name="connsiteX12" fmla="*/ 359084 w 587806"/>
                <a:gd name="connsiteY12" fmla="*/ 1012343 h 1575666"/>
                <a:gd name="connsiteX13" fmla="*/ 363255 w 587806"/>
                <a:gd name="connsiteY13" fmla="*/ 965200 h 1575666"/>
                <a:gd name="connsiteX14" fmla="*/ 354951 w 587806"/>
                <a:gd name="connsiteY14" fmla="*/ 920813 h 1575666"/>
                <a:gd name="connsiteX15" fmla="*/ 354951 w 587806"/>
                <a:gd name="connsiteY15" fmla="*/ 844550 h 1575666"/>
                <a:gd name="connsiteX16" fmla="*/ 354951 w 587806"/>
                <a:gd name="connsiteY16" fmla="*/ 782139 h 1575666"/>
                <a:gd name="connsiteX17" fmla="*/ 350780 w 587806"/>
                <a:gd name="connsiteY17" fmla="*/ 744678 h 1575666"/>
                <a:gd name="connsiteX18" fmla="*/ 345232 w 587806"/>
                <a:gd name="connsiteY18" fmla="*/ 668415 h 1575666"/>
                <a:gd name="connsiteX19" fmla="*/ 250946 w 587806"/>
                <a:gd name="connsiteY19" fmla="*/ 499244 h 1575666"/>
                <a:gd name="connsiteX20" fmla="*/ 221826 w 587806"/>
                <a:gd name="connsiteY20" fmla="*/ 809844 h 1575666"/>
                <a:gd name="connsiteX21" fmla="*/ 196876 w 587806"/>
                <a:gd name="connsiteY21" fmla="*/ 1257740 h 1575666"/>
                <a:gd name="connsiteX22" fmla="*/ 212144 w 587806"/>
                <a:gd name="connsiteY22" fmla="*/ 1472677 h 1575666"/>
                <a:gd name="connsiteX23" fmla="*/ 224618 w 587806"/>
                <a:gd name="connsiteY23" fmla="*/ 1544769 h 1575666"/>
                <a:gd name="connsiteX24" fmla="*/ 153904 w 587806"/>
                <a:gd name="connsiteY24" fmla="*/ 1575267 h 1575666"/>
                <a:gd name="connsiteX25" fmla="*/ 34668 w 587806"/>
                <a:gd name="connsiteY25" fmla="*/ 1557244 h 1575666"/>
                <a:gd name="connsiteX26" fmla="*/ 0 w 587806"/>
                <a:gd name="connsiteY26" fmla="*/ 1539221 h 1575666"/>
                <a:gd name="connsiteX27" fmla="*/ 8304 w 587806"/>
                <a:gd name="connsiteY27" fmla="*/ 1428290 h 1575666"/>
                <a:gd name="connsiteX28" fmla="*/ 12475 w 587806"/>
                <a:gd name="connsiteY28" fmla="*/ 1040048 h 1575666"/>
                <a:gd name="connsiteX29" fmla="*/ 18023 w 587806"/>
                <a:gd name="connsiteY29" fmla="*/ 768250 h 1575666"/>
                <a:gd name="connsiteX30" fmla="*/ 13852 w 587806"/>
                <a:gd name="connsiteY30" fmla="*/ 599078 h 1575666"/>
                <a:gd name="connsiteX31" fmla="*/ 263457 w 587806"/>
                <a:gd name="connsiteY31" fmla="*/ 34 h 1575666"/>
                <a:gd name="connsiteX32" fmla="*/ 415983 w 587806"/>
                <a:gd name="connsiteY32" fmla="*/ 34 h 1575666"/>
                <a:gd name="connsiteX33" fmla="*/ 567057 w 587806"/>
                <a:gd name="connsiteY33" fmla="*/ 636651 h 157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587806" h="1575666">
                  <a:moveTo>
                    <a:pt x="567057" y="636651"/>
                  </a:moveTo>
                  <a:cubicBezTo>
                    <a:pt x="567057" y="636651"/>
                    <a:pt x="567057" y="705988"/>
                    <a:pt x="571228" y="724011"/>
                  </a:cubicBezTo>
                  <a:cubicBezTo>
                    <a:pt x="575398" y="742034"/>
                    <a:pt x="569850" y="755887"/>
                    <a:pt x="578154" y="768361"/>
                  </a:cubicBezTo>
                  <a:cubicBezTo>
                    <a:pt x="586458" y="780836"/>
                    <a:pt x="592006" y="797481"/>
                    <a:pt x="583703" y="815504"/>
                  </a:cubicBezTo>
                  <a:cubicBezTo>
                    <a:pt x="575398" y="833527"/>
                    <a:pt x="579532" y="884841"/>
                    <a:pt x="578154" y="934740"/>
                  </a:cubicBezTo>
                  <a:cubicBezTo>
                    <a:pt x="576776" y="984676"/>
                    <a:pt x="569850" y="1232866"/>
                    <a:pt x="573983" y="1304958"/>
                  </a:cubicBezTo>
                  <a:cubicBezTo>
                    <a:pt x="578154" y="1377088"/>
                    <a:pt x="572606" y="1539296"/>
                    <a:pt x="572606" y="1539296"/>
                  </a:cubicBezTo>
                  <a:cubicBezTo>
                    <a:pt x="572606" y="1539296"/>
                    <a:pt x="539315" y="1546222"/>
                    <a:pt x="486624" y="1540673"/>
                  </a:cubicBezTo>
                  <a:cubicBezTo>
                    <a:pt x="433932" y="1535125"/>
                    <a:pt x="349365" y="1519857"/>
                    <a:pt x="317452" y="1508760"/>
                  </a:cubicBezTo>
                  <a:cubicBezTo>
                    <a:pt x="285539" y="1497664"/>
                    <a:pt x="282784" y="1482433"/>
                    <a:pt x="282784" y="1482433"/>
                  </a:cubicBezTo>
                  <a:cubicBezTo>
                    <a:pt x="282784" y="1482433"/>
                    <a:pt x="293881" y="1449143"/>
                    <a:pt x="303600" y="1404793"/>
                  </a:cubicBezTo>
                  <a:cubicBezTo>
                    <a:pt x="313319" y="1360405"/>
                    <a:pt x="334098" y="1195404"/>
                    <a:pt x="336890" y="1149639"/>
                  </a:cubicBezTo>
                  <a:cubicBezTo>
                    <a:pt x="339646" y="1103874"/>
                    <a:pt x="359084" y="1030366"/>
                    <a:pt x="359084" y="1012343"/>
                  </a:cubicBezTo>
                  <a:cubicBezTo>
                    <a:pt x="359084" y="994320"/>
                    <a:pt x="359084" y="977675"/>
                    <a:pt x="363255" y="965200"/>
                  </a:cubicBezTo>
                  <a:cubicBezTo>
                    <a:pt x="367425" y="952726"/>
                    <a:pt x="359084" y="937458"/>
                    <a:pt x="354951" y="920813"/>
                  </a:cubicBezTo>
                  <a:cubicBezTo>
                    <a:pt x="350780" y="904168"/>
                    <a:pt x="349402" y="870877"/>
                    <a:pt x="354951" y="844550"/>
                  </a:cubicBezTo>
                  <a:cubicBezTo>
                    <a:pt x="360499" y="818185"/>
                    <a:pt x="360499" y="798785"/>
                    <a:pt x="354951" y="782139"/>
                  </a:cubicBezTo>
                  <a:cubicBezTo>
                    <a:pt x="349402" y="765494"/>
                    <a:pt x="346647" y="754397"/>
                    <a:pt x="350780" y="744678"/>
                  </a:cubicBezTo>
                  <a:cubicBezTo>
                    <a:pt x="354951" y="734959"/>
                    <a:pt x="349402" y="701706"/>
                    <a:pt x="345232" y="668415"/>
                  </a:cubicBezTo>
                  <a:cubicBezTo>
                    <a:pt x="341061" y="635125"/>
                    <a:pt x="250946" y="499244"/>
                    <a:pt x="250946" y="499244"/>
                  </a:cubicBezTo>
                  <a:cubicBezTo>
                    <a:pt x="250946" y="499244"/>
                    <a:pt x="225996" y="773798"/>
                    <a:pt x="221826" y="809844"/>
                  </a:cubicBezTo>
                  <a:cubicBezTo>
                    <a:pt x="217655" y="845890"/>
                    <a:pt x="199632" y="1210560"/>
                    <a:pt x="196876" y="1257740"/>
                  </a:cubicBezTo>
                  <a:cubicBezTo>
                    <a:pt x="194083" y="1304884"/>
                    <a:pt x="209351" y="1447728"/>
                    <a:pt x="212144" y="1472677"/>
                  </a:cubicBezTo>
                  <a:cubicBezTo>
                    <a:pt x="214899" y="1497626"/>
                    <a:pt x="224618" y="1539221"/>
                    <a:pt x="224618" y="1544769"/>
                  </a:cubicBezTo>
                  <a:cubicBezTo>
                    <a:pt x="224618" y="1550318"/>
                    <a:pt x="188572" y="1572512"/>
                    <a:pt x="153904" y="1575267"/>
                  </a:cubicBezTo>
                  <a:cubicBezTo>
                    <a:pt x="119235" y="1578060"/>
                    <a:pt x="54069" y="1565585"/>
                    <a:pt x="34668" y="1557244"/>
                  </a:cubicBezTo>
                  <a:cubicBezTo>
                    <a:pt x="15268" y="1548903"/>
                    <a:pt x="0" y="1539221"/>
                    <a:pt x="0" y="1539221"/>
                  </a:cubicBezTo>
                  <a:cubicBezTo>
                    <a:pt x="0" y="1539221"/>
                    <a:pt x="6926" y="1469884"/>
                    <a:pt x="8304" y="1428290"/>
                  </a:cubicBezTo>
                  <a:cubicBezTo>
                    <a:pt x="9682" y="1386695"/>
                    <a:pt x="11097" y="1107970"/>
                    <a:pt x="12475" y="1040048"/>
                  </a:cubicBezTo>
                  <a:cubicBezTo>
                    <a:pt x="13852" y="972089"/>
                    <a:pt x="18023" y="825112"/>
                    <a:pt x="18023" y="768250"/>
                  </a:cubicBezTo>
                  <a:cubicBezTo>
                    <a:pt x="18023" y="711388"/>
                    <a:pt x="13852" y="599078"/>
                    <a:pt x="13852" y="599078"/>
                  </a:cubicBezTo>
                  <a:lnTo>
                    <a:pt x="263457" y="34"/>
                  </a:lnTo>
                  <a:cubicBezTo>
                    <a:pt x="263457" y="34"/>
                    <a:pt x="389656" y="5582"/>
                    <a:pt x="415983" y="34"/>
                  </a:cubicBezTo>
                  <a:cubicBezTo>
                    <a:pt x="442236" y="-5366"/>
                    <a:pt x="567057" y="636651"/>
                    <a:pt x="567057" y="636651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AF779280-B44A-6D1D-5535-2DDF5F46F893}"/>
                </a:ext>
              </a:extLst>
            </p:cNvPr>
            <p:cNvSpPr/>
            <p:nvPr/>
          </p:nvSpPr>
          <p:spPr>
            <a:xfrm>
              <a:off x="8830551" y="5439154"/>
              <a:ext cx="149748" cy="101696"/>
            </a:xfrm>
            <a:custGeom>
              <a:avLst/>
              <a:gdLst>
                <a:gd name="connsiteX0" fmla="*/ 144222 w 149748"/>
                <a:gd name="connsiteY0" fmla="*/ 55484 h 101696"/>
                <a:gd name="connsiteX1" fmla="*/ 148393 w 149748"/>
                <a:gd name="connsiteY1" fmla="*/ 90153 h 101696"/>
                <a:gd name="connsiteX2" fmla="*/ 91531 w 149748"/>
                <a:gd name="connsiteY2" fmla="*/ 101696 h 101696"/>
                <a:gd name="connsiteX3" fmla="*/ 0 w 149748"/>
                <a:gd name="connsiteY3" fmla="*/ 98457 h 101696"/>
                <a:gd name="connsiteX4" fmla="*/ 1378 w 149748"/>
                <a:gd name="connsiteY4" fmla="*/ 0 h 101696"/>
                <a:gd name="connsiteX5" fmla="*/ 144222 w 149748"/>
                <a:gd name="connsiteY5" fmla="*/ 55484 h 101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9748" h="101696">
                  <a:moveTo>
                    <a:pt x="144222" y="55484"/>
                  </a:moveTo>
                  <a:cubicBezTo>
                    <a:pt x="144222" y="55484"/>
                    <a:pt x="153047" y="78237"/>
                    <a:pt x="148393" y="90153"/>
                  </a:cubicBezTo>
                  <a:cubicBezTo>
                    <a:pt x="144222" y="100765"/>
                    <a:pt x="109554" y="101696"/>
                    <a:pt x="91531" y="101696"/>
                  </a:cubicBezTo>
                  <a:cubicBezTo>
                    <a:pt x="73507" y="101696"/>
                    <a:pt x="0" y="98457"/>
                    <a:pt x="0" y="98457"/>
                  </a:cubicBezTo>
                  <a:lnTo>
                    <a:pt x="1378" y="0"/>
                  </a:lnTo>
                  <a:lnTo>
                    <a:pt x="144222" y="55484"/>
                  </a:lnTo>
                  <a:close/>
                </a:path>
              </a:pathLst>
            </a:custGeom>
            <a:solidFill>
              <a:srgbClr val="D4DFE9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AEBBAD7A-45A5-C23F-54C8-847425BD4DBA}"/>
                </a:ext>
              </a:extLst>
            </p:cNvPr>
            <p:cNvSpPr/>
            <p:nvPr/>
          </p:nvSpPr>
          <p:spPr>
            <a:xfrm>
              <a:off x="8877731" y="5477399"/>
              <a:ext cx="99821" cy="308364"/>
            </a:xfrm>
            <a:custGeom>
              <a:avLst/>
              <a:gdLst>
                <a:gd name="connsiteX0" fmla="*/ 30498 w 99821"/>
                <a:gd name="connsiteY0" fmla="*/ 256678 h 308364"/>
                <a:gd name="connsiteX1" fmla="*/ 40664 w 99821"/>
                <a:gd name="connsiteY1" fmla="*/ 237278 h 308364"/>
                <a:gd name="connsiteX2" fmla="*/ 40664 w 99821"/>
                <a:gd name="connsiteY2" fmla="*/ 224356 h 308364"/>
                <a:gd name="connsiteX3" fmla="*/ 41595 w 99821"/>
                <a:gd name="connsiteY3" fmla="*/ 211397 h 308364"/>
                <a:gd name="connsiteX4" fmla="*/ 37908 w 99821"/>
                <a:gd name="connsiteY4" fmla="*/ 203987 h 308364"/>
                <a:gd name="connsiteX5" fmla="*/ 31429 w 99821"/>
                <a:gd name="connsiteY5" fmla="*/ 229867 h 308364"/>
                <a:gd name="connsiteX6" fmla="*/ 21114 w 99821"/>
                <a:gd name="connsiteY6" fmla="*/ 248598 h 308364"/>
                <a:gd name="connsiteX7" fmla="*/ 0 w 99821"/>
                <a:gd name="connsiteY7" fmla="*/ 80990 h 308364"/>
                <a:gd name="connsiteX8" fmla="*/ 7373 w 99821"/>
                <a:gd name="connsiteY8" fmla="*/ 10723 h 308364"/>
                <a:gd name="connsiteX9" fmla="*/ 75779 w 99821"/>
                <a:gd name="connsiteY9" fmla="*/ 19958 h 308364"/>
                <a:gd name="connsiteX10" fmla="*/ 80396 w 99821"/>
                <a:gd name="connsiteY10" fmla="*/ 56935 h 308364"/>
                <a:gd name="connsiteX11" fmla="*/ 82258 w 99821"/>
                <a:gd name="connsiteY11" fmla="*/ 80022 h 308364"/>
                <a:gd name="connsiteX12" fmla="*/ 87807 w 99821"/>
                <a:gd name="connsiteY12" fmla="*/ 125304 h 308364"/>
                <a:gd name="connsiteX13" fmla="*/ 98904 w 99821"/>
                <a:gd name="connsiteY13" fmla="*/ 207599 h 308364"/>
                <a:gd name="connsiteX14" fmla="*/ 89669 w 99821"/>
                <a:gd name="connsiteY14" fmla="*/ 237166 h 308364"/>
                <a:gd name="connsiteX15" fmla="*/ 66544 w 99821"/>
                <a:gd name="connsiteY15" fmla="*/ 290788 h 308364"/>
                <a:gd name="connsiteX16" fmla="*/ 28636 w 99821"/>
                <a:gd name="connsiteY16" fmla="*/ 308364 h 308364"/>
                <a:gd name="connsiteX17" fmla="*/ 22938 w 99821"/>
                <a:gd name="connsiteY17" fmla="*/ 263158 h 308364"/>
                <a:gd name="connsiteX18" fmla="*/ 30498 w 99821"/>
                <a:gd name="connsiteY18" fmla="*/ 256678 h 30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9821" h="308364">
                  <a:moveTo>
                    <a:pt x="30498" y="256678"/>
                  </a:moveTo>
                  <a:cubicBezTo>
                    <a:pt x="33291" y="249268"/>
                    <a:pt x="40664" y="237278"/>
                    <a:pt x="40664" y="237278"/>
                  </a:cubicBezTo>
                  <a:cubicBezTo>
                    <a:pt x="40664" y="237278"/>
                    <a:pt x="38802" y="228974"/>
                    <a:pt x="40664" y="224356"/>
                  </a:cubicBezTo>
                  <a:cubicBezTo>
                    <a:pt x="42526" y="219739"/>
                    <a:pt x="41595" y="216946"/>
                    <a:pt x="41595" y="211397"/>
                  </a:cubicBezTo>
                  <a:cubicBezTo>
                    <a:pt x="41595" y="205849"/>
                    <a:pt x="37908" y="203987"/>
                    <a:pt x="37908" y="203987"/>
                  </a:cubicBezTo>
                  <a:lnTo>
                    <a:pt x="31429" y="229867"/>
                  </a:lnTo>
                  <a:lnTo>
                    <a:pt x="21114" y="248598"/>
                  </a:lnTo>
                  <a:lnTo>
                    <a:pt x="0" y="80990"/>
                  </a:lnTo>
                  <a:cubicBezTo>
                    <a:pt x="0" y="80990"/>
                    <a:pt x="7373" y="39396"/>
                    <a:pt x="7373" y="10723"/>
                  </a:cubicBezTo>
                  <a:cubicBezTo>
                    <a:pt x="7373" y="-17950"/>
                    <a:pt x="75779" y="19958"/>
                    <a:pt x="75779" y="19958"/>
                  </a:cubicBezTo>
                  <a:cubicBezTo>
                    <a:pt x="75779" y="19958"/>
                    <a:pt x="75779" y="50456"/>
                    <a:pt x="80396" y="56935"/>
                  </a:cubicBezTo>
                  <a:cubicBezTo>
                    <a:pt x="85014" y="63414"/>
                    <a:pt x="84083" y="71718"/>
                    <a:pt x="82258" y="80022"/>
                  </a:cubicBezTo>
                  <a:cubicBezTo>
                    <a:pt x="80396" y="88364"/>
                    <a:pt x="85014" y="108658"/>
                    <a:pt x="87807" y="125304"/>
                  </a:cubicBezTo>
                  <a:cubicBezTo>
                    <a:pt x="90562" y="141949"/>
                    <a:pt x="96111" y="199258"/>
                    <a:pt x="98904" y="207599"/>
                  </a:cubicBezTo>
                  <a:cubicBezTo>
                    <a:pt x="101696" y="215903"/>
                    <a:pt x="97973" y="226069"/>
                    <a:pt x="89669" y="237166"/>
                  </a:cubicBezTo>
                  <a:cubicBezTo>
                    <a:pt x="81365" y="248263"/>
                    <a:pt x="70268" y="282447"/>
                    <a:pt x="66544" y="290788"/>
                  </a:cubicBezTo>
                  <a:cubicBezTo>
                    <a:pt x="62857" y="299092"/>
                    <a:pt x="28636" y="308364"/>
                    <a:pt x="28636" y="308364"/>
                  </a:cubicBezTo>
                  <a:lnTo>
                    <a:pt x="22938" y="263158"/>
                  </a:lnTo>
                  <a:cubicBezTo>
                    <a:pt x="26364" y="261631"/>
                    <a:pt x="29418" y="259508"/>
                    <a:pt x="30498" y="256678"/>
                  </a:cubicBezTo>
                  <a:close/>
                </a:path>
              </a:pathLst>
            </a:custGeom>
            <a:solidFill>
              <a:srgbClr val="F5B97E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04305208-DD43-BDD1-4FD6-FD564D15186B}"/>
                </a:ext>
              </a:extLst>
            </p:cNvPr>
            <p:cNvSpPr/>
            <p:nvPr/>
          </p:nvSpPr>
          <p:spPr>
            <a:xfrm>
              <a:off x="8772385" y="4664534"/>
              <a:ext cx="220000" cy="864773"/>
            </a:xfrm>
            <a:custGeom>
              <a:avLst/>
              <a:gdLst>
                <a:gd name="connsiteX0" fmla="*/ 102553 w 220000"/>
                <a:gd name="connsiteY0" fmla="*/ 20332 h 864773"/>
                <a:gd name="connsiteX1" fmla="*/ 120129 w 220000"/>
                <a:gd name="connsiteY1" fmla="*/ 51761 h 864773"/>
                <a:gd name="connsiteX2" fmla="*/ 133088 w 220000"/>
                <a:gd name="connsiteY2" fmla="*/ 91531 h 864773"/>
                <a:gd name="connsiteX3" fmla="*/ 149733 w 220000"/>
                <a:gd name="connsiteY3" fmla="*/ 202462 h 864773"/>
                <a:gd name="connsiteX4" fmla="*/ 204287 w 220000"/>
                <a:gd name="connsiteY4" fmla="*/ 543560 h 864773"/>
                <a:gd name="connsiteX5" fmla="*/ 220001 w 220000"/>
                <a:gd name="connsiteY5" fmla="*/ 725653 h 864773"/>
                <a:gd name="connsiteX6" fmla="*/ 213522 w 220000"/>
                <a:gd name="connsiteY6" fmla="*/ 808842 h 864773"/>
                <a:gd name="connsiteX7" fmla="*/ 206595 w 220000"/>
                <a:gd name="connsiteY7" fmla="*/ 864773 h 864773"/>
                <a:gd name="connsiteX8" fmla="*/ 152526 w 220000"/>
                <a:gd name="connsiteY8" fmla="*/ 843957 h 864773"/>
                <a:gd name="connsiteX9" fmla="*/ 103521 w 220000"/>
                <a:gd name="connsiteY9" fmla="*/ 850437 h 864773"/>
                <a:gd name="connsiteX10" fmla="*/ 0 w 220000"/>
                <a:gd name="connsiteY10" fmla="*/ 574952 h 864773"/>
                <a:gd name="connsiteX11" fmla="*/ 41595 w 220000"/>
                <a:gd name="connsiteY11" fmla="*/ 0 h 864773"/>
                <a:gd name="connsiteX12" fmla="*/ 102553 w 220000"/>
                <a:gd name="connsiteY12" fmla="*/ 20332 h 86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0000" h="864773">
                  <a:moveTo>
                    <a:pt x="102553" y="20332"/>
                  </a:moveTo>
                  <a:cubicBezTo>
                    <a:pt x="102553" y="20332"/>
                    <a:pt x="117858" y="37573"/>
                    <a:pt x="120129" y="51761"/>
                  </a:cubicBezTo>
                  <a:cubicBezTo>
                    <a:pt x="123816" y="74885"/>
                    <a:pt x="133088" y="70268"/>
                    <a:pt x="133088" y="91531"/>
                  </a:cubicBezTo>
                  <a:cubicBezTo>
                    <a:pt x="133088" y="103856"/>
                    <a:pt x="143254" y="157181"/>
                    <a:pt x="149733" y="202462"/>
                  </a:cubicBezTo>
                  <a:cubicBezTo>
                    <a:pt x="156213" y="247743"/>
                    <a:pt x="193190" y="481634"/>
                    <a:pt x="204287" y="543560"/>
                  </a:cubicBezTo>
                  <a:cubicBezTo>
                    <a:pt x="215383" y="605487"/>
                    <a:pt x="220001" y="691431"/>
                    <a:pt x="220001" y="725653"/>
                  </a:cubicBezTo>
                  <a:cubicBezTo>
                    <a:pt x="220001" y="759837"/>
                    <a:pt x="214452" y="790372"/>
                    <a:pt x="213522" y="808842"/>
                  </a:cubicBezTo>
                  <a:cubicBezTo>
                    <a:pt x="212591" y="827349"/>
                    <a:pt x="206595" y="864773"/>
                    <a:pt x="206595" y="864773"/>
                  </a:cubicBezTo>
                  <a:cubicBezTo>
                    <a:pt x="206595" y="864773"/>
                    <a:pt x="188572" y="846750"/>
                    <a:pt x="152526" y="843957"/>
                  </a:cubicBezTo>
                  <a:cubicBezTo>
                    <a:pt x="116480" y="841202"/>
                    <a:pt x="103521" y="850437"/>
                    <a:pt x="103521" y="850437"/>
                  </a:cubicBezTo>
                  <a:lnTo>
                    <a:pt x="0" y="574952"/>
                  </a:lnTo>
                  <a:lnTo>
                    <a:pt x="41595" y="0"/>
                  </a:lnTo>
                  <a:lnTo>
                    <a:pt x="102553" y="20332"/>
                  </a:lnTo>
                  <a:close/>
                </a:path>
              </a:pathLst>
            </a:custGeom>
            <a:solidFill>
              <a:srgbClr val="E4EFF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1694AB3-FBF0-C38C-369D-49D28E4C01B9}"/>
                </a:ext>
              </a:extLst>
            </p:cNvPr>
            <p:cNvSpPr/>
            <p:nvPr/>
          </p:nvSpPr>
          <p:spPr>
            <a:xfrm>
              <a:off x="8694568" y="4591548"/>
              <a:ext cx="239503" cy="1510606"/>
            </a:xfrm>
            <a:custGeom>
              <a:avLst/>
              <a:gdLst>
                <a:gd name="connsiteX0" fmla="*/ 23226 w 239503"/>
                <a:gd name="connsiteY0" fmla="*/ 0 h 1510606"/>
                <a:gd name="connsiteX1" fmla="*/ 70369 w 239503"/>
                <a:gd name="connsiteY1" fmla="*/ 23125 h 1510606"/>
                <a:gd name="connsiteX2" fmla="*/ 156351 w 239503"/>
                <a:gd name="connsiteY2" fmla="*/ 67512 h 1510606"/>
                <a:gd name="connsiteX3" fmla="*/ 193328 w 239503"/>
                <a:gd name="connsiteY3" fmla="*/ 107245 h 1510606"/>
                <a:gd name="connsiteX4" fmla="*/ 191466 w 239503"/>
                <a:gd name="connsiteY4" fmla="*/ 143291 h 1510606"/>
                <a:gd name="connsiteX5" fmla="*/ 186849 w 239503"/>
                <a:gd name="connsiteY5" fmla="*/ 186748 h 1510606"/>
                <a:gd name="connsiteX6" fmla="*/ 179439 w 239503"/>
                <a:gd name="connsiteY6" fmla="*/ 216314 h 1510606"/>
                <a:gd name="connsiteX7" fmla="*/ 182194 w 239503"/>
                <a:gd name="connsiteY7" fmla="*/ 376139 h 1510606"/>
                <a:gd name="connsiteX8" fmla="*/ 164618 w 239503"/>
                <a:gd name="connsiteY8" fmla="*/ 483384 h 1510606"/>
                <a:gd name="connsiteX9" fmla="*/ 152590 w 239503"/>
                <a:gd name="connsiteY9" fmla="*/ 566648 h 1510606"/>
                <a:gd name="connsiteX10" fmla="*/ 155383 w 239503"/>
                <a:gd name="connsiteY10" fmla="*/ 661865 h 1510606"/>
                <a:gd name="connsiteX11" fmla="*/ 174784 w 239503"/>
                <a:gd name="connsiteY11" fmla="*/ 819939 h 1510606"/>
                <a:gd name="connsiteX12" fmla="*/ 198839 w 239503"/>
                <a:gd name="connsiteY12" fmla="*/ 1096318 h 1510606"/>
                <a:gd name="connsiteX13" fmla="*/ 217309 w 239503"/>
                <a:gd name="connsiteY13" fmla="*/ 1152696 h 1510606"/>
                <a:gd name="connsiteX14" fmla="*/ 230268 w 239503"/>
                <a:gd name="connsiteY14" fmla="*/ 1314457 h 1510606"/>
                <a:gd name="connsiteX15" fmla="*/ 239503 w 239503"/>
                <a:gd name="connsiteY15" fmla="*/ 1491932 h 1510606"/>
                <a:gd name="connsiteX16" fmla="*/ 209005 w 239503"/>
                <a:gd name="connsiteY16" fmla="*/ 1505785 h 1510606"/>
                <a:gd name="connsiteX17" fmla="*/ 172028 w 239503"/>
                <a:gd name="connsiteY17" fmla="*/ 1509471 h 1510606"/>
                <a:gd name="connsiteX18" fmla="*/ 151696 w 239503"/>
                <a:gd name="connsiteY18" fmla="*/ 1431830 h 1510606"/>
                <a:gd name="connsiteX19" fmla="*/ 94388 w 239503"/>
                <a:gd name="connsiteY19" fmla="*/ 1160069 h 1510606"/>
                <a:gd name="connsiteX20" fmla="*/ 47244 w 239503"/>
                <a:gd name="connsiteY20" fmla="*/ 900373 h 1510606"/>
                <a:gd name="connsiteX21" fmla="*/ 13954 w 239503"/>
                <a:gd name="connsiteY21" fmla="*/ 623994 h 1510606"/>
                <a:gd name="connsiteX22" fmla="*/ 101 w 239503"/>
                <a:gd name="connsiteY22" fmla="*/ 425256 h 1510606"/>
                <a:gd name="connsiteX23" fmla="*/ 3788 w 239503"/>
                <a:gd name="connsiteY23" fmla="*/ 70268 h 1510606"/>
                <a:gd name="connsiteX24" fmla="*/ 23226 w 239503"/>
                <a:gd name="connsiteY24" fmla="*/ 0 h 1510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39503" h="1510606">
                  <a:moveTo>
                    <a:pt x="23226" y="0"/>
                  </a:moveTo>
                  <a:cubicBezTo>
                    <a:pt x="23226" y="0"/>
                    <a:pt x="50968" y="13852"/>
                    <a:pt x="70369" y="23125"/>
                  </a:cubicBezTo>
                  <a:cubicBezTo>
                    <a:pt x="89770" y="32360"/>
                    <a:pt x="136019" y="53622"/>
                    <a:pt x="156351" y="67512"/>
                  </a:cubicBezTo>
                  <a:cubicBezTo>
                    <a:pt x="176683" y="81365"/>
                    <a:pt x="191466" y="103558"/>
                    <a:pt x="193328" y="107245"/>
                  </a:cubicBezTo>
                  <a:cubicBezTo>
                    <a:pt x="195153" y="110931"/>
                    <a:pt x="190573" y="134056"/>
                    <a:pt x="191466" y="143291"/>
                  </a:cubicBezTo>
                  <a:cubicBezTo>
                    <a:pt x="192397" y="152526"/>
                    <a:pt x="191466" y="176582"/>
                    <a:pt x="186849" y="186748"/>
                  </a:cubicBezTo>
                  <a:cubicBezTo>
                    <a:pt x="182231" y="196913"/>
                    <a:pt x="179439" y="201531"/>
                    <a:pt x="179439" y="216314"/>
                  </a:cubicBezTo>
                  <a:cubicBezTo>
                    <a:pt x="179439" y="231098"/>
                    <a:pt x="182194" y="348397"/>
                    <a:pt x="182194" y="376139"/>
                  </a:cubicBezTo>
                  <a:cubicBezTo>
                    <a:pt x="182194" y="403881"/>
                    <a:pt x="172028" y="452886"/>
                    <a:pt x="164618" y="483384"/>
                  </a:cubicBezTo>
                  <a:cubicBezTo>
                    <a:pt x="161900" y="494630"/>
                    <a:pt x="152590" y="544454"/>
                    <a:pt x="152590" y="566648"/>
                  </a:cubicBezTo>
                  <a:cubicBezTo>
                    <a:pt x="152590" y="588841"/>
                    <a:pt x="153111" y="639745"/>
                    <a:pt x="155383" y="661865"/>
                  </a:cubicBezTo>
                  <a:cubicBezTo>
                    <a:pt x="159070" y="697874"/>
                    <a:pt x="171097" y="785718"/>
                    <a:pt x="174784" y="819939"/>
                  </a:cubicBezTo>
                  <a:cubicBezTo>
                    <a:pt x="178470" y="854161"/>
                    <a:pt x="198839" y="1096318"/>
                    <a:pt x="198839" y="1096318"/>
                  </a:cubicBezTo>
                  <a:cubicBezTo>
                    <a:pt x="198839" y="1096318"/>
                    <a:pt x="213623" y="1146254"/>
                    <a:pt x="217309" y="1152696"/>
                  </a:cubicBezTo>
                  <a:cubicBezTo>
                    <a:pt x="220996" y="1159175"/>
                    <a:pt x="226544" y="1277480"/>
                    <a:pt x="230268" y="1314457"/>
                  </a:cubicBezTo>
                  <a:cubicBezTo>
                    <a:pt x="233955" y="1351434"/>
                    <a:pt x="239503" y="1488246"/>
                    <a:pt x="239503" y="1491932"/>
                  </a:cubicBezTo>
                  <a:cubicBezTo>
                    <a:pt x="239503" y="1495619"/>
                    <a:pt x="221927" y="1502098"/>
                    <a:pt x="209005" y="1505785"/>
                  </a:cubicBezTo>
                  <a:cubicBezTo>
                    <a:pt x="196047" y="1509471"/>
                    <a:pt x="174784" y="1512264"/>
                    <a:pt x="172028" y="1509471"/>
                  </a:cubicBezTo>
                  <a:cubicBezTo>
                    <a:pt x="169236" y="1506716"/>
                    <a:pt x="162793" y="1478043"/>
                    <a:pt x="151696" y="1431830"/>
                  </a:cubicBezTo>
                  <a:cubicBezTo>
                    <a:pt x="140600" y="1385618"/>
                    <a:pt x="104553" y="1211830"/>
                    <a:pt x="94388" y="1160069"/>
                  </a:cubicBezTo>
                  <a:cubicBezTo>
                    <a:pt x="84222" y="1108309"/>
                    <a:pt x="54655" y="945654"/>
                    <a:pt x="47244" y="900373"/>
                  </a:cubicBezTo>
                  <a:cubicBezTo>
                    <a:pt x="39834" y="855092"/>
                    <a:pt x="23226" y="699773"/>
                    <a:pt x="13954" y="623994"/>
                  </a:cubicBezTo>
                  <a:cubicBezTo>
                    <a:pt x="4719" y="548178"/>
                    <a:pt x="-830" y="496417"/>
                    <a:pt x="101" y="425256"/>
                  </a:cubicBezTo>
                  <a:cubicBezTo>
                    <a:pt x="1032" y="354094"/>
                    <a:pt x="3788" y="70268"/>
                    <a:pt x="3788" y="70268"/>
                  </a:cubicBezTo>
                  <a:lnTo>
                    <a:pt x="23226" y="0"/>
                  </a:lnTo>
                  <a:close/>
                </a:path>
              </a:pathLst>
            </a:custGeom>
            <a:solidFill>
              <a:srgbClr val="DCE7F1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A541F2AB-9448-D4CA-1C51-117B312386EF}"/>
                </a:ext>
              </a:extLst>
            </p:cNvPr>
            <p:cNvSpPr/>
            <p:nvPr/>
          </p:nvSpPr>
          <p:spPr>
            <a:xfrm>
              <a:off x="8219553" y="4563805"/>
              <a:ext cx="468154" cy="1566147"/>
            </a:xfrm>
            <a:custGeom>
              <a:avLst/>
              <a:gdLst>
                <a:gd name="connsiteX0" fmla="*/ 316112 w 468154"/>
                <a:gd name="connsiteY0" fmla="*/ 207079 h 1566147"/>
                <a:gd name="connsiteX1" fmla="*/ 403025 w 468154"/>
                <a:gd name="connsiteY1" fmla="*/ 339274 h 1566147"/>
                <a:gd name="connsiteX2" fmla="*/ 430767 w 468154"/>
                <a:gd name="connsiteY2" fmla="*/ 452030 h 1566147"/>
                <a:gd name="connsiteX3" fmla="*/ 429836 w 468154"/>
                <a:gd name="connsiteY3" fmla="*/ 640602 h 1566147"/>
                <a:gd name="connsiteX4" fmla="*/ 442757 w 468154"/>
                <a:gd name="connsiteY4" fmla="*/ 1039046 h 1566147"/>
                <a:gd name="connsiteX5" fmla="*/ 457541 w 468154"/>
                <a:gd name="connsiteY5" fmla="*/ 1421702 h 1566147"/>
                <a:gd name="connsiteX6" fmla="*/ 467707 w 468154"/>
                <a:gd name="connsiteY6" fmla="*/ 1553896 h 1566147"/>
                <a:gd name="connsiteX7" fmla="*/ 295780 w 468154"/>
                <a:gd name="connsiteY7" fmla="*/ 1565924 h 1566147"/>
                <a:gd name="connsiteX8" fmla="*/ 96111 w 468154"/>
                <a:gd name="connsiteY8" fmla="*/ 1552034 h 1566147"/>
                <a:gd name="connsiteX9" fmla="*/ 63751 w 468154"/>
                <a:gd name="connsiteY9" fmla="*/ 1532633 h 1566147"/>
                <a:gd name="connsiteX10" fmla="*/ 74848 w 468154"/>
                <a:gd name="connsiteY10" fmla="*/ 1418015 h 1566147"/>
                <a:gd name="connsiteX11" fmla="*/ 80396 w 468154"/>
                <a:gd name="connsiteY11" fmla="*/ 1165655 h 1566147"/>
                <a:gd name="connsiteX12" fmla="*/ 103521 w 468154"/>
                <a:gd name="connsiteY12" fmla="*/ 928078 h 1566147"/>
                <a:gd name="connsiteX13" fmla="*/ 105383 w 468154"/>
                <a:gd name="connsiteY13" fmla="*/ 827312 h 1566147"/>
                <a:gd name="connsiteX14" fmla="*/ 97079 w 468154"/>
                <a:gd name="connsiteY14" fmla="*/ 564786 h 1566147"/>
                <a:gd name="connsiteX15" fmla="*/ 84120 w 468154"/>
                <a:gd name="connsiteY15" fmla="*/ 445550 h 1566147"/>
                <a:gd name="connsiteX16" fmla="*/ 0 w 468154"/>
                <a:gd name="connsiteY16" fmla="*/ 289338 h 1566147"/>
                <a:gd name="connsiteX17" fmla="*/ 8304 w 468154"/>
                <a:gd name="connsiteY17" fmla="*/ 133125 h 1566147"/>
                <a:gd name="connsiteX18" fmla="*/ 41595 w 468154"/>
                <a:gd name="connsiteY18" fmla="*/ 101696 h 1566147"/>
                <a:gd name="connsiteX19" fmla="*/ 170102 w 468154"/>
                <a:gd name="connsiteY19" fmla="*/ 34222 h 1566147"/>
                <a:gd name="connsiteX20" fmla="*/ 222794 w 468154"/>
                <a:gd name="connsiteY20" fmla="*/ 0 h 1566147"/>
                <a:gd name="connsiteX21" fmla="*/ 316112 w 468154"/>
                <a:gd name="connsiteY21" fmla="*/ 207079 h 1566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68154" h="1566147">
                  <a:moveTo>
                    <a:pt x="316112" y="207079"/>
                  </a:moveTo>
                  <a:cubicBezTo>
                    <a:pt x="316112" y="207079"/>
                    <a:pt x="391928" y="315255"/>
                    <a:pt x="403025" y="339274"/>
                  </a:cubicBezTo>
                  <a:cubicBezTo>
                    <a:pt x="414122" y="363292"/>
                    <a:pt x="427974" y="395652"/>
                    <a:pt x="430767" y="452030"/>
                  </a:cubicBezTo>
                  <a:cubicBezTo>
                    <a:pt x="433560" y="508445"/>
                    <a:pt x="429836" y="584224"/>
                    <a:pt x="429836" y="640602"/>
                  </a:cubicBezTo>
                  <a:cubicBezTo>
                    <a:pt x="429836" y="697017"/>
                    <a:pt x="441864" y="964161"/>
                    <a:pt x="442757" y="1039046"/>
                  </a:cubicBezTo>
                  <a:cubicBezTo>
                    <a:pt x="443688" y="1113932"/>
                    <a:pt x="455716" y="1361600"/>
                    <a:pt x="457541" y="1421702"/>
                  </a:cubicBezTo>
                  <a:cubicBezTo>
                    <a:pt x="459403" y="1481766"/>
                    <a:pt x="470500" y="1547417"/>
                    <a:pt x="467707" y="1553896"/>
                  </a:cubicBezTo>
                  <a:cubicBezTo>
                    <a:pt x="464951" y="1560375"/>
                    <a:pt x="357706" y="1564062"/>
                    <a:pt x="295780" y="1565924"/>
                  </a:cubicBezTo>
                  <a:cubicBezTo>
                    <a:pt x="233853" y="1567786"/>
                    <a:pt x="117374" y="1557583"/>
                    <a:pt x="96111" y="1552034"/>
                  </a:cubicBezTo>
                  <a:cubicBezTo>
                    <a:pt x="74848" y="1546486"/>
                    <a:pt x="64682" y="1540006"/>
                    <a:pt x="63751" y="1532633"/>
                  </a:cubicBezTo>
                  <a:cubicBezTo>
                    <a:pt x="62820" y="1525223"/>
                    <a:pt x="70231" y="1480873"/>
                    <a:pt x="74848" y="1418015"/>
                  </a:cubicBezTo>
                  <a:cubicBezTo>
                    <a:pt x="79465" y="1355158"/>
                    <a:pt x="73917" y="1218346"/>
                    <a:pt x="80396" y="1165655"/>
                  </a:cubicBezTo>
                  <a:cubicBezTo>
                    <a:pt x="86876" y="1112963"/>
                    <a:pt x="102590" y="964124"/>
                    <a:pt x="103521" y="928078"/>
                  </a:cubicBezTo>
                  <a:cubicBezTo>
                    <a:pt x="104452" y="892031"/>
                    <a:pt x="101659" y="856916"/>
                    <a:pt x="105383" y="827312"/>
                  </a:cubicBezTo>
                  <a:cubicBezTo>
                    <a:pt x="109070" y="797708"/>
                    <a:pt x="101696" y="620233"/>
                    <a:pt x="97079" y="564786"/>
                  </a:cubicBezTo>
                  <a:cubicBezTo>
                    <a:pt x="92461" y="509301"/>
                    <a:pt x="88775" y="464057"/>
                    <a:pt x="84120" y="445550"/>
                  </a:cubicBezTo>
                  <a:cubicBezTo>
                    <a:pt x="79503" y="427043"/>
                    <a:pt x="0" y="289338"/>
                    <a:pt x="0" y="289338"/>
                  </a:cubicBezTo>
                  <a:cubicBezTo>
                    <a:pt x="0" y="289338"/>
                    <a:pt x="2756" y="146978"/>
                    <a:pt x="8304" y="133125"/>
                  </a:cubicBezTo>
                  <a:cubicBezTo>
                    <a:pt x="13852" y="119273"/>
                    <a:pt x="10166" y="120204"/>
                    <a:pt x="41595" y="101696"/>
                  </a:cubicBezTo>
                  <a:cubicBezTo>
                    <a:pt x="73023" y="83226"/>
                    <a:pt x="129439" y="52691"/>
                    <a:pt x="170102" y="34222"/>
                  </a:cubicBezTo>
                  <a:cubicBezTo>
                    <a:pt x="210766" y="15714"/>
                    <a:pt x="222794" y="0"/>
                    <a:pt x="222794" y="0"/>
                  </a:cubicBezTo>
                  <a:lnTo>
                    <a:pt x="316112" y="207079"/>
                  </a:lnTo>
                  <a:close/>
                </a:path>
              </a:pathLst>
            </a:custGeom>
            <a:solidFill>
              <a:srgbClr val="DCE7F1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06459627-F7DE-07B1-C514-7B39C3341E2A}"/>
                </a:ext>
              </a:extLst>
            </p:cNvPr>
            <p:cNvSpPr/>
            <p:nvPr/>
          </p:nvSpPr>
          <p:spPr>
            <a:xfrm>
              <a:off x="8219842" y="5273707"/>
              <a:ext cx="174430" cy="160678"/>
            </a:xfrm>
            <a:custGeom>
              <a:avLst/>
              <a:gdLst>
                <a:gd name="connsiteX0" fmla="*/ 2466 w 174430"/>
                <a:gd name="connsiteY0" fmla="*/ 94249 h 160678"/>
                <a:gd name="connsiteX1" fmla="*/ 2466 w 174430"/>
                <a:gd name="connsiteY1" fmla="*/ 157106 h 160678"/>
                <a:gd name="connsiteX2" fmla="*/ 100476 w 174430"/>
                <a:gd name="connsiteY2" fmla="*/ 133088 h 160678"/>
                <a:gd name="connsiteX3" fmla="*/ 174430 w 174430"/>
                <a:gd name="connsiteY3" fmla="*/ 66544 h 160678"/>
                <a:gd name="connsiteX4" fmla="*/ 150412 w 174430"/>
                <a:gd name="connsiteY4" fmla="*/ 0 h 160678"/>
                <a:gd name="connsiteX5" fmla="*/ 2466 w 174430"/>
                <a:gd name="connsiteY5" fmla="*/ 94249 h 160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4430" h="160678">
                  <a:moveTo>
                    <a:pt x="2466" y="94249"/>
                  </a:moveTo>
                  <a:cubicBezTo>
                    <a:pt x="2466" y="94249"/>
                    <a:pt x="-3082" y="146009"/>
                    <a:pt x="2466" y="157106"/>
                  </a:cubicBezTo>
                  <a:cubicBezTo>
                    <a:pt x="8014" y="168203"/>
                    <a:pt x="69010" y="151558"/>
                    <a:pt x="100476" y="133088"/>
                  </a:cubicBezTo>
                  <a:cubicBezTo>
                    <a:pt x="131905" y="114618"/>
                    <a:pt x="174430" y="66544"/>
                    <a:pt x="174430" y="66544"/>
                  </a:cubicBezTo>
                  <a:lnTo>
                    <a:pt x="150412" y="0"/>
                  </a:lnTo>
                  <a:lnTo>
                    <a:pt x="2466" y="94249"/>
                  </a:lnTo>
                  <a:close/>
                </a:path>
              </a:pathLst>
            </a:custGeom>
            <a:solidFill>
              <a:srgbClr val="D4DFE9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828A5099-837F-57A3-500F-730E0B7F23EE}"/>
                </a:ext>
              </a:extLst>
            </p:cNvPr>
            <p:cNvSpPr/>
            <p:nvPr/>
          </p:nvSpPr>
          <p:spPr>
            <a:xfrm>
              <a:off x="8255562" y="5251439"/>
              <a:ext cx="310861" cy="247780"/>
            </a:xfrm>
            <a:custGeom>
              <a:avLst/>
              <a:gdLst>
                <a:gd name="connsiteX0" fmla="*/ 0 w 310861"/>
                <a:gd name="connsiteY0" fmla="*/ 75853 h 247780"/>
                <a:gd name="connsiteX1" fmla="*/ 58240 w 310861"/>
                <a:gd name="connsiteY1" fmla="*/ 106351 h 247780"/>
                <a:gd name="connsiteX2" fmla="*/ 95217 w 310861"/>
                <a:gd name="connsiteY2" fmla="*/ 142397 h 247780"/>
                <a:gd name="connsiteX3" fmla="*/ 120166 w 310861"/>
                <a:gd name="connsiteY3" fmla="*/ 213559 h 247780"/>
                <a:gd name="connsiteX4" fmla="*/ 139567 w 310861"/>
                <a:gd name="connsiteY4" fmla="*/ 247780 h 247780"/>
                <a:gd name="connsiteX5" fmla="*/ 265282 w 310861"/>
                <a:gd name="connsiteY5" fmla="*/ 217283 h 247780"/>
                <a:gd name="connsiteX6" fmla="*/ 254185 w 310861"/>
                <a:gd name="connsiteY6" fmla="*/ 186785 h 247780"/>
                <a:gd name="connsiteX7" fmla="*/ 238471 w 310861"/>
                <a:gd name="connsiteY7" fmla="*/ 148877 h 247780"/>
                <a:gd name="connsiteX8" fmla="*/ 269900 w 310861"/>
                <a:gd name="connsiteY8" fmla="*/ 180305 h 247780"/>
                <a:gd name="connsiteX9" fmla="*/ 307808 w 310861"/>
                <a:gd name="connsiteY9" fmla="*/ 185854 h 247780"/>
                <a:gd name="connsiteX10" fmla="*/ 301328 w 310861"/>
                <a:gd name="connsiteY10" fmla="*/ 169209 h 247780"/>
                <a:gd name="connsiteX11" fmla="*/ 276379 w 310861"/>
                <a:gd name="connsiteY11" fmla="*/ 141466 h 247780"/>
                <a:gd name="connsiteX12" fmla="*/ 245881 w 310861"/>
                <a:gd name="connsiteY12" fmla="*/ 109107 h 247780"/>
                <a:gd name="connsiteX13" fmla="*/ 223687 w 310861"/>
                <a:gd name="connsiteY13" fmla="*/ 92462 h 247780"/>
                <a:gd name="connsiteX14" fmla="*/ 187641 w 310861"/>
                <a:gd name="connsiteY14" fmla="*/ 68406 h 247780"/>
                <a:gd name="connsiteX15" fmla="*/ 147871 w 310861"/>
                <a:gd name="connsiteY15" fmla="*/ 52691 h 247780"/>
                <a:gd name="connsiteX16" fmla="*/ 49899 w 310861"/>
                <a:gd name="connsiteY16" fmla="*/ 0 h 247780"/>
                <a:gd name="connsiteX17" fmla="*/ 0 w 310861"/>
                <a:gd name="connsiteY17" fmla="*/ 75853 h 247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10861" h="247780">
                  <a:moveTo>
                    <a:pt x="0" y="75853"/>
                  </a:moveTo>
                  <a:cubicBezTo>
                    <a:pt x="0" y="75853"/>
                    <a:pt x="43457" y="96185"/>
                    <a:pt x="58240" y="106351"/>
                  </a:cubicBezTo>
                  <a:cubicBezTo>
                    <a:pt x="73023" y="116517"/>
                    <a:pt x="91531" y="133162"/>
                    <a:pt x="95217" y="142397"/>
                  </a:cubicBezTo>
                  <a:cubicBezTo>
                    <a:pt x="98904" y="151632"/>
                    <a:pt x="115549" y="201568"/>
                    <a:pt x="120166" y="213559"/>
                  </a:cubicBezTo>
                  <a:cubicBezTo>
                    <a:pt x="124784" y="225587"/>
                    <a:pt x="139567" y="247780"/>
                    <a:pt x="139567" y="247780"/>
                  </a:cubicBezTo>
                  <a:lnTo>
                    <a:pt x="265282" y="217283"/>
                  </a:lnTo>
                  <a:cubicBezTo>
                    <a:pt x="265282" y="217283"/>
                    <a:pt x="259734" y="202499"/>
                    <a:pt x="254185" y="186785"/>
                  </a:cubicBezTo>
                  <a:cubicBezTo>
                    <a:pt x="248637" y="171070"/>
                    <a:pt x="238471" y="148877"/>
                    <a:pt x="238471" y="148877"/>
                  </a:cubicBezTo>
                  <a:cubicBezTo>
                    <a:pt x="238471" y="148877"/>
                    <a:pt x="256047" y="174757"/>
                    <a:pt x="269900" y="180305"/>
                  </a:cubicBezTo>
                  <a:cubicBezTo>
                    <a:pt x="283752" y="185854"/>
                    <a:pt x="301328" y="193264"/>
                    <a:pt x="307808" y="185854"/>
                  </a:cubicBezTo>
                  <a:cubicBezTo>
                    <a:pt x="314287" y="178444"/>
                    <a:pt x="309670" y="172895"/>
                    <a:pt x="301328" y="169209"/>
                  </a:cubicBezTo>
                  <a:cubicBezTo>
                    <a:pt x="293024" y="165522"/>
                    <a:pt x="285614" y="150739"/>
                    <a:pt x="276379" y="141466"/>
                  </a:cubicBezTo>
                  <a:cubicBezTo>
                    <a:pt x="267144" y="132231"/>
                    <a:pt x="250499" y="116517"/>
                    <a:pt x="245881" y="109107"/>
                  </a:cubicBezTo>
                  <a:cubicBezTo>
                    <a:pt x="241264" y="101696"/>
                    <a:pt x="231098" y="96148"/>
                    <a:pt x="223687" y="92462"/>
                  </a:cubicBezTo>
                  <a:cubicBezTo>
                    <a:pt x="216277" y="88738"/>
                    <a:pt x="198738" y="72130"/>
                    <a:pt x="187641" y="68406"/>
                  </a:cubicBezTo>
                  <a:cubicBezTo>
                    <a:pt x="176544" y="64719"/>
                    <a:pt x="159899" y="60102"/>
                    <a:pt x="147871" y="52691"/>
                  </a:cubicBezTo>
                  <a:cubicBezTo>
                    <a:pt x="135843" y="45318"/>
                    <a:pt x="49899" y="0"/>
                    <a:pt x="49899" y="0"/>
                  </a:cubicBezTo>
                  <a:lnTo>
                    <a:pt x="0" y="75853"/>
                  </a:lnTo>
                  <a:close/>
                </a:path>
              </a:pathLst>
            </a:custGeom>
            <a:solidFill>
              <a:srgbClr val="F5B97E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5C1A21BE-7F06-45D3-577E-9EB278D40FA8}"/>
                </a:ext>
              </a:extLst>
            </p:cNvPr>
            <p:cNvSpPr/>
            <p:nvPr/>
          </p:nvSpPr>
          <p:spPr>
            <a:xfrm>
              <a:off x="8043908" y="4680285"/>
              <a:ext cx="341092" cy="750527"/>
            </a:xfrm>
            <a:custGeom>
              <a:avLst/>
              <a:gdLst>
                <a:gd name="connsiteX0" fmla="*/ 195940 w 341092"/>
                <a:gd name="connsiteY0" fmla="*/ 0 h 750527"/>
                <a:gd name="connsiteX1" fmla="*/ 212585 w 341092"/>
                <a:gd name="connsiteY1" fmla="*/ 61926 h 750527"/>
                <a:gd name="connsiteX2" fmla="*/ 243083 w 341092"/>
                <a:gd name="connsiteY2" fmla="*/ 159005 h 750527"/>
                <a:gd name="connsiteX3" fmla="*/ 248631 w 341092"/>
                <a:gd name="connsiteY3" fmla="*/ 240370 h 750527"/>
                <a:gd name="connsiteX4" fmla="*/ 257866 w 341092"/>
                <a:gd name="connsiteY4" fmla="*/ 317080 h 750527"/>
                <a:gd name="connsiteX5" fmla="*/ 233811 w 341092"/>
                <a:gd name="connsiteY5" fmla="*/ 360536 h 750527"/>
                <a:gd name="connsiteX6" fmla="*/ 198695 w 341092"/>
                <a:gd name="connsiteY6" fmla="*/ 410472 h 750527"/>
                <a:gd name="connsiteX7" fmla="*/ 203313 w 341092"/>
                <a:gd name="connsiteY7" fmla="*/ 437283 h 750527"/>
                <a:gd name="connsiteX8" fmla="*/ 195009 w 341092"/>
                <a:gd name="connsiteY8" fmla="*/ 452067 h 750527"/>
                <a:gd name="connsiteX9" fmla="*/ 226437 w 341092"/>
                <a:gd name="connsiteY9" fmla="*/ 493661 h 750527"/>
                <a:gd name="connsiteX10" fmla="*/ 249562 w 341092"/>
                <a:gd name="connsiteY10" fmla="*/ 533394 h 750527"/>
                <a:gd name="connsiteX11" fmla="*/ 317037 w 341092"/>
                <a:gd name="connsiteY11" fmla="*/ 585192 h 750527"/>
                <a:gd name="connsiteX12" fmla="*/ 341093 w 341092"/>
                <a:gd name="connsiteY12" fmla="*/ 607348 h 750527"/>
                <a:gd name="connsiteX13" fmla="*/ 305977 w 341092"/>
                <a:gd name="connsiteY13" fmla="*/ 610104 h 750527"/>
                <a:gd name="connsiteX14" fmla="*/ 232954 w 341092"/>
                <a:gd name="connsiteY14" fmla="*/ 687745 h 750527"/>
                <a:gd name="connsiteX15" fmla="*/ 178401 w 341092"/>
                <a:gd name="connsiteY15" fmla="*/ 750528 h 750527"/>
                <a:gd name="connsiteX16" fmla="*/ 157138 w 341092"/>
                <a:gd name="connsiteY16" fmla="*/ 693293 h 750527"/>
                <a:gd name="connsiteX17" fmla="*/ 104446 w 341092"/>
                <a:gd name="connsiteY17" fmla="*/ 635053 h 750527"/>
                <a:gd name="connsiteX18" fmla="*/ 47137 w 341092"/>
                <a:gd name="connsiteY18" fmla="*/ 559237 h 750527"/>
                <a:gd name="connsiteX19" fmla="*/ 2750 w 341092"/>
                <a:gd name="connsiteY19" fmla="*/ 484352 h 750527"/>
                <a:gd name="connsiteX20" fmla="*/ 1819 w 341092"/>
                <a:gd name="connsiteY20" fmla="*/ 446444 h 750527"/>
                <a:gd name="connsiteX21" fmla="*/ 7367 w 341092"/>
                <a:gd name="connsiteY21" fmla="*/ 424250 h 750527"/>
                <a:gd name="connsiteX22" fmla="*/ 24013 w 341092"/>
                <a:gd name="connsiteY22" fmla="*/ 373421 h 750527"/>
                <a:gd name="connsiteX23" fmla="*/ 109995 w 341092"/>
                <a:gd name="connsiteY23" fmla="*/ 162655 h 750527"/>
                <a:gd name="connsiteX24" fmla="*/ 171028 w 341092"/>
                <a:gd name="connsiteY24" fmla="*/ 19773 h 750527"/>
                <a:gd name="connsiteX25" fmla="*/ 195940 w 341092"/>
                <a:gd name="connsiteY25" fmla="*/ 0 h 750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41092" h="750527">
                  <a:moveTo>
                    <a:pt x="195940" y="0"/>
                  </a:moveTo>
                  <a:cubicBezTo>
                    <a:pt x="195940" y="0"/>
                    <a:pt x="202419" y="43457"/>
                    <a:pt x="212585" y="61926"/>
                  </a:cubicBezTo>
                  <a:cubicBezTo>
                    <a:pt x="222751" y="80434"/>
                    <a:pt x="243083" y="131263"/>
                    <a:pt x="243083" y="159005"/>
                  </a:cubicBezTo>
                  <a:cubicBezTo>
                    <a:pt x="243083" y="186748"/>
                    <a:pt x="245838" y="220932"/>
                    <a:pt x="248631" y="240370"/>
                  </a:cubicBezTo>
                  <a:cubicBezTo>
                    <a:pt x="251424" y="259771"/>
                    <a:pt x="257866" y="317080"/>
                    <a:pt x="257866" y="317080"/>
                  </a:cubicBezTo>
                  <a:cubicBezTo>
                    <a:pt x="257866" y="317080"/>
                    <a:pt x="245838" y="340205"/>
                    <a:pt x="233811" y="360536"/>
                  </a:cubicBezTo>
                  <a:cubicBezTo>
                    <a:pt x="221783" y="380868"/>
                    <a:pt x="201451" y="405817"/>
                    <a:pt x="198695" y="410472"/>
                  </a:cubicBezTo>
                  <a:cubicBezTo>
                    <a:pt x="195940" y="415090"/>
                    <a:pt x="206999" y="428942"/>
                    <a:pt x="203313" y="437283"/>
                  </a:cubicBezTo>
                  <a:cubicBezTo>
                    <a:pt x="199626" y="445587"/>
                    <a:pt x="195009" y="452067"/>
                    <a:pt x="195009" y="452067"/>
                  </a:cubicBezTo>
                  <a:cubicBezTo>
                    <a:pt x="195009" y="452067"/>
                    <a:pt x="218133" y="484426"/>
                    <a:pt x="226437" y="493661"/>
                  </a:cubicBezTo>
                  <a:cubicBezTo>
                    <a:pt x="234741" y="502896"/>
                    <a:pt x="244945" y="526021"/>
                    <a:pt x="249562" y="533394"/>
                  </a:cubicBezTo>
                  <a:cubicBezTo>
                    <a:pt x="254180" y="540805"/>
                    <a:pt x="295774" y="572233"/>
                    <a:pt x="317037" y="585192"/>
                  </a:cubicBezTo>
                  <a:cubicBezTo>
                    <a:pt x="338300" y="598151"/>
                    <a:pt x="341093" y="607348"/>
                    <a:pt x="341093" y="607348"/>
                  </a:cubicBezTo>
                  <a:cubicBezTo>
                    <a:pt x="341093" y="607348"/>
                    <a:pt x="322585" y="596252"/>
                    <a:pt x="305977" y="610104"/>
                  </a:cubicBezTo>
                  <a:cubicBezTo>
                    <a:pt x="289332" y="623956"/>
                    <a:pt x="256041" y="662796"/>
                    <a:pt x="232954" y="687745"/>
                  </a:cubicBezTo>
                  <a:cubicBezTo>
                    <a:pt x="209829" y="712694"/>
                    <a:pt x="178401" y="750528"/>
                    <a:pt x="178401" y="750528"/>
                  </a:cubicBezTo>
                  <a:cubicBezTo>
                    <a:pt x="178401" y="750528"/>
                    <a:pt x="164548" y="706215"/>
                    <a:pt x="157138" y="693293"/>
                  </a:cubicBezTo>
                  <a:cubicBezTo>
                    <a:pt x="149728" y="680335"/>
                    <a:pt x="121092" y="652630"/>
                    <a:pt x="104446" y="635053"/>
                  </a:cubicBezTo>
                  <a:cubicBezTo>
                    <a:pt x="87801" y="617477"/>
                    <a:pt x="70262" y="596214"/>
                    <a:pt x="47137" y="559237"/>
                  </a:cubicBezTo>
                  <a:cubicBezTo>
                    <a:pt x="24013" y="522260"/>
                    <a:pt x="4612" y="492693"/>
                    <a:pt x="2750" y="484352"/>
                  </a:cubicBezTo>
                  <a:cubicBezTo>
                    <a:pt x="888" y="476048"/>
                    <a:pt x="-1868" y="451992"/>
                    <a:pt x="1819" y="446444"/>
                  </a:cubicBezTo>
                  <a:cubicBezTo>
                    <a:pt x="5506" y="440896"/>
                    <a:pt x="7367" y="435347"/>
                    <a:pt x="7367" y="424250"/>
                  </a:cubicBezTo>
                  <a:cubicBezTo>
                    <a:pt x="7367" y="413153"/>
                    <a:pt x="14741" y="397439"/>
                    <a:pt x="24013" y="373421"/>
                  </a:cubicBezTo>
                  <a:cubicBezTo>
                    <a:pt x="33248" y="349402"/>
                    <a:pt x="94280" y="204249"/>
                    <a:pt x="109995" y="162655"/>
                  </a:cubicBezTo>
                  <a:cubicBezTo>
                    <a:pt x="125709" y="121060"/>
                    <a:pt x="164548" y="30870"/>
                    <a:pt x="171028" y="19773"/>
                  </a:cubicBezTo>
                  <a:cubicBezTo>
                    <a:pt x="177470" y="8676"/>
                    <a:pt x="189460" y="3687"/>
                    <a:pt x="195940" y="0"/>
                  </a:cubicBezTo>
                  <a:close/>
                </a:path>
              </a:pathLst>
            </a:custGeom>
            <a:solidFill>
              <a:srgbClr val="E4EFF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22CAA2E4-A1A1-76AF-789D-1C63EABE3107}"/>
                </a:ext>
              </a:extLst>
            </p:cNvPr>
            <p:cNvSpPr/>
            <p:nvPr/>
          </p:nvSpPr>
          <p:spPr>
            <a:xfrm>
              <a:off x="8415573" y="4509969"/>
              <a:ext cx="367834" cy="506797"/>
            </a:xfrm>
            <a:custGeom>
              <a:avLst/>
              <a:gdLst>
                <a:gd name="connsiteX0" fmla="*/ 279097 w 367834"/>
                <a:gd name="connsiteY0" fmla="*/ 506797 h 506797"/>
                <a:gd name="connsiteX1" fmla="*/ 268000 w 367834"/>
                <a:gd name="connsiteY1" fmla="*/ 403649 h 506797"/>
                <a:gd name="connsiteX2" fmla="*/ 262452 w 367834"/>
                <a:gd name="connsiteY2" fmla="*/ 190090 h 506797"/>
                <a:gd name="connsiteX3" fmla="*/ 256903 w 367834"/>
                <a:gd name="connsiteY3" fmla="*/ 101352 h 506797"/>
                <a:gd name="connsiteX4" fmla="*/ 108585 w 367834"/>
                <a:gd name="connsiteY4" fmla="*/ 34622 h 506797"/>
                <a:gd name="connsiteX5" fmla="*/ 65724 w 367834"/>
                <a:gd name="connsiteY5" fmla="*/ 41623 h 506797"/>
                <a:gd name="connsiteX6" fmla="*/ 132119 w 367834"/>
                <a:gd name="connsiteY6" fmla="*/ 219173 h 506797"/>
                <a:gd name="connsiteX7" fmla="*/ 205701 w 367834"/>
                <a:gd name="connsiteY7" fmla="*/ 390392 h 506797"/>
                <a:gd name="connsiteX8" fmla="*/ 130742 w 367834"/>
                <a:gd name="connsiteY8" fmla="*/ 305155 h 506797"/>
                <a:gd name="connsiteX9" fmla="*/ 62783 w 367834"/>
                <a:gd name="connsiteY9" fmla="*/ 266316 h 506797"/>
                <a:gd name="connsiteX10" fmla="*/ 80806 w 367834"/>
                <a:gd name="connsiteY10" fmla="*/ 195601 h 506797"/>
                <a:gd name="connsiteX11" fmla="*/ 17017 w 367834"/>
                <a:gd name="connsiteY11" fmla="*/ 202527 h 506797"/>
                <a:gd name="connsiteX12" fmla="*/ 372 w 367834"/>
                <a:gd name="connsiteY12" fmla="*/ 106863 h 506797"/>
                <a:gd name="connsiteX13" fmla="*/ 7298 w 367834"/>
                <a:gd name="connsiteY13" fmla="*/ 72195 h 506797"/>
                <a:gd name="connsiteX14" fmla="*/ 37796 w 367834"/>
                <a:gd name="connsiteY14" fmla="*/ 30600 h 506797"/>
                <a:gd name="connsiteX15" fmla="*/ 65538 w 367834"/>
                <a:gd name="connsiteY15" fmla="*/ 2858 h 506797"/>
                <a:gd name="connsiteX16" fmla="*/ 97451 w 367834"/>
                <a:gd name="connsiteY16" fmla="*/ 65 h 506797"/>
                <a:gd name="connsiteX17" fmla="*/ 225028 w 367834"/>
                <a:gd name="connsiteY17" fmla="*/ 29185 h 506797"/>
                <a:gd name="connsiteX18" fmla="*/ 272171 w 367834"/>
                <a:gd name="connsiteY18" fmla="*/ 65231 h 506797"/>
                <a:gd name="connsiteX19" fmla="*/ 320692 w 367834"/>
                <a:gd name="connsiteY19" fmla="*/ 126227 h 506797"/>
                <a:gd name="connsiteX20" fmla="*/ 351189 w 367834"/>
                <a:gd name="connsiteY20" fmla="*/ 160895 h 506797"/>
                <a:gd name="connsiteX21" fmla="*/ 308217 w 367834"/>
                <a:gd name="connsiteY21" fmla="*/ 177541 h 506797"/>
                <a:gd name="connsiteX22" fmla="*/ 338715 w 367834"/>
                <a:gd name="connsiteY22" fmla="*/ 212209 h 506797"/>
                <a:gd name="connsiteX23" fmla="*/ 367835 w 367834"/>
                <a:gd name="connsiteY23" fmla="*/ 248255 h 506797"/>
                <a:gd name="connsiteX24" fmla="*/ 327618 w 367834"/>
                <a:gd name="connsiteY24" fmla="*/ 352260 h 506797"/>
                <a:gd name="connsiteX25" fmla="*/ 279097 w 367834"/>
                <a:gd name="connsiteY25" fmla="*/ 506797 h 506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67834" h="506797">
                  <a:moveTo>
                    <a:pt x="279097" y="506797"/>
                  </a:moveTo>
                  <a:cubicBezTo>
                    <a:pt x="279097" y="506797"/>
                    <a:pt x="269378" y="439695"/>
                    <a:pt x="268000" y="403649"/>
                  </a:cubicBezTo>
                  <a:cubicBezTo>
                    <a:pt x="266622" y="367602"/>
                    <a:pt x="262452" y="216454"/>
                    <a:pt x="262452" y="190090"/>
                  </a:cubicBezTo>
                  <a:cubicBezTo>
                    <a:pt x="262452" y="163763"/>
                    <a:pt x="258281" y="119375"/>
                    <a:pt x="256903" y="101352"/>
                  </a:cubicBezTo>
                  <a:cubicBezTo>
                    <a:pt x="255525" y="83329"/>
                    <a:pt x="128023" y="24940"/>
                    <a:pt x="108585" y="34622"/>
                  </a:cubicBezTo>
                  <a:cubicBezTo>
                    <a:pt x="89184" y="44341"/>
                    <a:pt x="65724" y="17902"/>
                    <a:pt x="65724" y="41623"/>
                  </a:cubicBezTo>
                  <a:cubicBezTo>
                    <a:pt x="65724" y="72791"/>
                    <a:pt x="111303" y="174822"/>
                    <a:pt x="132119" y="219173"/>
                  </a:cubicBezTo>
                  <a:cubicBezTo>
                    <a:pt x="152935" y="263560"/>
                    <a:pt x="202164" y="377843"/>
                    <a:pt x="205701" y="390392"/>
                  </a:cubicBezTo>
                  <a:cubicBezTo>
                    <a:pt x="194716" y="378290"/>
                    <a:pt x="158484" y="321763"/>
                    <a:pt x="130742" y="305155"/>
                  </a:cubicBezTo>
                  <a:cubicBezTo>
                    <a:pt x="102999" y="288509"/>
                    <a:pt x="66953" y="267731"/>
                    <a:pt x="62783" y="266316"/>
                  </a:cubicBezTo>
                  <a:cubicBezTo>
                    <a:pt x="58612" y="264938"/>
                    <a:pt x="80806" y="195601"/>
                    <a:pt x="80806" y="195601"/>
                  </a:cubicBezTo>
                  <a:cubicBezTo>
                    <a:pt x="80806" y="195601"/>
                    <a:pt x="26736" y="198394"/>
                    <a:pt x="17017" y="202527"/>
                  </a:cubicBezTo>
                  <a:cubicBezTo>
                    <a:pt x="7298" y="206698"/>
                    <a:pt x="372" y="127642"/>
                    <a:pt x="372" y="106863"/>
                  </a:cubicBezTo>
                  <a:cubicBezTo>
                    <a:pt x="372" y="86047"/>
                    <a:pt x="-2421" y="83292"/>
                    <a:pt x="7298" y="72195"/>
                  </a:cubicBezTo>
                  <a:cubicBezTo>
                    <a:pt x="17017" y="61098"/>
                    <a:pt x="30870" y="47246"/>
                    <a:pt x="37796" y="30600"/>
                  </a:cubicBezTo>
                  <a:cubicBezTo>
                    <a:pt x="44722" y="13955"/>
                    <a:pt x="53064" y="7029"/>
                    <a:pt x="65538" y="2858"/>
                  </a:cubicBezTo>
                  <a:cubicBezTo>
                    <a:pt x="78013" y="-1312"/>
                    <a:pt x="89110" y="1480"/>
                    <a:pt x="97451" y="65"/>
                  </a:cubicBezTo>
                  <a:cubicBezTo>
                    <a:pt x="105755" y="-1312"/>
                    <a:pt x="208382" y="19466"/>
                    <a:pt x="225028" y="29185"/>
                  </a:cubicBezTo>
                  <a:cubicBezTo>
                    <a:pt x="241673" y="38904"/>
                    <a:pt x="265244" y="52757"/>
                    <a:pt x="272171" y="65231"/>
                  </a:cubicBezTo>
                  <a:cubicBezTo>
                    <a:pt x="279097" y="77706"/>
                    <a:pt x="308217" y="108204"/>
                    <a:pt x="320692" y="126227"/>
                  </a:cubicBezTo>
                  <a:cubicBezTo>
                    <a:pt x="333166" y="144250"/>
                    <a:pt x="351189" y="160895"/>
                    <a:pt x="351189" y="160895"/>
                  </a:cubicBezTo>
                  <a:lnTo>
                    <a:pt x="308217" y="177541"/>
                  </a:lnTo>
                  <a:cubicBezTo>
                    <a:pt x="308217" y="177541"/>
                    <a:pt x="323484" y="195564"/>
                    <a:pt x="338715" y="212209"/>
                  </a:cubicBezTo>
                  <a:cubicBezTo>
                    <a:pt x="353982" y="228854"/>
                    <a:pt x="367835" y="248255"/>
                    <a:pt x="367835" y="248255"/>
                  </a:cubicBezTo>
                  <a:cubicBezTo>
                    <a:pt x="367835" y="248255"/>
                    <a:pt x="338752" y="319789"/>
                    <a:pt x="327618" y="352260"/>
                  </a:cubicBezTo>
                  <a:cubicBezTo>
                    <a:pt x="311010" y="400893"/>
                    <a:pt x="286023" y="482369"/>
                    <a:pt x="279097" y="506797"/>
                  </a:cubicBezTo>
                  <a:close/>
                </a:path>
              </a:pathLst>
            </a:custGeom>
            <a:solidFill>
              <a:srgbClr val="E7F0F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37879169-70F9-0EF6-4000-55317152A272}"/>
                </a:ext>
              </a:extLst>
            </p:cNvPr>
            <p:cNvSpPr/>
            <p:nvPr/>
          </p:nvSpPr>
          <p:spPr>
            <a:xfrm>
              <a:off x="8676684" y="4704229"/>
              <a:ext cx="105159" cy="66879"/>
            </a:xfrm>
            <a:custGeom>
              <a:avLst/>
              <a:gdLst>
                <a:gd name="connsiteX0" fmla="*/ 3835 w 105159"/>
                <a:gd name="connsiteY0" fmla="*/ 66879 h 66879"/>
                <a:gd name="connsiteX1" fmla="*/ 52729 w 105159"/>
                <a:gd name="connsiteY1" fmla="*/ 5586 h 66879"/>
                <a:gd name="connsiteX2" fmla="*/ 105160 w 105159"/>
                <a:gd name="connsiteY2" fmla="*/ 40366 h 66879"/>
                <a:gd name="connsiteX3" fmla="*/ 103335 w 105159"/>
                <a:gd name="connsiteY3" fmla="*/ 29492 h 66879"/>
                <a:gd name="connsiteX4" fmla="*/ 53548 w 105159"/>
                <a:gd name="connsiteY4" fmla="*/ 0 h 66879"/>
                <a:gd name="connsiteX5" fmla="*/ 52580 w 105159"/>
                <a:gd name="connsiteY5" fmla="*/ 0 h 66879"/>
                <a:gd name="connsiteX6" fmla="*/ 0 w 105159"/>
                <a:gd name="connsiteY6" fmla="*/ 59208 h 66879"/>
                <a:gd name="connsiteX7" fmla="*/ 3835 w 105159"/>
                <a:gd name="connsiteY7" fmla="*/ 66879 h 66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59" h="66879">
                  <a:moveTo>
                    <a:pt x="3835" y="66879"/>
                  </a:moveTo>
                  <a:cubicBezTo>
                    <a:pt x="12028" y="26737"/>
                    <a:pt x="29865" y="6889"/>
                    <a:pt x="52729" y="5586"/>
                  </a:cubicBezTo>
                  <a:cubicBezTo>
                    <a:pt x="77901" y="4133"/>
                    <a:pt x="104936" y="40105"/>
                    <a:pt x="105160" y="40366"/>
                  </a:cubicBezTo>
                  <a:lnTo>
                    <a:pt x="103335" y="29492"/>
                  </a:lnTo>
                  <a:cubicBezTo>
                    <a:pt x="102367" y="28263"/>
                    <a:pt x="79875" y="0"/>
                    <a:pt x="53548" y="0"/>
                  </a:cubicBezTo>
                  <a:cubicBezTo>
                    <a:pt x="53213" y="0"/>
                    <a:pt x="52878" y="0"/>
                    <a:pt x="52580" y="0"/>
                  </a:cubicBezTo>
                  <a:cubicBezTo>
                    <a:pt x="26923" y="708"/>
                    <a:pt x="5325" y="25024"/>
                    <a:pt x="0" y="59208"/>
                  </a:cubicBezTo>
                  <a:lnTo>
                    <a:pt x="3835" y="66879"/>
                  </a:lnTo>
                  <a:close/>
                </a:path>
              </a:pathLst>
            </a:custGeom>
            <a:solidFill>
              <a:srgbClr val="9A9CA7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24E399AD-630B-29A5-9D19-476A8B77CA79}"/>
                </a:ext>
              </a:extLst>
            </p:cNvPr>
            <p:cNvSpPr/>
            <p:nvPr/>
          </p:nvSpPr>
          <p:spPr>
            <a:xfrm>
              <a:off x="8778120" y="4764443"/>
              <a:ext cx="65286" cy="218362"/>
            </a:xfrm>
            <a:custGeom>
              <a:avLst/>
              <a:gdLst>
                <a:gd name="connsiteX0" fmla="*/ 43382 w 65286"/>
                <a:gd name="connsiteY0" fmla="*/ 218362 h 218362"/>
                <a:gd name="connsiteX1" fmla="*/ 47999 w 65286"/>
                <a:gd name="connsiteY1" fmla="*/ 217953 h 218362"/>
                <a:gd name="connsiteX2" fmla="*/ 61033 w 65286"/>
                <a:gd name="connsiteY2" fmla="*/ 208867 h 218362"/>
                <a:gd name="connsiteX3" fmla="*/ 61480 w 65286"/>
                <a:gd name="connsiteY3" fmla="*/ 166639 h 218362"/>
                <a:gd name="connsiteX4" fmla="*/ 50010 w 65286"/>
                <a:gd name="connsiteY4" fmla="*/ 126757 h 218362"/>
                <a:gd name="connsiteX5" fmla="*/ 30088 w 65286"/>
                <a:gd name="connsiteY5" fmla="*/ 56713 h 218362"/>
                <a:gd name="connsiteX6" fmla="*/ 19326 w 65286"/>
                <a:gd name="connsiteY6" fmla="*/ 782 h 218362"/>
                <a:gd name="connsiteX7" fmla="*/ 9980 w 65286"/>
                <a:gd name="connsiteY7" fmla="*/ 0 h 218362"/>
                <a:gd name="connsiteX8" fmla="*/ 19364 w 65286"/>
                <a:gd name="connsiteY8" fmla="*/ 59506 h 218362"/>
                <a:gd name="connsiteX9" fmla="*/ 39360 w 65286"/>
                <a:gd name="connsiteY9" fmla="*/ 129848 h 218362"/>
                <a:gd name="connsiteX10" fmla="*/ 50792 w 65286"/>
                <a:gd name="connsiteY10" fmla="*/ 169618 h 218362"/>
                <a:gd name="connsiteX11" fmla="*/ 51574 w 65286"/>
                <a:gd name="connsiteY11" fmla="*/ 203058 h 218362"/>
                <a:gd name="connsiteX12" fmla="*/ 45802 w 65286"/>
                <a:gd name="connsiteY12" fmla="*/ 207079 h 218362"/>
                <a:gd name="connsiteX13" fmla="*/ 5064 w 65286"/>
                <a:gd name="connsiteY13" fmla="*/ 194642 h 218362"/>
                <a:gd name="connsiteX14" fmla="*/ 0 w 65286"/>
                <a:gd name="connsiteY14" fmla="*/ 204510 h 218362"/>
                <a:gd name="connsiteX15" fmla="*/ 43382 w 65286"/>
                <a:gd name="connsiteY15" fmla="*/ 218362 h 21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5286" h="218362">
                  <a:moveTo>
                    <a:pt x="43382" y="218362"/>
                  </a:moveTo>
                  <a:cubicBezTo>
                    <a:pt x="45020" y="218362"/>
                    <a:pt x="46585" y="218251"/>
                    <a:pt x="47999" y="217953"/>
                  </a:cubicBezTo>
                  <a:cubicBezTo>
                    <a:pt x="53548" y="216836"/>
                    <a:pt x="58091" y="213708"/>
                    <a:pt x="61033" y="208867"/>
                  </a:cubicBezTo>
                  <a:cubicBezTo>
                    <a:pt x="67996" y="197509"/>
                    <a:pt x="65129" y="179635"/>
                    <a:pt x="61480" y="166639"/>
                  </a:cubicBezTo>
                  <a:cubicBezTo>
                    <a:pt x="59022" y="157888"/>
                    <a:pt x="54702" y="142993"/>
                    <a:pt x="50010" y="126757"/>
                  </a:cubicBezTo>
                  <a:cubicBezTo>
                    <a:pt x="42265" y="100095"/>
                    <a:pt x="33514" y="69858"/>
                    <a:pt x="30088" y="56713"/>
                  </a:cubicBezTo>
                  <a:cubicBezTo>
                    <a:pt x="24689" y="36083"/>
                    <a:pt x="19364" y="1117"/>
                    <a:pt x="19326" y="782"/>
                  </a:cubicBezTo>
                  <a:lnTo>
                    <a:pt x="9980" y="0"/>
                  </a:lnTo>
                  <a:cubicBezTo>
                    <a:pt x="10129" y="1378"/>
                    <a:pt x="12326" y="26886"/>
                    <a:pt x="19364" y="59506"/>
                  </a:cubicBezTo>
                  <a:cubicBezTo>
                    <a:pt x="22268" y="72912"/>
                    <a:pt x="31615" y="103074"/>
                    <a:pt x="39360" y="129848"/>
                  </a:cubicBezTo>
                  <a:cubicBezTo>
                    <a:pt x="44052" y="146047"/>
                    <a:pt x="48372" y="160867"/>
                    <a:pt x="50792" y="169618"/>
                  </a:cubicBezTo>
                  <a:cubicBezTo>
                    <a:pt x="55037" y="184737"/>
                    <a:pt x="55335" y="196951"/>
                    <a:pt x="51574" y="203058"/>
                  </a:cubicBezTo>
                  <a:cubicBezTo>
                    <a:pt x="50196" y="205292"/>
                    <a:pt x="48372" y="206558"/>
                    <a:pt x="45802" y="207079"/>
                  </a:cubicBezTo>
                  <a:cubicBezTo>
                    <a:pt x="37089" y="208830"/>
                    <a:pt x="16198" y="200377"/>
                    <a:pt x="5064" y="194642"/>
                  </a:cubicBezTo>
                  <a:lnTo>
                    <a:pt x="0" y="204510"/>
                  </a:lnTo>
                  <a:cubicBezTo>
                    <a:pt x="2979" y="206037"/>
                    <a:pt x="27407" y="218362"/>
                    <a:pt x="43382" y="218362"/>
                  </a:cubicBezTo>
                  <a:close/>
                </a:path>
              </a:pathLst>
            </a:custGeom>
            <a:solidFill>
              <a:srgbClr val="9A9CA7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28A63F89-8272-FACC-38C9-70A89CDD4B4E}"/>
                </a:ext>
              </a:extLst>
            </p:cNvPr>
            <p:cNvSpPr/>
            <p:nvPr/>
          </p:nvSpPr>
          <p:spPr>
            <a:xfrm>
              <a:off x="8668343" y="4751372"/>
              <a:ext cx="97414" cy="222384"/>
            </a:xfrm>
            <a:custGeom>
              <a:avLst/>
              <a:gdLst>
                <a:gd name="connsiteX0" fmla="*/ 58277 w 97414"/>
                <a:gd name="connsiteY0" fmla="*/ 222384 h 222384"/>
                <a:gd name="connsiteX1" fmla="*/ 71943 w 97414"/>
                <a:gd name="connsiteY1" fmla="*/ 221863 h 222384"/>
                <a:gd name="connsiteX2" fmla="*/ 97414 w 97414"/>
                <a:gd name="connsiteY2" fmla="*/ 217878 h 222384"/>
                <a:gd name="connsiteX3" fmla="*/ 93914 w 97414"/>
                <a:gd name="connsiteY3" fmla="*/ 207340 h 222384"/>
                <a:gd name="connsiteX4" fmla="*/ 71310 w 97414"/>
                <a:gd name="connsiteY4" fmla="*/ 210766 h 222384"/>
                <a:gd name="connsiteX5" fmla="*/ 22492 w 97414"/>
                <a:gd name="connsiteY5" fmla="*/ 200935 h 222384"/>
                <a:gd name="connsiteX6" fmla="*/ 12475 w 97414"/>
                <a:gd name="connsiteY6" fmla="*/ 150254 h 222384"/>
                <a:gd name="connsiteX7" fmla="*/ 17092 w 97414"/>
                <a:gd name="connsiteY7" fmla="*/ 61666 h 222384"/>
                <a:gd name="connsiteX8" fmla="*/ 10576 w 97414"/>
                <a:gd name="connsiteY8" fmla="*/ 1080 h 222384"/>
                <a:gd name="connsiteX9" fmla="*/ 0 w 97414"/>
                <a:gd name="connsiteY9" fmla="*/ 0 h 222384"/>
                <a:gd name="connsiteX10" fmla="*/ 5995 w 97414"/>
                <a:gd name="connsiteY10" fmla="*/ 62187 h 222384"/>
                <a:gd name="connsiteX11" fmla="*/ 1378 w 97414"/>
                <a:gd name="connsiteY11" fmla="*/ 149249 h 222384"/>
                <a:gd name="connsiteX12" fmla="*/ 15416 w 97414"/>
                <a:gd name="connsiteY12" fmla="*/ 209500 h 222384"/>
                <a:gd name="connsiteX13" fmla="*/ 58277 w 97414"/>
                <a:gd name="connsiteY13" fmla="*/ 222384 h 22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7414" h="222384">
                  <a:moveTo>
                    <a:pt x="58277" y="222384"/>
                  </a:moveTo>
                  <a:cubicBezTo>
                    <a:pt x="63230" y="222384"/>
                    <a:pt x="67847" y="222123"/>
                    <a:pt x="71943" y="221863"/>
                  </a:cubicBezTo>
                  <a:cubicBezTo>
                    <a:pt x="88216" y="220895"/>
                    <a:pt x="97042" y="218027"/>
                    <a:pt x="97414" y="217878"/>
                  </a:cubicBezTo>
                  <a:lnTo>
                    <a:pt x="93914" y="207340"/>
                  </a:lnTo>
                  <a:cubicBezTo>
                    <a:pt x="93839" y="207377"/>
                    <a:pt x="85945" y="209909"/>
                    <a:pt x="71310" y="210766"/>
                  </a:cubicBezTo>
                  <a:cubicBezTo>
                    <a:pt x="57607" y="211585"/>
                    <a:pt x="36865" y="212814"/>
                    <a:pt x="22492" y="200935"/>
                  </a:cubicBezTo>
                  <a:cubicBezTo>
                    <a:pt x="8863" y="189727"/>
                    <a:pt x="10799" y="168762"/>
                    <a:pt x="12475" y="150254"/>
                  </a:cubicBezTo>
                  <a:cubicBezTo>
                    <a:pt x="14597" y="126646"/>
                    <a:pt x="18023" y="81439"/>
                    <a:pt x="17092" y="61666"/>
                  </a:cubicBezTo>
                  <a:cubicBezTo>
                    <a:pt x="16161" y="41297"/>
                    <a:pt x="10799" y="2718"/>
                    <a:pt x="10576" y="1080"/>
                  </a:cubicBezTo>
                  <a:lnTo>
                    <a:pt x="0" y="0"/>
                  </a:lnTo>
                  <a:cubicBezTo>
                    <a:pt x="521" y="3835"/>
                    <a:pt x="5102" y="42339"/>
                    <a:pt x="5995" y="62187"/>
                  </a:cubicBezTo>
                  <a:cubicBezTo>
                    <a:pt x="6889" y="81365"/>
                    <a:pt x="3500" y="125938"/>
                    <a:pt x="1378" y="149249"/>
                  </a:cubicBezTo>
                  <a:cubicBezTo>
                    <a:pt x="-447" y="169432"/>
                    <a:pt x="-2756" y="194567"/>
                    <a:pt x="15416" y="209500"/>
                  </a:cubicBezTo>
                  <a:cubicBezTo>
                    <a:pt x="28450" y="220262"/>
                    <a:pt x="44536" y="222384"/>
                    <a:pt x="58277" y="222384"/>
                  </a:cubicBezTo>
                  <a:close/>
                </a:path>
              </a:pathLst>
            </a:custGeom>
            <a:solidFill>
              <a:srgbClr val="9A9CA7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666CB546-5458-C1A9-859E-4AFE1A0BD811}"/>
                </a:ext>
              </a:extLst>
            </p:cNvPr>
            <p:cNvSpPr/>
            <p:nvPr/>
          </p:nvSpPr>
          <p:spPr>
            <a:xfrm>
              <a:off x="8433804" y="4497162"/>
              <a:ext cx="364908" cy="363258"/>
            </a:xfrm>
            <a:custGeom>
              <a:avLst/>
              <a:gdLst>
                <a:gd name="connsiteX0" fmla="*/ 43174 w 364908"/>
                <a:gd name="connsiteY0" fmla="*/ 362386 h 363258"/>
                <a:gd name="connsiteX1" fmla="*/ 22358 w 364908"/>
                <a:gd name="connsiteY1" fmla="*/ 245906 h 363258"/>
                <a:gd name="connsiteX2" fmla="*/ 7091 w 364908"/>
                <a:gd name="connsiteY2" fmla="*/ 93380 h 363258"/>
                <a:gd name="connsiteX3" fmla="*/ 19565 w 364908"/>
                <a:gd name="connsiteY3" fmla="*/ 43444 h 363258"/>
                <a:gd name="connsiteX4" fmla="*/ 65331 w 364908"/>
                <a:gd name="connsiteY4" fmla="*/ 10153 h 363258"/>
                <a:gd name="connsiteX5" fmla="*/ 220649 w 364908"/>
                <a:gd name="connsiteY5" fmla="*/ 46200 h 363258"/>
                <a:gd name="connsiteX6" fmla="*/ 271963 w 364908"/>
                <a:gd name="connsiteY6" fmla="*/ 94720 h 363258"/>
                <a:gd name="connsiteX7" fmla="*/ 273341 w 364908"/>
                <a:gd name="connsiteY7" fmla="*/ 161264 h 363258"/>
                <a:gd name="connsiteX8" fmla="*/ 234502 w 364908"/>
                <a:gd name="connsiteY8" fmla="*/ 254173 h 363258"/>
                <a:gd name="connsiteX9" fmla="*/ 245264 w 364908"/>
                <a:gd name="connsiteY9" fmla="*/ 256928 h 363258"/>
                <a:gd name="connsiteX10" fmla="*/ 252562 w 364908"/>
                <a:gd name="connsiteY10" fmla="*/ 216711 h 363258"/>
                <a:gd name="connsiteX11" fmla="*/ 285853 w 364908"/>
                <a:gd name="connsiteY11" fmla="*/ 159849 h 363258"/>
                <a:gd name="connsiteX12" fmla="*/ 295572 w 364908"/>
                <a:gd name="connsiteY12" fmla="*/ 126559 h 363258"/>
                <a:gd name="connsiteX13" fmla="*/ 331618 w 364908"/>
                <a:gd name="connsiteY13" fmla="*/ 206992 h 363258"/>
                <a:gd name="connsiteX14" fmla="*/ 353812 w 364908"/>
                <a:gd name="connsiteY14" fmla="*/ 272159 h 363258"/>
                <a:gd name="connsiteX15" fmla="*/ 364909 w 364908"/>
                <a:gd name="connsiteY15" fmla="*/ 267988 h 363258"/>
                <a:gd name="connsiteX16" fmla="*/ 334411 w 364908"/>
                <a:gd name="connsiteY16" fmla="*/ 182006 h 363258"/>
                <a:gd name="connsiteX17" fmla="*/ 256770 w 364908"/>
                <a:gd name="connsiteY17" fmla="*/ 58600 h 363258"/>
                <a:gd name="connsiteX18" fmla="*/ 187433 w 364908"/>
                <a:gd name="connsiteY18" fmla="*/ 18383 h 363258"/>
                <a:gd name="connsiteX19" fmla="*/ 51552 w 364908"/>
                <a:gd name="connsiteY19" fmla="*/ 5908 h 363258"/>
                <a:gd name="connsiteX20" fmla="*/ 239 w 364908"/>
                <a:gd name="connsiteY20" fmla="*/ 78001 h 363258"/>
                <a:gd name="connsiteX21" fmla="*/ 5787 w 364908"/>
                <a:gd name="connsiteY21" fmla="*/ 215259 h 363258"/>
                <a:gd name="connsiteX22" fmla="*/ 32114 w 364908"/>
                <a:gd name="connsiteY22" fmla="*/ 360859 h 363258"/>
                <a:gd name="connsiteX23" fmla="*/ 43174 w 364908"/>
                <a:gd name="connsiteY23" fmla="*/ 362386 h 363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4908" h="363258">
                  <a:moveTo>
                    <a:pt x="43174" y="362386"/>
                  </a:moveTo>
                  <a:cubicBezTo>
                    <a:pt x="43174" y="362386"/>
                    <a:pt x="33455" y="298597"/>
                    <a:pt x="22358" y="245906"/>
                  </a:cubicBezTo>
                  <a:cubicBezTo>
                    <a:pt x="11261" y="193214"/>
                    <a:pt x="5713" y="114159"/>
                    <a:pt x="7091" y="93380"/>
                  </a:cubicBezTo>
                  <a:cubicBezTo>
                    <a:pt x="8468" y="72564"/>
                    <a:pt x="8468" y="58711"/>
                    <a:pt x="19565" y="43444"/>
                  </a:cubicBezTo>
                  <a:cubicBezTo>
                    <a:pt x="30662" y="28176"/>
                    <a:pt x="44515" y="18495"/>
                    <a:pt x="65331" y="10153"/>
                  </a:cubicBezTo>
                  <a:cubicBezTo>
                    <a:pt x="86146" y="1849"/>
                    <a:pt x="204004" y="35103"/>
                    <a:pt x="220649" y="46200"/>
                  </a:cubicBezTo>
                  <a:cubicBezTo>
                    <a:pt x="237295" y="57296"/>
                    <a:pt x="260866" y="69771"/>
                    <a:pt x="271963" y="94720"/>
                  </a:cubicBezTo>
                  <a:cubicBezTo>
                    <a:pt x="283060" y="119670"/>
                    <a:pt x="286746" y="138251"/>
                    <a:pt x="273341" y="161264"/>
                  </a:cubicBezTo>
                  <a:cubicBezTo>
                    <a:pt x="259935" y="184277"/>
                    <a:pt x="241465" y="198688"/>
                    <a:pt x="234502" y="254173"/>
                  </a:cubicBezTo>
                  <a:cubicBezTo>
                    <a:pt x="237332" y="261024"/>
                    <a:pt x="245264" y="256928"/>
                    <a:pt x="245264" y="256928"/>
                  </a:cubicBezTo>
                  <a:cubicBezTo>
                    <a:pt x="245264" y="256928"/>
                    <a:pt x="248391" y="230564"/>
                    <a:pt x="252562" y="216711"/>
                  </a:cubicBezTo>
                  <a:cubicBezTo>
                    <a:pt x="256733" y="202859"/>
                    <a:pt x="271963" y="184799"/>
                    <a:pt x="285853" y="159849"/>
                  </a:cubicBezTo>
                  <a:cubicBezTo>
                    <a:pt x="296503" y="140672"/>
                    <a:pt x="295572" y="126559"/>
                    <a:pt x="295572" y="126559"/>
                  </a:cubicBezTo>
                  <a:cubicBezTo>
                    <a:pt x="295572" y="126559"/>
                    <a:pt x="314973" y="165398"/>
                    <a:pt x="331618" y="206992"/>
                  </a:cubicBezTo>
                  <a:cubicBezTo>
                    <a:pt x="348263" y="248587"/>
                    <a:pt x="353812" y="272159"/>
                    <a:pt x="353812" y="272159"/>
                  </a:cubicBezTo>
                  <a:cubicBezTo>
                    <a:pt x="353812" y="272159"/>
                    <a:pt x="362488" y="274244"/>
                    <a:pt x="364909" y="267988"/>
                  </a:cubicBezTo>
                  <a:cubicBezTo>
                    <a:pt x="363158" y="260727"/>
                    <a:pt x="348077" y="213397"/>
                    <a:pt x="334411" y="182006"/>
                  </a:cubicBezTo>
                  <a:cubicBezTo>
                    <a:pt x="310839" y="127937"/>
                    <a:pt x="274793" y="75245"/>
                    <a:pt x="256770" y="58600"/>
                  </a:cubicBezTo>
                  <a:cubicBezTo>
                    <a:pt x="238747" y="41954"/>
                    <a:pt x="216553" y="28102"/>
                    <a:pt x="187433" y="18383"/>
                  </a:cubicBezTo>
                  <a:cubicBezTo>
                    <a:pt x="158313" y="8664"/>
                    <a:pt x="87599" y="-9359"/>
                    <a:pt x="51552" y="5908"/>
                  </a:cubicBezTo>
                  <a:cubicBezTo>
                    <a:pt x="15506" y="21139"/>
                    <a:pt x="1654" y="44747"/>
                    <a:pt x="239" y="78001"/>
                  </a:cubicBezTo>
                  <a:cubicBezTo>
                    <a:pt x="-655" y="98966"/>
                    <a:pt x="909" y="186028"/>
                    <a:pt x="5787" y="215259"/>
                  </a:cubicBezTo>
                  <a:cubicBezTo>
                    <a:pt x="14091" y="265195"/>
                    <a:pt x="32114" y="356688"/>
                    <a:pt x="32114" y="360859"/>
                  </a:cubicBezTo>
                  <a:cubicBezTo>
                    <a:pt x="32077" y="365141"/>
                    <a:pt x="43174" y="362386"/>
                    <a:pt x="43174" y="362386"/>
                  </a:cubicBezTo>
                  <a:close/>
                </a:path>
              </a:pathLst>
            </a:custGeom>
            <a:solidFill>
              <a:srgbClr val="111112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0F7BEC3B-219C-9C15-3E98-291C95C8DBF2}"/>
                </a:ext>
              </a:extLst>
            </p:cNvPr>
            <p:cNvSpPr/>
            <p:nvPr/>
          </p:nvSpPr>
          <p:spPr>
            <a:xfrm>
              <a:off x="8457093" y="4836741"/>
              <a:ext cx="28524" cy="40978"/>
            </a:xfrm>
            <a:custGeom>
              <a:avLst/>
              <a:gdLst>
                <a:gd name="connsiteX0" fmla="*/ 10650 w 28524"/>
                <a:gd name="connsiteY0" fmla="*/ 166 h 40978"/>
                <a:gd name="connsiteX1" fmla="*/ 22864 w 28524"/>
                <a:gd name="connsiteY1" fmla="*/ 1618 h 40978"/>
                <a:gd name="connsiteX2" fmla="*/ 28524 w 28524"/>
                <a:gd name="connsiteY2" fmla="*/ 40010 h 40978"/>
                <a:gd name="connsiteX3" fmla="*/ 5325 w 28524"/>
                <a:gd name="connsiteY3" fmla="*/ 40979 h 40978"/>
                <a:gd name="connsiteX4" fmla="*/ 0 w 28524"/>
                <a:gd name="connsiteY4" fmla="*/ 5268 h 40978"/>
                <a:gd name="connsiteX5" fmla="*/ 10650 w 28524"/>
                <a:gd name="connsiteY5" fmla="*/ 166 h 40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524" h="40978">
                  <a:moveTo>
                    <a:pt x="10650" y="166"/>
                  </a:moveTo>
                  <a:cubicBezTo>
                    <a:pt x="15230" y="-616"/>
                    <a:pt x="22864" y="1618"/>
                    <a:pt x="22864" y="1618"/>
                  </a:cubicBezTo>
                  <a:lnTo>
                    <a:pt x="28524" y="40010"/>
                  </a:lnTo>
                  <a:lnTo>
                    <a:pt x="5325" y="40979"/>
                  </a:lnTo>
                  <a:lnTo>
                    <a:pt x="0" y="5268"/>
                  </a:lnTo>
                  <a:cubicBezTo>
                    <a:pt x="0" y="5230"/>
                    <a:pt x="2309" y="1544"/>
                    <a:pt x="10650" y="166"/>
                  </a:cubicBezTo>
                  <a:close/>
                </a:path>
              </a:pathLst>
            </a:custGeom>
            <a:solidFill>
              <a:srgbClr val="D1D3D8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5191F430-9641-F994-5386-8EF957429C3C}"/>
                </a:ext>
              </a:extLst>
            </p:cNvPr>
            <p:cNvSpPr/>
            <p:nvPr/>
          </p:nvSpPr>
          <p:spPr>
            <a:xfrm>
              <a:off x="8491314" y="4862732"/>
              <a:ext cx="21646" cy="56398"/>
            </a:xfrm>
            <a:custGeom>
              <a:avLst/>
              <a:gdLst>
                <a:gd name="connsiteX0" fmla="*/ 0 w 21646"/>
                <a:gd name="connsiteY0" fmla="*/ 12046 h 56398"/>
                <a:gd name="connsiteX1" fmla="*/ 9682 w 21646"/>
                <a:gd name="connsiteY1" fmla="*/ 168 h 56398"/>
                <a:gd name="connsiteX2" fmla="*/ 18023 w 21646"/>
                <a:gd name="connsiteY2" fmla="*/ 14132 h 56398"/>
                <a:gd name="connsiteX3" fmla="*/ 18470 w 21646"/>
                <a:gd name="connsiteY3" fmla="*/ 55987 h 56398"/>
                <a:gd name="connsiteX4" fmla="*/ 5511 w 21646"/>
                <a:gd name="connsiteY4" fmla="*/ 46752 h 56398"/>
                <a:gd name="connsiteX5" fmla="*/ 0 w 21646"/>
                <a:gd name="connsiteY5" fmla="*/ 12046 h 56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646" h="56398">
                  <a:moveTo>
                    <a:pt x="0" y="12046"/>
                  </a:moveTo>
                  <a:cubicBezTo>
                    <a:pt x="0" y="12046"/>
                    <a:pt x="8304" y="1545"/>
                    <a:pt x="9682" y="168"/>
                  </a:cubicBezTo>
                  <a:cubicBezTo>
                    <a:pt x="11060" y="-1210"/>
                    <a:pt x="15342" y="6126"/>
                    <a:pt x="18023" y="14132"/>
                  </a:cubicBezTo>
                  <a:cubicBezTo>
                    <a:pt x="21263" y="23851"/>
                    <a:pt x="24018" y="45337"/>
                    <a:pt x="18470" y="55987"/>
                  </a:cubicBezTo>
                  <a:cubicBezTo>
                    <a:pt x="17018" y="58743"/>
                    <a:pt x="5511" y="46752"/>
                    <a:pt x="5511" y="46752"/>
                  </a:cubicBezTo>
                  <a:cubicBezTo>
                    <a:pt x="5511" y="46752"/>
                    <a:pt x="7373" y="26383"/>
                    <a:pt x="0" y="12046"/>
                  </a:cubicBezTo>
                  <a:close/>
                </a:path>
              </a:pathLst>
            </a:custGeom>
            <a:solidFill>
              <a:srgbClr val="9C9EA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17A25D6-BF17-04D7-CEDA-8B38854EDFEC}"/>
                </a:ext>
              </a:extLst>
            </p:cNvPr>
            <p:cNvSpPr/>
            <p:nvPr/>
          </p:nvSpPr>
          <p:spPr>
            <a:xfrm>
              <a:off x="8455566" y="4874778"/>
              <a:ext cx="43246" cy="36530"/>
            </a:xfrm>
            <a:custGeom>
              <a:avLst/>
              <a:gdLst>
                <a:gd name="connsiteX0" fmla="*/ 4282 w 43246"/>
                <a:gd name="connsiteY0" fmla="*/ 36530 h 36530"/>
                <a:gd name="connsiteX1" fmla="*/ 41259 w 43246"/>
                <a:gd name="connsiteY1" fmla="*/ 34668 h 36530"/>
                <a:gd name="connsiteX2" fmla="*/ 42675 w 43246"/>
                <a:gd name="connsiteY2" fmla="*/ 15603 h 36530"/>
                <a:gd name="connsiteX3" fmla="*/ 35711 w 43246"/>
                <a:gd name="connsiteY3" fmla="*/ 0 h 36530"/>
                <a:gd name="connsiteX4" fmla="*/ 0 w 43246"/>
                <a:gd name="connsiteY4" fmla="*/ 1564 h 36530"/>
                <a:gd name="connsiteX5" fmla="*/ 4282 w 43246"/>
                <a:gd name="connsiteY5" fmla="*/ 36530 h 36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246" h="36530">
                  <a:moveTo>
                    <a:pt x="4282" y="36530"/>
                  </a:moveTo>
                  <a:lnTo>
                    <a:pt x="41259" y="34668"/>
                  </a:lnTo>
                  <a:cubicBezTo>
                    <a:pt x="41259" y="34668"/>
                    <a:pt x="44536" y="26215"/>
                    <a:pt x="42675" y="15603"/>
                  </a:cubicBezTo>
                  <a:cubicBezTo>
                    <a:pt x="40813" y="4953"/>
                    <a:pt x="35711" y="0"/>
                    <a:pt x="35711" y="0"/>
                  </a:cubicBezTo>
                  <a:lnTo>
                    <a:pt x="0" y="1564"/>
                  </a:lnTo>
                  <a:lnTo>
                    <a:pt x="4282" y="36530"/>
                  </a:lnTo>
                  <a:close/>
                </a:path>
              </a:pathLst>
            </a:custGeom>
            <a:solidFill>
              <a:srgbClr val="C2C6CD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4E61E335-A5DD-F688-8322-C722CC3DEF4F}"/>
                </a:ext>
              </a:extLst>
            </p:cNvPr>
            <p:cNvSpPr/>
            <p:nvPr/>
          </p:nvSpPr>
          <p:spPr>
            <a:xfrm>
              <a:off x="8442045" y="4856392"/>
              <a:ext cx="26466" cy="79779"/>
            </a:xfrm>
            <a:custGeom>
              <a:avLst/>
              <a:gdLst>
                <a:gd name="connsiteX0" fmla="*/ 6520 w 26466"/>
                <a:gd name="connsiteY0" fmla="*/ 140 h 79779"/>
                <a:gd name="connsiteX1" fmla="*/ 20596 w 26466"/>
                <a:gd name="connsiteY1" fmla="*/ 16115 h 79779"/>
                <a:gd name="connsiteX2" fmla="*/ 25697 w 26466"/>
                <a:gd name="connsiteY2" fmla="*/ 70892 h 79779"/>
                <a:gd name="connsiteX3" fmla="*/ 9834 w 26466"/>
                <a:gd name="connsiteY3" fmla="*/ 75733 h 79779"/>
                <a:gd name="connsiteX4" fmla="*/ 711 w 26466"/>
                <a:gd name="connsiteY4" fmla="*/ 35553 h 79779"/>
                <a:gd name="connsiteX5" fmla="*/ 6520 w 26466"/>
                <a:gd name="connsiteY5" fmla="*/ 140 h 79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466" h="79779">
                  <a:moveTo>
                    <a:pt x="6520" y="140"/>
                  </a:moveTo>
                  <a:cubicBezTo>
                    <a:pt x="11771" y="-1014"/>
                    <a:pt x="16425" y="5018"/>
                    <a:pt x="20596" y="16115"/>
                  </a:cubicBezTo>
                  <a:cubicBezTo>
                    <a:pt x="26107" y="30824"/>
                    <a:pt x="27559" y="61285"/>
                    <a:pt x="25697" y="70892"/>
                  </a:cubicBezTo>
                  <a:cubicBezTo>
                    <a:pt x="23538" y="81803"/>
                    <a:pt x="13372" y="81728"/>
                    <a:pt x="9834" y="75733"/>
                  </a:cubicBezTo>
                  <a:cubicBezTo>
                    <a:pt x="5924" y="69105"/>
                    <a:pt x="2573" y="53092"/>
                    <a:pt x="711" y="35553"/>
                  </a:cubicBezTo>
                  <a:cubicBezTo>
                    <a:pt x="-1114" y="17940"/>
                    <a:pt x="487" y="1443"/>
                    <a:pt x="6520" y="140"/>
                  </a:cubicBezTo>
                  <a:close/>
                </a:path>
              </a:pathLst>
            </a:custGeom>
            <a:solidFill>
              <a:srgbClr val="B2B5BF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BE31E078-DC83-F918-0B89-BEA0D6FCD6F2}"/>
                </a:ext>
              </a:extLst>
            </p:cNvPr>
            <p:cNvSpPr/>
            <p:nvPr/>
          </p:nvSpPr>
          <p:spPr>
            <a:xfrm>
              <a:off x="8481829" y="4407481"/>
              <a:ext cx="194855" cy="382767"/>
            </a:xfrm>
            <a:custGeom>
              <a:avLst/>
              <a:gdLst>
                <a:gd name="connsiteX0" fmla="*/ 28439 w 194855"/>
                <a:gd name="connsiteY0" fmla="*/ 0 h 382767"/>
                <a:gd name="connsiteX1" fmla="*/ 25684 w 194855"/>
                <a:gd name="connsiteY1" fmla="*/ 85982 h 382767"/>
                <a:gd name="connsiteX2" fmla="*/ 735 w 194855"/>
                <a:gd name="connsiteY2" fmla="*/ 130370 h 382767"/>
                <a:gd name="connsiteX3" fmla="*/ 14587 w 194855"/>
                <a:gd name="connsiteY3" fmla="*/ 180305 h 382767"/>
                <a:gd name="connsiteX4" fmla="*/ 117214 w 194855"/>
                <a:gd name="connsiteY4" fmla="*/ 323150 h 382767"/>
                <a:gd name="connsiteX5" fmla="*/ 151883 w 194855"/>
                <a:gd name="connsiteY5" fmla="*/ 382767 h 382767"/>
                <a:gd name="connsiteX6" fmla="*/ 171284 w 194855"/>
                <a:gd name="connsiteY6" fmla="*/ 298163 h 382767"/>
                <a:gd name="connsiteX7" fmla="*/ 190685 w 194855"/>
                <a:gd name="connsiteY7" fmla="*/ 203877 h 382767"/>
                <a:gd name="connsiteX8" fmla="*/ 182381 w 194855"/>
                <a:gd name="connsiteY8" fmla="*/ 165038 h 382767"/>
                <a:gd name="connsiteX9" fmla="*/ 182381 w 194855"/>
                <a:gd name="connsiteY9" fmla="*/ 91530 h 382767"/>
                <a:gd name="connsiteX10" fmla="*/ 194855 w 194855"/>
                <a:gd name="connsiteY10" fmla="*/ 18023 h 382767"/>
                <a:gd name="connsiteX11" fmla="*/ 28439 w 194855"/>
                <a:gd name="connsiteY11" fmla="*/ 0 h 382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4855" h="382767">
                  <a:moveTo>
                    <a:pt x="28439" y="0"/>
                  </a:moveTo>
                  <a:cubicBezTo>
                    <a:pt x="28439" y="0"/>
                    <a:pt x="31232" y="66544"/>
                    <a:pt x="25684" y="85982"/>
                  </a:cubicBezTo>
                  <a:cubicBezTo>
                    <a:pt x="20135" y="105383"/>
                    <a:pt x="735" y="130370"/>
                    <a:pt x="735" y="130370"/>
                  </a:cubicBezTo>
                  <a:cubicBezTo>
                    <a:pt x="735" y="130370"/>
                    <a:pt x="-4814" y="147015"/>
                    <a:pt x="14587" y="180305"/>
                  </a:cubicBezTo>
                  <a:cubicBezTo>
                    <a:pt x="33988" y="213596"/>
                    <a:pt x="85302" y="271836"/>
                    <a:pt x="117214" y="323150"/>
                  </a:cubicBezTo>
                  <a:cubicBezTo>
                    <a:pt x="149090" y="374463"/>
                    <a:pt x="151883" y="382767"/>
                    <a:pt x="151883" y="382767"/>
                  </a:cubicBezTo>
                  <a:cubicBezTo>
                    <a:pt x="151883" y="382767"/>
                    <a:pt x="161602" y="335624"/>
                    <a:pt x="171284" y="298163"/>
                  </a:cubicBezTo>
                  <a:cubicBezTo>
                    <a:pt x="181003" y="260739"/>
                    <a:pt x="189307" y="224656"/>
                    <a:pt x="190685" y="203877"/>
                  </a:cubicBezTo>
                  <a:cubicBezTo>
                    <a:pt x="192062" y="183061"/>
                    <a:pt x="186514" y="177513"/>
                    <a:pt x="182381" y="165038"/>
                  </a:cubicBezTo>
                  <a:cubicBezTo>
                    <a:pt x="178210" y="152563"/>
                    <a:pt x="176832" y="131747"/>
                    <a:pt x="182381" y="91530"/>
                  </a:cubicBezTo>
                  <a:cubicBezTo>
                    <a:pt x="187929" y="51314"/>
                    <a:pt x="194855" y="18023"/>
                    <a:pt x="194855" y="18023"/>
                  </a:cubicBezTo>
                  <a:lnTo>
                    <a:pt x="28439" y="0"/>
                  </a:lnTo>
                  <a:close/>
                </a:path>
              </a:pathLst>
            </a:custGeom>
            <a:solidFill>
              <a:srgbClr val="E09C6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A487B280-E906-D2BD-5705-E4A1B12E1224}"/>
                </a:ext>
              </a:extLst>
            </p:cNvPr>
            <p:cNvSpPr/>
            <p:nvPr/>
          </p:nvSpPr>
          <p:spPr>
            <a:xfrm>
              <a:off x="8766490" y="4951445"/>
              <a:ext cx="27833" cy="22646"/>
            </a:xfrm>
            <a:custGeom>
              <a:avLst/>
              <a:gdLst>
                <a:gd name="connsiteX0" fmla="*/ 23471 w 27833"/>
                <a:gd name="connsiteY0" fmla="*/ 22647 h 22646"/>
                <a:gd name="connsiteX1" fmla="*/ 27456 w 27833"/>
                <a:gd name="connsiteY1" fmla="*/ 12220 h 22646"/>
                <a:gd name="connsiteX2" fmla="*/ 15205 w 27833"/>
                <a:gd name="connsiteY2" fmla="*/ 1347 h 22646"/>
                <a:gd name="connsiteX3" fmla="*/ 1352 w 27833"/>
                <a:gd name="connsiteY3" fmla="*/ 5145 h 22646"/>
                <a:gd name="connsiteX4" fmla="*/ 5523 w 27833"/>
                <a:gd name="connsiteY4" fmla="*/ 17285 h 22646"/>
                <a:gd name="connsiteX5" fmla="*/ 23471 w 27833"/>
                <a:gd name="connsiteY5" fmla="*/ 22647 h 22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833" h="22646">
                  <a:moveTo>
                    <a:pt x="23471" y="22647"/>
                  </a:moveTo>
                  <a:cubicBezTo>
                    <a:pt x="23471" y="22647"/>
                    <a:pt x="29355" y="14268"/>
                    <a:pt x="27456" y="12220"/>
                  </a:cubicBezTo>
                  <a:cubicBezTo>
                    <a:pt x="22764" y="7156"/>
                    <a:pt x="18035" y="2278"/>
                    <a:pt x="15205" y="1347"/>
                  </a:cubicBezTo>
                  <a:cubicBezTo>
                    <a:pt x="10587" y="-143"/>
                    <a:pt x="5039" y="-1893"/>
                    <a:pt x="1352" y="5145"/>
                  </a:cubicBezTo>
                  <a:cubicBezTo>
                    <a:pt x="-1962" y="11476"/>
                    <a:pt x="1352" y="14492"/>
                    <a:pt x="5523" y="17285"/>
                  </a:cubicBezTo>
                  <a:cubicBezTo>
                    <a:pt x="9656" y="20078"/>
                    <a:pt x="23471" y="22647"/>
                    <a:pt x="23471" y="22647"/>
                  </a:cubicBezTo>
                  <a:close/>
                </a:path>
              </a:pathLst>
            </a:custGeom>
            <a:solidFill>
              <a:srgbClr val="111112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021B2B90-F2FE-6273-F950-CEF5E1A4F788}"/>
                </a:ext>
              </a:extLst>
            </p:cNvPr>
            <p:cNvSpPr/>
            <p:nvPr/>
          </p:nvSpPr>
          <p:spPr>
            <a:xfrm>
              <a:off x="8742865" y="4954580"/>
              <a:ext cx="26703" cy="18949"/>
            </a:xfrm>
            <a:custGeom>
              <a:avLst/>
              <a:gdLst>
                <a:gd name="connsiteX0" fmla="*/ 1592 w 26703"/>
                <a:gd name="connsiteY0" fmla="*/ 18841 h 18949"/>
                <a:gd name="connsiteX1" fmla="*/ 847 w 26703"/>
                <a:gd name="connsiteY1" fmla="*/ 6850 h 18949"/>
                <a:gd name="connsiteX2" fmla="*/ 15817 w 26703"/>
                <a:gd name="connsiteY2" fmla="*/ 222 h 18949"/>
                <a:gd name="connsiteX3" fmla="*/ 26690 w 26703"/>
                <a:gd name="connsiteY3" fmla="*/ 8526 h 18949"/>
                <a:gd name="connsiteX4" fmla="*/ 18647 w 26703"/>
                <a:gd name="connsiteY4" fmla="*/ 18245 h 18949"/>
                <a:gd name="connsiteX5" fmla="*/ 1592 w 26703"/>
                <a:gd name="connsiteY5" fmla="*/ 18841 h 18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703" h="18949">
                  <a:moveTo>
                    <a:pt x="1592" y="18841"/>
                  </a:moveTo>
                  <a:cubicBezTo>
                    <a:pt x="1592" y="18841"/>
                    <a:pt x="-1424" y="11319"/>
                    <a:pt x="847" y="6850"/>
                  </a:cubicBezTo>
                  <a:cubicBezTo>
                    <a:pt x="6209" y="3089"/>
                    <a:pt x="13061" y="967"/>
                    <a:pt x="15817" y="222"/>
                  </a:cubicBezTo>
                  <a:cubicBezTo>
                    <a:pt x="18572" y="-523"/>
                    <a:pt x="26355" y="222"/>
                    <a:pt x="26690" y="8526"/>
                  </a:cubicBezTo>
                  <a:cubicBezTo>
                    <a:pt x="26951" y="15154"/>
                    <a:pt x="23301" y="17128"/>
                    <a:pt x="18647" y="18245"/>
                  </a:cubicBezTo>
                  <a:cubicBezTo>
                    <a:pt x="13917" y="19325"/>
                    <a:pt x="1592" y="18841"/>
                    <a:pt x="1592" y="18841"/>
                  </a:cubicBezTo>
                  <a:close/>
                </a:path>
              </a:pathLst>
            </a:custGeom>
            <a:solidFill>
              <a:srgbClr val="111112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59256882-3325-D84C-CF5F-FAF4300A95F2}"/>
                </a:ext>
              </a:extLst>
            </p:cNvPr>
            <p:cNvSpPr/>
            <p:nvPr/>
          </p:nvSpPr>
          <p:spPr>
            <a:xfrm>
              <a:off x="8297721" y="5435021"/>
              <a:ext cx="269942" cy="350861"/>
            </a:xfrm>
            <a:custGeom>
              <a:avLst/>
              <a:gdLst>
                <a:gd name="connsiteX0" fmla="*/ 251349 w 269942"/>
                <a:gd name="connsiteY0" fmla="*/ 16608 h 350861"/>
                <a:gd name="connsiteX1" fmla="*/ 267994 w 269942"/>
                <a:gd name="connsiteY1" fmla="*/ 260665 h 350861"/>
                <a:gd name="connsiteX2" fmla="*/ 269372 w 269942"/>
                <a:gd name="connsiteY2" fmla="*/ 346647 h 350861"/>
                <a:gd name="connsiteX3" fmla="*/ 147344 w 269942"/>
                <a:gd name="connsiteY3" fmla="*/ 349402 h 350861"/>
                <a:gd name="connsiteX4" fmla="*/ 366 w 269942"/>
                <a:gd name="connsiteY4" fmla="*/ 334172 h 350861"/>
                <a:gd name="connsiteX5" fmla="*/ 4537 w 269942"/>
                <a:gd name="connsiteY5" fmla="*/ 170549 h 350861"/>
                <a:gd name="connsiteX6" fmla="*/ 26731 w 269942"/>
                <a:gd name="connsiteY6" fmla="*/ 0 h 350861"/>
                <a:gd name="connsiteX7" fmla="*/ 82215 w 269942"/>
                <a:gd name="connsiteY7" fmla="*/ 24949 h 350861"/>
                <a:gd name="connsiteX8" fmla="*/ 251349 w 269942"/>
                <a:gd name="connsiteY8" fmla="*/ 16608 h 350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9942" h="350861">
                  <a:moveTo>
                    <a:pt x="251349" y="16608"/>
                  </a:moveTo>
                  <a:cubicBezTo>
                    <a:pt x="252727" y="22156"/>
                    <a:pt x="266616" y="223203"/>
                    <a:pt x="267994" y="260665"/>
                  </a:cubicBezTo>
                  <a:cubicBezTo>
                    <a:pt x="269372" y="298126"/>
                    <a:pt x="270750" y="342476"/>
                    <a:pt x="269372" y="346647"/>
                  </a:cubicBezTo>
                  <a:cubicBezTo>
                    <a:pt x="267994" y="350817"/>
                    <a:pt x="187561" y="352195"/>
                    <a:pt x="147344" y="349402"/>
                  </a:cubicBezTo>
                  <a:cubicBezTo>
                    <a:pt x="107127" y="346647"/>
                    <a:pt x="1744" y="341098"/>
                    <a:pt x="366" y="334172"/>
                  </a:cubicBezTo>
                  <a:cubicBezTo>
                    <a:pt x="-1012" y="327246"/>
                    <a:pt x="1744" y="228789"/>
                    <a:pt x="4537" y="170549"/>
                  </a:cubicBezTo>
                  <a:cubicBezTo>
                    <a:pt x="7292" y="112309"/>
                    <a:pt x="26731" y="0"/>
                    <a:pt x="26731" y="0"/>
                  </a:cubicBezTo>
                  <a:cubicBezTo>
                    <a:pt x="26731" y="0"/>
                    <a:pt x="53430" y="19662"/>
                    <a:pt x="82215" y="24949"/>
                  </a:cubicBezTo>
                  <a:cubicBezTo>
                    <a:pt x="134869" y="34631"/>
                    <a:pt x="251349" y="16608"/>
                    <a:pt x="251349" y="16608"/>
                  </a:cubicBezTo>
                  <a:close/>
                </a:path>
              </a:pathLst>
            </a:custGeom>
            <a:solidFill>
              <a:srgbClr val="E7F0F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2D5F8B3F-EF9B-6489-6F71-5E289FDBB725}"/>
                </a:ext>
              </a:extLst>
            </p:cNvPr>
            <p:cNvSpPr/>
            <p:nvPr/>
          </p:nvSpPr>
          <p:spPr>
            <a:xfrm>
              <a:off x="8838892" y="5405901"/>
              <a:ext cx="76262" cy="348323"/>
            </a:xfrm>
            <a:custGeom>
              <a:avLst/>
              <a:gdLst>
                <a:gd name="connsiteX0" fmla="*/ 0 w 76262"/>
                <a:gd name="connsiteY0" fmla="*/ 15230 h 348323"/>
                <a:gd name="connsiteX1" fmla="*/ 18023 w 76262"/>
                <a:gd name="connsiteY1" fmla="*/ 169134 h 348323"/>
                <a:gd name="connsiteX2" fmla="*/ 58240 w 76262"/>
                <a:gd name="connsiteY2" fmla="*/ 348024 h 348323"/>
                <a:gd name="connsiteX3" fmla="*/ 76263 w 76262"/>
                <a:gd name="connsiteY3" fmla="*/ 345269 h 348323"/>
                <a:gd name="connsiteX4" fmla="*/ 62410 w 76262"/>
                <a:gd name="connsiteY4" fmla="*/ 194121 h 348323"/>
                <a:gd name="connsiteX5" fmla="*/ 31913 w 76262"/>
                <a:gd name="connsiteY5" fmla="*/ 0 h 348323"/>
                <a:gd name="connsiteX6" fmla="*/ 0 w 76262"/>
                <a:gd name="connsiteY6" fmla="*/ 15230 h 348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262" h="348323">
                  <a:moveTo>
                    <a:pt x="0" y="15230"/>
                  </a:moveTo>
                  <a:cubicBezTo>
                    <a:pt x="0" y="15230"/>
                    <a:pt x="9719" y="127539"/>
                    <a:pt x="18023" y="169134"/>
                  </a:cubicBezTo>
                  <a:cubicBezTo>
                    <a:pt x="26327" y="210729"/>
                    <a:pt x="58240" y="348024"/>
                    <a:pt x="58240" y="348024"/>
                  </a:cubicBezTo>
                  <a:cubicBezTo>
                    <a:pt x="58240" y="348024"/>
                    <a:pt x="76263" y="349663"/>
                    <a:pt x="76263" y="345269"/>
                  </a:cubicBezTo>
                  <a:cubicBezTo>
                    <a:pt x="76263" y="323075"/>
                    <a:pt x="65166" y="235715"/>
                    <a:pt x="62410" y="194121"/>
                  </a:cubicBezTo>
                  <a:cubicBezTo>
                    <a:pt x="59655" y="152526"/>
                    <a:pt x="31913" y="0"/>
                    <a:pt x="31913" y="0"/>
                  </a:cubicBezTo>
                  <a:cubicBezTo>
                    <a:pt x="31913" y="0"/>
                    <a:pt x="8304" y="11060"/>
                    <a:pt x="0" y="15230"/>
                  </a:cubicBezTo>
                  <a:close/>
                </a:path>
              </a:pathLst>
            </a:custGeom>
            <a:solidFill>
              <a:srgbClr val="E7F0F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47CD663C-B50B-A71C-86A2-7F0CE601C5C8}"/>
                </a:ext>
              </a:extLst>
            </p:cNvPr>
            <p:cNvSpPr/>
            <p:nvPr/>
          </p:nvSpPr>
          <p:spPr>
            <a:xfrm>
              <a:off x="8423091" y="4182341"/>
              <a:ext cx="271306" cy="338775"/>
            </a:xfrm>
            <a:custGeom>
              <a:avLst/>
              <a:gdLst>
                <a:gd name="connsiteX0" fmla="*/ 116335 w 271306"/>
                <a:gd name="connsiteY0" fmla="*/ 0 h 338775"/>
                <a:gd name="connsiteX1" fmla="*/ 142364 w 271306"/>
                <a:gd name="connsiteY1" fmla="*/ 27928 h 338775"/>
                <a:gd name="connsiteX2" fmla="*/ 174090 w 271306"/>
                <a:gd name="connsiteY2" fmla="*/ 93802 h 338775"/>
                <a:gd name="connsiteX3" fmla="*/ 213860 w 271306"/>
                <a:gd name="connsiteY3" fmla="*/ 117076 h 338775"/>
                <a:gd name="connsiteX4" fmla="*/ 189768 w 271306"/>
                <a:gd name="connsiteY4" fmla="*/ 93541 h 338775"/>
                <a:gd name="connsiteX5" fmla="*/ 173979 w 271306"/>
                <a:gd name="connsiteY5" fmla="*/ 55186 h 338775"/>
                <a:gd name="connsiteX6" fmla="*/ 199263 w 271306"/>
                <a:gd name="connsiteY6" fmla="*/ 89371 h 338775"/>
                <a:gd name="connsiteX7" fmla="*/ 232665 w 271306"/>
                <a:gd name="connsiteY7" fmla="*/ 119571 h 338775"/>
                <a:gd name="connsiteX8" fmla="*/ 260557 w 271306"/>
                <a:gd name="connsiteY8" fmla="*/ 176619 h 338775"/>
                <a:gd name="connsiteX9" fmla="*/ 269792 w 271306"/>
                <a:gd name="connsiteY9" fmla="*/ 220336 h 338775"/>
                <a:gd name="connsiteX10" fmla="*/ 265882 w 271306"/>
                <a:gd name="connsiteY10" fmla="*/ 236199 h 338775"/>
                <a:gd name="connsiteX11" fmla="*/ 262009 w 271306"/>
                <a:gd name="connsiteY11" fmla="*/ 239737 h 338775"/>
                <a:gd name="connsiteX12" fmla="*/ 239480 w 271306"/>
                <a:gd name="connsiteY12" fmla="*/ 293248 h 338775"/>
                <a:gd name="connsiteX13" fmla="*/ 209615 w 271306"/>
                <a:gd name="connsiteY13" fmla="*/ 319761 h 338775"/>
                <a:gd name="connsiteX14" fmla="*/ 164632 w 271306"/>
                <a:gd name="connsiteY14" fmla="*/ 338752 h 338775"/>
                <a:gd name="connsiteX15" fmla="*/ 111792 w 271306"/>
                <a:gd name="connsiteY15" fmla="*/ 326203 h 338775"/>
                <a:gd name="connsiteX16" fmla="*/ 64313 w 271306"/>
                <a:gd name="connsiteY16" fmla="*/ 285279 h 338775"/>
                <a:gd name="connsiteX17" fmla="*/ 44913 w 271306"/>
                <a:gd name="connsiteY17" fmla="*/ 227262 h 338775"/>
                <a:gd name="connsiteX18" fmla="*/ 24990 w 271306"/>
                <a:gd name="connsiteY18" fmla="*/ 227970 h 338775"/>
                <a:gd name="connsiteX19" fmla="*/ 4845 w 271306"/>
                <a:gd name="connsiteY19" fmla="*/ 188572 h 338775"/>
                <a:gd name="connsiteX20" fmla="*/ 749 w 271306"/>
                <a:gd name="connsiteY20" fmla="*/ 139642 h 338775"/>
                <a:gd name="connsiteX21" fmla="*/ 18548 w 271306"/>
                <a:gd name="connsiteY21" fmla="*/ 133013 h 338775"/>
                <a:gd name="connsiteX22" fmla="*/ 22719 w 271306"/>
                <a:gd name="connsiteY22" fmla="*/ 157218 h 338775"/>
                <a:gd name="connsiteX23" fmla="*/ 31991 w 271306"/>
                <a:gd name="connsiteY23" fmla="*/ 176246 h 338775"/>
                <a:gd name="connsiteX24" fmla="*/ 38954 w 271306"/>
                <a:gd name="connsiteY24" fmla="*/ 136849 h 338775"/>
                <a:gd name="connsiteX25" fmla="*/ 55302 w 271306"/>
                <a:gd name="connsiteY25" fmla="*/ 79428 h 338775"/>
                <a:gd name="connsiteX26" fmla="*/ 75522 w 271306"/>
                <a:gd name="connsiteY26" fmla="*/ 30833 h 338775"/>
                <a:gd name="connsiteX27" fmla="*/ 116335 w 271306"/>
                <a:gd name="connsiteY27" fmla="*/ 0 h 338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71306" h="338775">
                  <a:moveTo>
                    <a:pt x="116335" y="0"/>
                  </a:moveTo>
                  <a:cubicBezTo>
                    <a:pt x="116335" y="0"/>
                    <a:pt x="136555" y="14709"/>
                    <a:pt x="142364" y="27928"/>
                  </a:cubicBezTo>
                  <a:cubicBezTo>
                    <a:pt x="148136" y="41148"/>
                    <a:pt x="157594" y="74066"/>
                    <a:pt x="174090" y="93802"/>
                  </a:cubicBezTo>
                  <a:cubicBezTo>
                    <a:pt x="190624" y="113538"/>
                    <a:pt x="213860" y="117076"/>
                    <a:pt x="213860" y="117076"/>
                  </a:cubicBezTo>
                  <a:cubicBezTo>
                    <a:pt x="213860" y="117076"/>
                    <a:pt x="203471" y="113613"/>
                    <a:pt x="189768" y="93541"/>
                  </a:cubicBezTo>
                  <a:cubicBezTo>
                    <a:pt x="176064" y="73470"/>
                    <a:pt x="173979" y="55186"/>
                    <a:pt x="173979" y="55186"/>
                  </a:cubicBezTo>
                  <a:cubicBezTo>
                    <a:pt x="173979" y="55186"/>
                    <a:pt x="186081" y="73880"/>
                    <a:pt x="199263" y="89371"/>
                  </a:cubicBezTo>
                  <a:cubicBezTo>
                    <a:pt x="212445" y="104862"/>
                    <a:pt x="223505" y="114432"/>
                    <a:pt x="232665" y="119571"/>
                  </a:cubicBezTo>
                  <a:cubicBezTo>
                    <a:pt x="241826" y="124709"/>
                    <a:pt x="258844" y="161389"/>
                    <a:pt x="260557" y="176619"/>
                  </a:cubicBezTo>
                  <a:cubicBezTo>
                    <a:pt x="262270" y="191849"/>
                    <a:pt x="266105" y="213037"/>
                    <a:pt x="269792" y="220336"/>
                  </a:cubicBezTo>
                  <a:cubicBezTo>
                    <a:pt x="273478" y="227635"/>
                    <a:pt x="269754" y="232699"/>
                    <a:pt x="265882" y="236199"/>
                  </a:cubicBezTo>
                  <a:cubicBezTo>
                    <a:pt x="262009" y="239737"/>
                    <a:pt x="262009" y="239737"/>
                    <a:pt x="262009" y="239737"/>
                  </a:cubicBezTo>
                  <a:cubicBezTo>
                    <a:pt x="262009" y="239737"/>
                    <a:pt x="255939" y="274405"/>
                    <a:pt x="239480" y="293248"/>
                  </a:cubicBezTo>
                  <a:cubicBezTo>
                    <a:pt x="223058" y="312090"/>
                    <a:pt x="220228" y="312388"/>
                    <a:pt x="209615" y="319761"/>
                  </a:cubicBezTo>
                  <a:cubicBezTo>
                    <a:pt x="199002" y="327134"/>
                    <a:pt x="186118" y="339385"/>
                    <a:pt x="164632" y="338752"/>
                  </a:cubicBezTo>
                  <a:cubicBezTo>
                    <a:pt x="143146" y="338082"/>
                    <a:pt x="129033" y="339683"/>
                    <a:pt x="111792" y="326203"/>
                  </a:cubicBezTo>
                  <a:cubicBezTo>
                    <a:pt x="94550" y="312723"/>
                    <a:pt x="79581" y="306690"/>
                    <a:pt x="64313" y="285279"/>
                  </a:cubicBezTo>
                  <a:cubicBezTo>
                    <a:pt x="49046" y="263867"/>
                    <a:pt x="44913" y="227262"/>
                    <a:pt x="44913" y="227262"/>
                  </a:cubicBezTo>
                  <a:cubicBezTo>
                    <a:pt x="44913" y="227262"/>
                    <a:pt x="39066" y="238732"/>
                    <a:pt x="24990" y="227970"/>
                  </a:cubicBezTo>
                  <a:cubicBezTo>
                    <a:pt x="20782" y="224767"/>
                    <a:pt x="9537" y="205031"/>
                    <a:pt x="4845" y="188572"/>
                  </a:cubicBezTo>
                  <a:cubicBezTo>
                    <a:pt x="115" y="172113"/>
                    <a:pt x="-927" y="147052"/>
                    <a:pt x="749" y="139642"/>
                  </a:cubicBezTo>
                  <a:cubicBezTo>
                    <a:pt x="3616" y="126981"/>
                    <a:pt x="12069" y="126013"/>
                    <a:pt x="18548" y="133013"/>
                  </a:cubicBezTo>
                  <a:cubicBezTo>
                    <a:pt x="25065" y="139977"/>
                    <a:pt x="19591" y="142174"/>
                    <a:pt x="22719" y="157218"/>
                  </a:cubicBezTo>
                  <a:cubicBezTo>
                    <a:pt x="25847" y="172299"/>
                    <a:pt x="27448" y="173677"/>
                    <a:pt x="31991" y="176246"/>
                  </a:cubicBezTo>
                  <a:cubicBezTo>
                    <a:pt x="36571" y="178816"/>
                    <a:pt x="35603" y="144967"/>
                    <a:pt x="38954" y="136849"/>
                  </a:cubicBezTo>
                  <a:cubicBezTo>
                    <a:pt x="42306" y="128768"/>
                    <a:pt x="53142" y="98196"/>
                    <a:pt x="55302" y="79428"/>
                  </a:cubicBezTo>
                  <a:cubicBezTo>
                    <a:pt x="57462" y="60660"/>
                    <a:pt x="65803" y="45840"/>
                    <a:pt x="75522" y="30833"/>
                  </a:cubicBezTo>
                  <a:cubicBezTo>
                    <a:pt x="85278" y="15863"/>
                    <a:pt x="116335" y="0"/>
                    <a:pt x="116335" y="0"/>
                  </a:cubicBezTo>
                  <a:close/>
                </a:path>
              </a:pathLst>
            </a:custGeom>
            <a:solidFill>
              <a:srgbClr val="EEB37C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51" name="Graphic 147">
            <a:extLst>
              <a:ext uri="{FF2B5EF4-FFF2-40B4-BE49-F238E27FC236}">
                <a16:creationId xmlns:a16="http://schemas.microsoft.com/office/drawing/2014/main" id="{AE1D3B62-959C-3DD6-5A07-FC64153D34F0}"/>
              </a:ext>
            </a:extLst>
          </p:cNvPr>
          <p:cNvGrpSpPr/>
          <p:nvPr/>
        </p:nvGrpSpPr>
        <p:grpSpPr>
          <a:xfrm>
            <a:off x="-12133882" y="-705814"/>
            <a:ext cx="1147942" cy="3033602"/>
            <a:chOff x="3483841" y="2928573"/>
            <a:chExt cx="1147942" cy="303360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E38383DB-D590-24A4-3460-54D74130DE86}"/>
                </a:ext>
              </a:extLst>
            </p:cNvPr>
            <p:cNvSpPr/>
            <p:nvPr/>
          </p:nvSpPr>
          <p:spPr>
            <a:xfrm>
              <a:off x="3908074" y="3387822"/>
              <a:ext cx="256164" cy="962448"/>
            </a:xfrm>
            <a:custGeom>
              <a:avLst/>
              <a:gdLst>
                <a:gd name="connsiteX0" fmla="*/ 38414 w 256164"/>
                <a:gd name="connsiteY0" fmla="*/ 23056 h 962448"/>
                <a:gd name="connsiteX1" fmla="*/ 0 w 256164"/>
                <a:gd name="connsiteY1" fmla="*/ 69167 h 962448"/>
                <a:gd name="connsiteX2" fmla="*/ 93924 w 256164"/>
                <a:gd name="connsiteY2" fmla="*/ 939393 h 962448"/>
                <a:gd name="connsiteX3" fmla="*/ 201542 w 256164"/>
                <a:gd name="connsiteY3" fmla="*/ 962449 h 962448"/>
                <a:gd name="connsiteX4" fmla="*/ 256164 w 256164"/>
                <a:gd name="connsiteY4" fmla="*/ 44853 h 962448"/>
                <a:gd name="connsiteX5" fmla="*/ 172898 w 256164"/>
                <a:gd name="connsiteY5" fmla="*/ 0 h 962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6164" h="962448">
                  <a:moveTo>
                    <a:pt x="38414" y="23056"/>
                  </a:moveTo>
                  <a:lnTo>
                    <a:pt x="0" y="69167"/>
                  </a:lnTo>
                  <a:lnTo>
                    <a:pt x="93924" y="939393"/>
                  </a:lnTo>
                  <a:lnTo>
                    <a:pt x="201542" y="962449"/>
                  </a:lnTo>
                  <a:lnTo>
                    <a:pt x="256164" y="44853"/>
                  </a:lnTo>
                  <a:lnTo>
                    <a:pt x="172898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84CE48F6-F6D5-2A75-DF2E-CC7E2C704D47}"/>
                </a:ext>
              </a:extLst>
            </p:cNvPr>
            <p:cNvSpPr/>
            <p:nvPr/>
          </p:nvSpPr>
          <p:spPr>
            <a:xfrm>
              <a:off x="3708302" y="5855764"/>
              <a:ext cx="272453" cy="99472"/>
            </a:xfrm>
            <a:custGeom>
              <a:avLst/>
              <a:gdLst>
                <a:gd name="connsiteX0" fmla="*/ 26873 w 272453"/>
                <a:gd name="connsiteY0" fmla="*/ 45445 h 99472"/>
                <a:gd name="connsiteX1" fmla="*/ 14069 w 272453"/>
                <a:gd name="connsiteY1" fmla="*/ 68501 h 99472"/>
                <a:gd name="connsiteX2" fmla="*/ 1264 w 272453"/>
                <a:gd name="connsiteY2" fmla="*/ 74903 h 99472"/>
                <a:gd name="connsiteX3" fmla="*/ 3188 w 272453"/>
                <a:gd name="connsiteY3" fmla="*/ 93480 h 99472"/>
                <a:gd name="connsiteX4" fmla="*/ 122315 w 272453"/>
                <a:gd name="connsiteY4" fmla="*/ 99254 h 99472"/>
                <a:gd name="connsiteX5" fmla="*/ 199808 w 272453"/>
                <a:gd name="connsiteY5" fmla="*/ 83230 h 99472"/>
                <a:gd name="connsiteX6" fmla="*/ 212613 w 272453"/>
                <a:gd name="connsiteY6" fmla="*/ 67871 h 99472"/>
                <a:gd name="connsiteX7" fmla="*/ 235668 w 272453"/>
                <a:gd name="connsiteY7" fmla="*/ 68501 h 99472"/>
                <a:gd name="connsiteX8" fmla="*/ 272157 w 272453"/>
                <a:gd name="connsiteY8" fmla="*/ 53772 h 99472"/>
                <a:gd name="connsiteX9" fmla="*/ 272157 w 272453"/>
                <a:gd name="connsiteY9" fmla="*/ 4478 h 99472"/>
                <a:gd name="connsiteX10" fmla="*/ 255504 w 272453"/>
                <a:gd name="connsiteY10" fmla="*/ 0 h 99472"/>
                <a:gd name="connsiteX11" fmla="*/ 26873 w 272453"/>
                <a:gd name="connsiteY11" fmla="*/ 45445 h 99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2453" h="99472">
                  <a:moveTo>
                    <a:pt x="26873" y="45445"/>
                  </a:moveTo>
                  <a:lnTo>
                    <a:pt x="14069" y="68501"/>
                  </a:lnTo>
                  <a:cubicBezTo>
                    <a:pt x="14069" y="68501"/>
                    <a:pt x="3188" y="69796"/>
                    <a:pt x="1264" y="74903"/>
                  </a:cubicBezTo>
                  <a:cubicBezTo>
                    <a:pt x="-660" y="80010"/>
                    <a:pt x="-660" y="90927"/>
                    <a:pt x="3188" y="93480"/>
                  </a:cubicBezTo>
                  <a:cubicBezTo>
                    <a:pt x="7037" y="96034"/>
                    <a:pt x="83235" y="100512"/>
                    <a:pt x="122315" y="99254"/>
                  </a:cubicBezTo>
                  <a:cubicBezTo>
                    <a:pt x="161395" y="97958"/>
                    <a:pt x="188928" y="89003"/>
                    <a:pt x="199808" y="83230"/>
                  </a:cubicBezTo>
                  <a:cubicBezTo>
                    <a:pt x="210688" y="77456"/>
                    <a:pt x="212613" y="67871"/>
                    <a:pt x="212613" y="67871"/>
                  </a:cubicBezTo>
                  <a:lnTo>
                    <a:pt x="235668" y="68501"/>
                  </a:lnTo>
                  <a:lnTo>
                    <a:pt x="272157" y="53772"/>
                  </a:lnTo>
                  <a:cubicBezTo>
                    <a:pt x="272157" y="53772"/>
                    <a:pt x="272823" y="8956"/>
                    <a:pt x="272157" y="4478"/>
                  </a:cubicBezTo>
                  <a:cubicBezTo>
                    <a:pt x="271528" y="0"/>
                    <a:pt x="255504" y="0"/>
                    <a:pt x="255504" y="0"/>
                  </a:cubicBezTo>
                  <a:lnTo>
                    <a:pt x="26873" y="45445"/>
                  </a:lnTo>
                  <a:close/>
                </a:path>
              </a:pathLst>
            </a:custGeom>
            <a:solidFill>
              <a:srgbClr val="1012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EFC7DC50-537D-B73E-AEBC-ED1E325E499A}"/>
                </a:ext>
              </a:extLst>
            </p:cNvPr>
            <p:cNvSpPr/>
            <p:nvPr/>
          </p:nvSpPr>
          <p:spPr>
            <a:xfrm>
              <a:off x="3718838" y="5739820"/>
              <a:ext cx="260543" cy="192677"/>
            </a:xfrm>
            <a:custGeom>
              <a:avLst/>
              <a:gdLst>
                <a:gd name="connsiteX0" fmla="*/ 89353 w 260543"/>
                <a:gd name="connsiteY0" fmla="*/ 42928 h 192677"/>
                <a:gd name="connsiteX1" fmla="*/ 76549 w 260543"/>
                <a:gd name="connsiteY1" fmla="*/ 73015 h 192677"/>
                <a:gd name="connsiteX2" fmla="*/ 40689 w 260543"/>
                <a:gd name="connsiteY2" fmla="*/ 120422 h 192677"/>
                <a:gd name="connsiteX3" fmla="*/ 2904 w 260543"/>
                <a:gd name="connsiteY3" fmla="*/ 156282 h 192677"/>
                <a:gd name="connsiteX4" fmla="*/ 980 w 260543"/>
                <a:gd name="connsiteY4" fmla="*/ 185073 h 192677"/>
                <a:gd name="connsiteX5" fmla="*/ 104711 w 260543"/>
                <a:gd name="connsiteY5" fmla="*/ 190217 h 192677"/>
                <a:gd name="connsiteX6" fmla="*/ 157225 w 260543"/>
                <a:gd name="connsiteY6" fmla="*/ 190847 h 192677"/>
                <a:gd name="connsiteX7" fmla="*/ 200782 w 260543"/>
                <a:gd name="connsiteY7" fmla="*/ 167791 h 192677"/>
                <a:gd name="connsiteX8" fmla="*/ 202706 w 260543"/>
                <a:gd name="connsiteY8" fmla="*/ 138962 h 192677"/>
                <a:gd name="connsiteX9" fmla="*/ 234089 w 260543"/>
                <a:gd name="connsiteY9" fmla="*/ 126787 h 192677"/>
                <a:gd name="connsiteX10" fmla="*/ 259069 w 260543"/>
                <a:gd name="connsiteY10" fmla="*/ 114611 h 192677"/>
                <a:gd name="connsiteX11" fmla="*/ 247522 w 260543"/>
                <a:gd name="connsiteY11" fmla="*/ 30087 h 192677"/>
                <a:gd name="connsiteX12" fmla="*/ 216140 w 260543"/>
                <a:gd name="connsiteY12" fmla="*/ 0 h 192677"/>
                <a:gd name="connsiteX13" fmla="*/ 89353 w 260543"/>
                <a:gd name="connsiteY13" fmla="*/ 42928 h 192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0543" h="192677">
                  <a:moveTo>
                    <a:pt x="89353" y="42928"/>
                  </a:moveTo>
                  <a:cubicBezTo>
                    <a:pt x="89353" y="42928"/>
                    <a:pt x="82951" y="64689"/>
                    <a:pt x="76549" y="73015"/>
                  </a:cubicBezTo>
                  <a:cubicBezTo>
                    <a:pt x="70146" y="81342"/>
                    <a:pt x="47720" y="115907"/>
                    <a:pt x="40689" y="120422"/>
                  </a:cubicBezTo>
                  <a:cubicBezTo>
                    <a:pt x="33657" y="124900"/>
                    <a:pt x="8048" y="138999"/>
                    <a:pt x="2904" y="156282"/>
                  </a:cubicBezTo>
                  <a:cubicBezTo>
                    <a:pt x="-2203" y="173564"/>
                    <a:pt x="980" y="185073"/>
                    <a:pt x="980" y="185073"/>
                  </a:cubicBezTo>
                  <a:cubicBezTo>
                    <a:pt x="980" y="185073"/>
                    <a:pt x="95755" y="188922"/>
                    <a:pt x="104711" y="190217"/>
                  </a:cubicBezTo>
                  <a:cubicBezTo>
                    <a:pt x="113667" y="191476"/>
                    <a:pt x="141200" y="194695"/>
                    <a:pt x="157225" y="190847"/>
                  </a:cubicBezTo>
                  <a:cubicBezTo>
                    <a:pt x="173249" y="186998"/>
                    <a:pt x="195009" y="176747"/>
                    <a:pt x="200782" y="167791"/>
                  </a:cubicBezTo>
                  <a:cubicBezTo>
                    <a:pt x="206555" y="158835"/>
                    <a:pt x="199524" y="144106"/>
                    <a:pt x="202706" y="138962"/>
                  </a:cubicBezTo>
                  <a:cubicBezTo>
                    <a:pt x="205926" y="133855"/>
                    <a:pt x="221913" y="130636"/>
                    <a:pt x="234089" y="126787"/>
                  </a:cubicBezTo>
                  <a:cubicBezTo>
                    <a:pt x="246264" y="122938"/>
                    <a:pt x="255849" y="121680"/>
                    <a:pt x="259069" y="114611"/>
                  </a:cubicBezTo>
                  <a:cubicBezTo>
                    <a:pt x="262288" y="107580"/>
                    <a:pt x="260993" y="52513"/>
                    <a:pt x="247522" y="30087"/>
                  </a:cubicBezTo>
                  <a:cubicBezTo>
                    <a:pt x="234089" y="7661"/>
                    <a:pt x="216140" y="0"/>
                    <a:pt x="216140" y="0"/>
                  </a:cubicBezTo>
                  <a:lnTo>
                    <a:pt x="89353" y="42928"/>
                  </a:lnTo>
                  <a:close/>
                </a:path>
              </a:pathLst>
            </a:custGeom>
            <a:solidFill>
              <a:srgbClr val="60433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B5483F39-027A-0300-AB3F-06E394D7305C}"/>
                </a:ext>
              </a:extLst>
            </p:cNvPr>
            <p:cNvSpPr/>
            <p:nvPr/>
          </p:nvSpPr>
          <p:spPr>
            <a:xfrm>
              <a:off x="4173823" y="5848029"/>
              <a:ext cx="208758" cy="114146"/>
            </a:xfrm>
            <a:custGeom>
              <a:avLst/>
              <a:gdLst>
                <a:gd name="connsiteX0" fmla="*/ 21131 w 208758"/>
                <a:gd name="connsiteY0" fmla="*/ 0 h 114146"/>
                <a:gd name="connsiteX1" fmla="*/ 5107 w 208758"/>
                <a:gd name="connsiteY1" fmla="*/ 22426 h 114146"/>
                <a:gd name="connsiteX2" fmla="*/ 629 w 208758"/>
                <a:gd name="connsiteY2" fmla="*/ 28829 h 114146"/>
                <a:gd name="connsiteX3" fmla="*/ 0 w 208758"/>
                <a:gd name="connsiteY3" fmla="*/ 73645 h 114146"/>
                <a:gd name="connsiteX4" fmla="*/ 13434 w 208758"/>
                <a:gd name="connsiteY4" fmla="*/ 75569 h 114146"/>
                <a:gd name="connsiteX5" fmla="*/ 30716 w 208758"/>
                <a:gd name="connsiteY5" fmla="*/ 71091 h 114146"/>
                <a:gd name="connsiteX6" fmla="*/ 23685 w 208758"/>
                <a:gd name="connsiteY6" fmla="*/ 78159 h 114146"/>
                <a:gd name="connsiteX7" fmla="*/ 12804 w 208758"/>
                <a:gd name="connsiteY7" fmla="*/ 81342 h 114146"/>
                <a:gd name="connsiteX8" fmla="*/ 7697 w 208758"/>
                <a:gd name="connsiteY8" fmla="*/ 92888 h 114146"/>
                <a:gd name="connsiteX9" fmla="*/ 24980 w 208758"/>
                <a:gd name="connsiteY9" fmla="*/ 111466 h 114146"/>
                <a:gd name="connsiteX10" fmla="*/ 188922 w 208758"/>
                <a:gd name="connsiteY10" fmla="*/ 112761 h 114146"/>
                <a:gd name="connsiteX11" fmla="*/ 208758 w 208758"/>
                <a:gd name="connsiteY11" fmla="*/ 96108 h 114146"/>
                <a:gd name="connsiteX12" fmla="*/ 204909 w 208758"/>
                <a:gd name="connsiteY12" fmla="*/ 78825 h 114146"/>
                <a:gd name="connsiteX13" fmla="*/ 188885 w 208758"/>
                <a:gd name="connsiteY13" fmla="*/ 73052 h 114146"/>
                <a:gd name="connsiteX14" fmla="*/ 21131 w 208758"/>
                <a:gd name="connsiteY14" fmla="*/ 0 h 11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8758" h="114146">
                  <a:moveTo>
                    <a:pt x="21131" y="0"/>
                  </a:moveTo>
                  <a:lnTo>
                    <a:pt x="5107" y="22426"/>
                  </a:lnTo>
                  <a:cubicBezTo>
                    <a:pt x="5107" y="22426"/>
                    <a:pt x="629" y="20502"/>
                    <a:pt x="629" y="28829"/>
                  </a:cubicBezTo>
                  <a:cubicBezTo>
                    <a:pt x="629" y="37155"/>
                    <a:pt x="0" y="73645"/>
                    <a:pt x="0" y="73645"/>
                  </a:cubicBezTo>
                  <a:cubicBezTo>
                    <a:pt x="0" y="73645"/>
                    <a:pt x="9622" y="75569"/>
                    <a:pt x="13434" y="75569"/>
                  </a:cubicBezTo>
                  <a:cubicBezTo>
                    <a:pt x="17282" y="75569"/>
                    <a:pt x="30716" y="71091"/>
                    <a:pt x="30716" y="71091"/>
                  </a:cubicBezTo>
                  <a:lnTo>
                    <a:pt x="23685" y="78159"/>
                  </a:lnTo>
                  <a:cubicBezTo>
                    <a:pt x="23685" y="78159"/>
                    <a:pt x="15987" y="79455"/>
                    <a:pt x="12804" y="81342"/>
                  </a:cubicBezTo>
                  <a:cubicBezTo>
                    <a:pt x="9622" y="83266"/>
                    <a:pt x="7031" y="85820"/>
                    <a:pt x="7697" y="92888"/>
                  </a:cubicBezTo>
                  <a:cubicBezTo>
                    <a:pt x="8327" y="99920"/>
                    <a:pt x="15395" y="108875"/>
                    <a:pt x="24980" y="111466"/>
                  </a:cubicBezTo>
                  <a:cubicBezTo>
                    <a:pt x="34602" y="114019"/>
                    <a:pt x="172898" y="115315"/>
                    <a:pt x="188922" y="112761"/>
                  </a:cubicBezTo>
                  <a:cubicBezTo>
                    <a:pt x="204946" y="110208"/>
                    <a:pt x="208758" y="103139"/>
                    <a:pt x="208758" y="96108"/>
                  </a:cubicBezTo>
                  <a:cubicBezTo>
                    <a:pt x="208758" y="89077"/>
                    <a:pt x="208758" y="79455"/>
                    <a:pt x="204909" y="78825"/>
                  </a:cubicBezTo>
                  <a:cubicBezTo>
                    <a:pt x="201061" y="78196"/>
                    <a:pt x="188885" y="73052"/>
                    <a:pt x="188885" y="73052"/>
                  </a:cubicBezTo>
                  <a:lnTo>
                    <a:pt x="21131" y="0"/>
                  </a:lnTo>
                  <a:close/>
                </a:path>
              </a:pathLst>
            </a:custGeom>
            <a:solidFill>
              <a:srgbClr val="1012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E1DA6AE6-4739-2809-886C-FF765FD18DAB}"/>
                </a:ext>
              </a:extLst>
            </p:cNvPr>
            <p:cNvSpPr/>
            <p:nvPr/>
          </p:nvSpPr>
          <p:spPr>
            <a:xfrm>
              <a:off x="4173823" y="5784636"/>
              <a:ext cx="199067" cy="153691"/>
            </a:xfrm>
            <a:custGeom>
              <a:avLst/>
              <a:gdLst>
                <a:gd name="connsiteX0" fmla="*/ 3220 w 199067"/>
                <a:gd name="connsiteY0" fmla="*/ 12175 h 153691"/>
                <a:gd name="connsiteX1" fmla="*/ 0 w 199067"/>
                <a:gd name="connsiteY1" fmla="*/ 53142 h 153691"/>
                <a:gd name="connsiteX2" fmla="*/ 2554 w 199067"/>
                <a:gd name="connsiteY2" fmla="*/ 84525 h 153691"/>
                <a:gd name="connsiteX3" fmla="*/ 11509 w 199067"/>
                <a:gd name="connsiteY3" fmla="*/ 88373 h 153691"/>
                <a:gd name="connsiteX4" fmla="*/ 13434 w 199067"/>
                <a:gd name="connsiteY4" fmla="*/ 138962 h 153691"/>
                <a:gd name="connsiteX5" fmla="*/ 29458 w 199067"/>
                <a:gd name="connsiteY5" fmla="*/ 153691 h 153691"/>
                <a:gd name="connsiteX6" fmla="*/ 73644 w 199067"/>
                <a:gd name="connsiteY6" fmla="*/ 149213 h 153691"/>
                <a:gd name="connsiteX7" fmla="*/ 169678 w 199067"/>
                <a:gd name="connsiteY7" fmla="*/ 149842 h 153691"/>
                <a:gd name="connsiteX8" fmla="*/ 198507 w 199067"/>
                <a:gd name="connsiteY8" fmla="*/ 140887 h 153691"/>
                <a:gd name="connsiteX9" fmla="*/ 192734 w 199067"/>
                <a:gd name="connsiteY9" fmla="*/ 106951 h 153691"/>
                <a:gd name="connsiteX10" fmla="*/ 160723 w 199067"/>
                <a:gd name="connsiteY10" fmla="*/ 50589 h 153691"/>
                <a:gd name="connsiteX11" fmla="*/ 149213 w 199067"/>
                <a:gd name="connsiteY11" fmla="*/ 0 h 153691"/>
                <a:gd name="connsiteX12" fmla="*/ 3220 w 199067"/>
                <a:gd name="connsiteY12" fmla="*/ 12175 h 153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9067" h="153691">
                  <a:moveTo>
                    <a:pt x="3220" y="12175"/>
                  </a:moveTo>
                  <a:cubicBezTo>
                    <a:pt x="3220" y="12175"/>
                    <a:pt x="0" y="42928"/>
                    <a:pt x="0" y="53142"/>
                  </a:cubicBezTo>
                  <a:cubicBezTo>
                    <a:pt x="0" y="63393"/>
                    <a:pt x="0" y="80676"/>
                    <a:pt x="2554" y="84525"/>
                  </a:cubicBezTo>
                  <a:cubicBezTo>
                    <a:pt x="5107" y="88373"/>
                    <a:pt x="11509" y="85154"/>
                    <a:pt x="11509" y="88373"/>
                  </a:cubicBezTo>
                  <a:cubicBezTo>
                    <a:pt x="11509" y="91593"/>
                    <a:pt x="10880" y="127416"/>
                    <a:pt x="13434" y="138962"/>
                  </a:cubicBezTo>
                  <a:cubicBezTo>
                    <a:pt x="15987" y="150472"/>
                    <a:pt x="22389" y="153691"/>
                    <a:pt x="29458" y="153691"/>
                  </a:cubicBezTo>
                  <a:cubicBezTo>
                    <a:pt x="36489" y="153691"/>
                    <a:pt x="49960" y="149213"/>
                    <a:pt x="73644" y="149213"/>
                  </a:cubicBezTo>
                  <a:cubicBezTo>
                    <a:pt x="97329" y="149213"/>
                    <a:pt x="158798" y="149213"/>
                    <a:pt x="169678" y="149842"/>
                  </a:cubicBezTo>
                  <a:cubicBezTo>
                    <a:pt x="180559" y="150472"/>
                    <a:pt x="198507" y="146623"/>
                    <a:pt x="198507" y="140887"/>
                  </a:cubicBezTo>
                  <a:cubicBezTo>
                    <a:pt x="198507" y="135114"/>
                    <a:pt x="201727" y="119126"/>
                    <a:pt x="192734" y="106951"/>
                  </a:cubicBezTo>
                  <a:cubicBezTo>
                    <a:pt x="183778" y="94776"/>
                    <a:pt x="170307" y="69167"/>
                    <a:pt x="160723" y="50589"/>
                  </a:cubicBezTo>
                  <a:cubicBezTo>
                    <a:pt x="151138" y="32011"/>
                    <a:pt x="149213" y="0"/>
                    <a:pt x="149213" y="0"/>
                  </a:cubicBezTo>
                  <a:lnTo>
                    <a:pt x="3220" y="12175"/>
                  </a:lnTo>
                  <a:close/>
                </a:path>
              </a:pathLst>
            </a:custGeom>
            <a:solidFill>
              <a:srgbClr val="60433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7486DAC-5FED-8A96-F18C-86FCFF305160}"/>
                </a:ext>
              </a:extLst>
            </p:cNvPr>
            <p:cNvSpPr/>
            <p:nvPr/>
          </p:nvSpPr>
          <p:spPr>
            <a:xfrm>
              <a:off x="3732437" y="4253474"/>
              <a:ext cx="633081" cy="1572931"/>
            </a:xfrm>
            <a:custGeom>
              <a:avLst/>
              <a:gdLst>
                <a:gd name="connsiteX0" fmla="*/ 0 w 633081"/>
                <a:gd name="connsiteY0" fmla="*/ 307146 h 1572931"/>
                <a:gd name="connsiteX1" fmla="*/ 23056 w 633081"/>
                <a:gd name="connsiteY1" fmla="*/ 841161 h 1572931"/>
                <a:gd name="connsiteX2" fmla="*/ 36489 w 633081"/>
                <a:gd name="connsiteY2" fmla="*/ 1345719 h 1572931"/>
                <a:gd name="connsiteX3" fmla="*/ 48665 w 633081"/>
                <a:gd name="connsiteY3" fmla="*/ 1538675 h 1572931"/>
                <a:gd name="connsiteX4" fmla="*/ 83636 w 633081"/>
                <a:gd name="connsiteY4" fmla="*/ 1555513 h 1572931"/>
                <a:gd name="connsiteX5" fmla="*/ 118645 w 633081"/>
                <a:gd name="connsiteY5" fmla="*/ 1559325 h 1572931"/>
                <a:gd name="connsiteX6" fmla="*/ 242953 w 633081"/>
                <a:gd name="connsiteY6" fmla="*/ 1533494 h 1572931"/>
                <a:gd name="connsiteX7" fmla="*/ 249355 w 633081"/>
                <a:gd name="connsiteY7" fmla="*/ 1478427 h 1572931"/>
                <a:gd name="connsiteX8" fmla="*/ 251613 w 633081"/>
                <a:gd name="connsiteY8" fmla="*/ 1288098 h 1572931"/>
                <a:gd name="connsiteX9" fmla="*/ 290248 w 633081"/>
                <a:gd name="connsiteY9" fmla="*/ 723034 h 1572931"/>
                <a:gd name="connsiteX10" fmla="*/ 321630 w 633081"/>
                <a:gd name="connsiteY10" fmla="*/ 438078 h 1572931"/>
                <a:gd name="connsiteX11" fmla="*/ 372219 w 633081"/>
                <a:gd name="connsiteY11" fmla="*/ 876503 h 1572931"/>
                <a:gd name="connsiteX12" fmla="*/ 411299 w 633081"/>
                <a:gd name="connsiteY12" fmla="*/ 1408853 h 1572931"/>
                <a:gd name="connsiteX13" fmla="*/ 417701 w 633081"/>
                <a:gd name="connsiteY13" fmla="*/ 1504887 h 1572931"/>
                <a:gd name="connsiteX14" fmla="*/ 433429 w 633081"/>
                <a:gd name="connsiteY14" fmla="*/ 1564543 h 1572931"/>
                <a:gd name="connsiteX15" fmla="*/ 515030 w 633081"/>
                <a:gd name="connsiteY15" fmla="*/ 1570205 h 1572931"/>
                <a:gd name="connsiteX16" fmla="*/ 564953 w 633081"/>
                <a:gd name="connsiteY16" fmla="*/ 1568910 h 1572931"/>
                <a:gd name="connsiteX17" fmla="*/ 609769 w 633081"/>
                <a:gd name="connsiteY17" fmla="*/ 1548407 h 1572931"/>
                <a:gd name="connsiteX18" fmla="*/ 613618 w 633081"/>
                <a:gd name="connsiteY18" fmla="*/ 1458776 h 1572931"/>
                <a:gd name="connsiteX19" fmla="*/ 631529 w 633081"/>
                <a:gd name="connsiteY19" fmla="*/ 977237 h 1572931"/>
                <a:gd name="connsiteX20" fmla="*/ 632825 w 633081"/>
                <a:gd name="connsiteY20" fmla="*/ 585330 h 1572931"/>
                <a:gd name="connsiteX21" fmla="*/ 623869 w 633081"/>
                <a:gd name="connsiteY21" fmla="*/ 130695 h 1572931"/>
                <a:gd name="connsiteX22" fmla="*/ 410004 w 633081"/>
                <a:gd name="connsiteY22" fmla="*/ 6462 h 1572931"/>
                <a:gd name="connsiteX23" fmla="*/ 205094 w 633081"/>
                <a:gd name="connsiteY23" fmla="*/ 6462 h 1572931"/>
                <a:gd name="connsiteX24" fmla="*/ 0 w 633081"/>
                <a:gd name="connsiteY24" fmla="*/ 307146 h 157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33081" h="1572931">
                  <a:moveTo>
                    <a:pt x="0" y="307146"/>
                  </a:moveTo>
                  <a:cubicBezTo>
                    <a:pt x="0" y="307146"/>
                    <a:pt x="17282" y="725920"/>
                    <a:pt x="23056" y="841161"/>
                  </a:cubicBezTo>
                  <a:cubicBezTo>
                    <a:pt x="28829" y="956402"/>
                    <a:pt x="34528" y="1290023"/>
                    <a:pt x="36489" y="1345719"/>
                  </a:cubicBezTo>
                  <a:cubicBezTo>
                    <a:pt x="37969" y="1387722"/>
                    <a:pt x="47369" y="1529682"/>
                    <a:pt x="48665" y="1538675"/>
                  </a:cubicBezTo>
                  <a:cubicBezTo>
                    <a:pt x="49960" y="1547630"/>
                    <a:pt x="74681" y="1550406"/>
                    <a:pt x="83636" y="1555513"/>
                  </a:cubicBezTo>
                  <a:cubicBezTo>
                    <a:pt x="92592" y="1560657"/>
                    <a:pt x="112243" y="1560620"/>
                    <a:pt x="118645" y="1559325"/>
                  </a:cubicBezTo>
                  <a:cubicBezTo>
                    <a:pt x="125048" y="1558066"/>
                    <a:pt x="236551" y="1548852"/>
                    <a:pt x="242953" y="1533494"/>
                  </a:cubicBezTo>
                  <a:cubicBezTo>
                    <a:pt x="249355" y="1518135"/>
                    <a:pt x="248060" y="1506589"/>
                    <a:pt x="249355" y="1478427"/>
                  </a:cubicBezTo>
                  <a:cubicBezTo>
                    <a:pt x="250650" y="1450264"/>
                    <a:pt x="250058" y="1317630"/>
                    <a:pt x="251613" y="1288098"/>
                  </a:cubicBezTo>
                  <a:cubicBezTo>
                    <a:pt x="253537" y="1251609"/>
                    <a:pt x="283846" y="787094"/>
                    <a:pt x="290248" y="723034"/>
                  </a:cubicBezTo>
                  <a:cubicBezTo>
                    <a:pt x="296650" y="659011"/>
                    <a:pt x="321630" y="438078"/>
                    <a:pt x="321630" y="438078"/>
                  </a:cubicBezTo>
                  <a:cubicBezTo>
                    <a:pt x="321630" y="438078"/>
                    <a:pt x="369481" y="822657"/>
                    <a:pt x="372219" y="876503"/>
                  </a:cubicBezTo>
                  <a:cubicBezTo>
                    <a:pt x="376253" y="956254"/>
                    <a:pt x="410004" y="1361447"/>
                    <a:pt x="411299" y="1408853"/>
                  </a:cubicBezTo>
                  <a:cubicBezTo>
                    <a:pt x="412557" y="1456222"/>
                    <a:pt x="415148" y="1489529"/>
                    <a:pt x="417701" y="1504887"/>
                  </a:cubicBezTo>
                  <a:cubicBezTo>
                    <a:pt x="420255" y="1520245"/>
                    <a:pt x="424622" y="1562359"/>
                    <a:pt x="433429" y="1564543"/>
                  </a:cubicBezTo>
                  <a:cubicBezTo>
                    <a:pt x="448972" y="1568428"/>
                    <a:pt x="499672" y="1567614"/>
                    <a:pt x="515030" y="1570205"/>
                  </a:cubicBezTo>
                  <a:cubicBezTo>
                    <a:pt x="530388" y="1572758"/>
                    <a:pt x="541935" y="1575312"/>
                    <a:pt x="564953" y="1568910"/>
                  </a:cubicBezTo>
                  <a:cubicBezTo>
                    <a:pt x="588009" y="1562507"/>
                    <a:pt x="607216" y="1552256"/>
                    <a:pt x="609769" y="1548407"/>
                  </a:cubicBezTo>
                  <a:cubicBezTo>
                    <a:pt x="612323" y="1544559"/>
                    <a:pt x="612323" y="1484385"/>
                    <a:pt x="613618" y="1458776"/>
                  </a:cubicBezTo>
                  <a:cubicBezTo>
                    <a:pt x="614876" y="1433167"/>
                    <a:pt x="632825" y="1046404"/>
                    <a:pt x="631529" y="977237"/>
                  </a:cubicBezTo>
                  <a:cubicBezTo>
                    <a:pt x="630234" y="908070"/>
                    <a:pt x="634083" y="645541"/>
                    <a:pt x="632825" y="585330"/>
                  </a:cubicBezTo>
                  <a:cubicBezTo>
                    <a:pt x="631529" y="525156"/>
                    <a:pt x="623869" y="130695"/>
                    <a:pt x="623869" y="130695"/>
                  </a:cubicBezTo>
                  <a:cubicBezTo>
                    <a:pt x="623869" y="130695"/>
                    <a:pt x="506260" y="-34246"/>
                    <a:pt x="410004" y="6462"/>
                  </a:cubicBezTo>
                  <a:cubicBezTo>
                    <a:pt x="343391" y="34624"/>
                    <a:pt x="205094" y="6462"/>
                    <a:pt x="205094" y="6462"/>
                  </a:cubicBezTo>
                  <a:lnTo>
                    <a:pt x="0" y="307146"/>
                  </a:lnTo>
                  <a:close/>
                </a:path>
              </a:pathLst>
            </a:custGeom>
            <a:solidFill>
              <a:srgbClr val="1F1F23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F365BEE-8458-5C2A-1630-3019A021D0BA}"/>
                </a:ext>
              </a:extLst>
            </p:cNvPr>
            <p:cNvSpPr/>
            <p:nvPr/>
          </p:nvSpPr>
          <p:spPr>
            <a:xfrm>
              <a:off x="3979658" y="3394298"/>
              <a:ext cx="130085" cy="790142"/>
            </a:xfrm>
            <a:custGeom>
              <a:avLst/>
              <a:gdLst>
                <a:gd name="connsiteX0" fmla="*/ 8919 w 130085"/>
                <a:gd name="connsiteY0" fmla="*/ 80639 h 790142"/>
                <a:gd name="connsiteX1" fmla="*/ 46074 w 130085"/>
                <a:gd name="connsiteY1" fmla="*/ 117794 h 790142"/>
                <a:gd name="connsiteX2" fmla="*/ 34565 w 130085"/>
                <a:gd name="connsiteY2" fmla="*/ 151101 h 790142"/>
                <a:gd name="connsiteX3" fmla="*/ 0 w 130085"/>
                <a:gd name="connsiteY3" fmla="*/ 286844 h 790142"/>
                <a:gd name="connsiteX4" fmla="*/ 25609 w 130085"/>
                <a:gd name="connsiteY4" fmla="*/ 755578 h 790142"/>
                <a:gd name="connsiteX5" fmla="*/ 66613 w 130085"/>
                <a:gd name="connsiteY5" fmla="*/ 790143 h 790142"/>
                <a:gd name="connsiteX6" fmla="*/ 129377 w 130085"/>
                <a:gd name="connsiteY6" fmla="*/ 751729 h 790142"/>
                <a:gd name="connsiteX7" fmla="*/ 122975 w 130085"/>
                <a:gd name="connsiteY7" fmla="*/ 244581 h 790142"/>
                <a:gd name="connsiteX8" fmla="*/ 99920 w 130085"/>
                <a:gd name="connsiteY8" fmla="*/ 157503 h 790142"/>
                <a:gd name="connsiteX9" fmla="*/ 81971 w 130085"/>
                <a:gd name="connsiteY9" fmla="*/ 122938 h 790142"/>
                <a:gd name="connsiteX10" fmla="*/ 121680 w 130085"/>
                <a:gd name="connsiteY10" fmla="*/ 78122 h 790142"/>
                <a:gd name="connsiteX11" fmla="*/ 88373 w 130085"/>
                <a:gd name="connsiteY11" fmla="*/ 3849 h 790142"/>
                <a:gd name="connsiteX12" fmla="*/ 38414 w 130085"/>
                <a:gd name="connsiteY12" fmla="*/ 0 h 790142"/>
                <a:gd name="connsiteX13" fmla="*/ 8919 w 130085"/>
                <a:gd name="connsiteY13" fmla="*/ 80639 h 790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0085" h="790142">
                  <a:moveTo>
                    <a:pt x="8919" y="80639"/>
                  </a:moveTo>
                  <a:cubicBezTo>
                    <a:pt x="8919" y="80639"/>
                    <a:pt x="42225" y="115204"/>
                    <a:pt x="46074" y="117794"/>
                  </a:cubicBezTo>
                  <a:cubicBezTo>
                    <a:pt x="49923" y="120348"/>
                    <a:pt x="43632" y="135003"/>
                    <a:pt x="34565" y="151101"/>
                  </a:cubicBezTo>
                  <a:cubicBezTo>
                    <a:pt x="17912" y="180559"/>
                    <a:pt x="0" y="226670"/>
                    <a:pt x="0" y="286844"/>
                  </a:cubicBezTo>
                  <a:cubicBezTo>
                    <a:pt x="0" y="347054"/>
                    <a:pt x="25609" y="755578"/>
                    <a:pt x="25609" y="755578"/>
                  </a:cubicBezTo>
                  <a:lnTo>
                    <a:pt x="66613" y="790143"/>
                  </a:lnTo>
                  <a:lnTo>
                    <a:pt x="129377" y="751729"/>
                  </a:lnTo>
                  <a:cubicBezTo>
                    <a:pt x="129377" y="751729"/>
                    <a:pt x="133226" y="288102"/>
                    <a:pt x="122975" y="244581"/>
                  </a:cubicBezTo>
                  <a:cubicBezTo>
                    <a:pt x="112724" y="201024"/>
                    <a:pt x="114019" y="189514"/>
                    <a:pt x="99920" y="157503"/>
                  </a:cubicBezTo>
                  <a:cubicBezTo>
                    <a:pt x="88151" y="130747"/>
                    <a:pt x="81971" y="122938"/>
                    <a:pt x="81971" y="122938"/>
                  </a:cubicBezTo>
                  <a:lnTo>
                    <a:pt x="121680" y="78122"/>
                  </a:lnTo>
                  <a:lnTo>
                    <a:pt x="88373" y="3849"/>
                  </a:lnTo>
                  <a:lnTo>
                    <a:pt x="38414" y="0"/>
                  </a:lnTo>
                  <a:lnTo>
                    <a:pt x="8919" y="80639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3691" cap="flat">
              <a:solidFill>
                <a:schemeClr val="accent2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E01D541A-00C6-1F19-02AF-F15215DDA940}"/>
                </a:ext>
              </a:extLst>
            </p:cNvPr>
            <p:cNvSpPr/>
            <p:nvPr/>
          </p:nvSpPr>
          <p:spPr>
            <a:xfrm>
              <a:off x="3936034" y="3333718"/>
              <a:ext cx="223999" cy="205267"/>
            </a:xfrm>
            <a:custGeom>
              <a:avLst/>
              <a:gdLst>
                <a:gd name="connsiteX0" fmla="*/ 14302 w 223999"/>
                <a:gd name="connsiteY0" fmla="*/ 20834 h 205267"/>
                <a:gd name="connsiteX1" fmla="*/ 203 w 223999"/>
                <a:gd name="connsiteY1" fmla="*/ 52845 h 205267"/>
                <a:gd name="connsiteX2" fmla="*/ 9158 w 223999"/>
                <a:gd name="connsiteY2" fmla="*/ 134816 h 205267"/>
                <a:gd name="connsiteX3" fmla="*/ 34767 w 223999"/>
                <a:gd name="connsiteY3" fmla="*/ 205241 h 205267"/>
                <a:gd name="connsiteX4" fmla="*/ 70627 w 223999"/>
                <a:gd name="connsiteY4" fmla="*/ 143772 h 205267"/>
                <a:gd name="connsiteX5" fmla="*/ 100085 w 223999"/>
                <a:gd name="connsiteY5" fmla="*/ 115610 h 205267"/>
                <a:gd name="connsiteX6" fmla="*/ 101343 w 223999"/>
                <a:gd name="connsiteY6" fmla="*/ 93849 h 205267"/>
                <a:gd name="connsiteX7" fmla="*/ 111594 w 223999"/>
                <a:gd name="connsiteY7" fmla="*/ 115610 h 205267"/>
                <a:gd name="connsiteX8" fmla="*/ 144901 w 223999"/>
                <a:gd name="connsiteY8" fmla="*/ 146363 h 205267"/>
                <a:gd name="connsiteX9" fmla="*/ 183315 w 223999"/>
                <a:gd name="connsiteY9" fmla="*/ 200134 h 205267"/>
                <a:gd name="connsiteX10" fmla="*/ 223430 w 223999"/>
                <a:gd name="connsiteY10" fmla="*/ 81008 h 205267"/>
                <a:gd name="connsiteX11" fmla="*/ 203780 w 223999"/>
                <a:gd name="connsiteY11" fmla="*/ 2885 h 205267"/>
                <a:gd name="connsiteX12" fmla="*/ 14302 w 223999"/>
                <a:gd name="connsiteY12" fmla="*/ 20834 h 20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3999" h="205267">
                  <a:moveTo>
                    <a:pt x="14302" y="20834"/>
                  </a:moveTo>
                  <a:cubicBezTo>
                    <a:pt x="14302" y="20834"/>
                    <a:pt x="1498" y="37487"/>
                    <a:pt x="203" y="52845"/>
                  </a:cubicBezTo>
                  <a:cubicBezTo>
                    <a:pt x="-1093" y="68203"/>
                    <a:pt x="4051" y="107912"/>
                    <a:pt x="9158" y="134816"/>
                  </a:cubicBezTo>
                  <a:cubicBezTo>
                    <a:pt x="14265" y="161721"/>
                    <a:pt x="30919" y="203983"/>
                    <a:pt x="34767" y="205241"/>
                  </a:cubicBezTo>
                  <a:cubicBezTo>
                    <a:pt x="38616" y="206536"/>
                    <a:pt x="57823" y="160425"/>
                    <a:pt x="70627" y="143772"/>
                  </a:cubicBezTo>
                  <a:cubicBezTo>
                    <a:pt x="83432" y="127119"/>
                    <a:pt x="100085" y="115610"/>
                    <a:pt x="100085" y="115610"/>
                  </a:cubicBezTo>
                  <a:lnTo>
                    <a:pt x="101343" y="93849"/>
                  </a:lnTo>
                  <a:lnTo>
                    <a:pt x="111594" y="115610"/>
                  </a:lnTo>
                  <a:cubicBezTo>
                    <a:pt x="111594" y="115610"/>
                    <a:pt x="130801" y="125861"/>
                    <a:pt x="144901" y="146363"/>
                  </a:cubicBezTo>
                  <a:cubicBezTo>
                    <a:pt x="159001" y="166865"/>
                    <a:pt x="169252" y="179669"/>
                    <a:pt x="183315" y="200134"/>
                  </a:cubicBezTo>
                  <a:cubicBezTo>
                    <a:pt x="188422" y="198839"/>
                    <a:pt x="220877" y="122012"/>
                    <a:pt x="223430" y="81008"/>
                  </a:cubicBezTo>
                  <a:cubicBezTo>
                    <a:pt x="225984" y="40041"/>
                    <a:pt x="220026" y="18687"/>
                    <a:pt x="203780" y="2885"/>
                  </a:cubicBezTo>
                  <a:cubicBezTo>
                    <a:pt x="191382" y="-9253"/>
                    <a:pt x="14302" y="20834"/>
                    <a:pt x="14302" y="20834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70B5DBF2-DF41-AE04-B7E2-6DF373F58B14}"/>
                </a:ext>
              </a:extLst>
            </p:cNvPr>
            <p:cNvSpPr/>
            <p:nvPr/>
          </p:nvSpPr>
          <p:spPr>
            <a:xfrm>
              <a:off x="3684615" y="3418575"/>
              <a:ext cx="343018" cy="1511591"/>
            </a:xfrm>
            <a:custGeom>
              <a:avLst/>
              <a:gdLst>
                <a:gd name="connsiteX0" fmla="*/ 211950 w 343018"/>
                <a:gd name="connsiteY0" fmla="*/ 0 h 1511591"/>
                <a:gd name="connsiteX1" fmla="*/ 115879 w 343018"/>
                <a:gd name="connsiteY1" fmla="*/ 39709 h 1511591"/>
                <a:gd name="connsiteX2" fmla="*/ 15996 w 343018"/>
                <a:gd name="connsiteY2" fmla="*/ 73015 h 1511591"/>
                <a:gd name="connsiteX3" fmla="*/ 638 w 343018"/>
                <a:gd name="connsiteY3" fmla="*/ 111429 h 1511591"/>
                <a:gd name="connsiteX4" fmla="*/ 3192 w 343018"/>
                <a:gd name="connsiteY4" fmla="*/ 198507 h 1511591"/>
                <a:gd name="connsiteX5" fmla="*/ 10889 w 343018"/>
                <a:gd name="connsiteY5" fmla="*/ 295836 h 1511591"/>
                <a:gd name="connsiteX6" fmla="*/ 35240 w 343018"/>
                <a:gd name="connsiteY6" fmla="*/ 395719 h 1511591"/>
                <a:gd name="connsiteX7" fmla="*/ 48045 w 343018"/>
                <a:gd name="connsiteY7" fmla="*/ 475137 h 1511591"/>
                <a:gd name="connsiteX8" fmla="*/ 37793 w 343018"/>
                <a:gd name="connsiteY8" fmla="*/ 641632 h 1511591"/>
                <a:gd name="connsiteX9" fmla="*/ 26728 w 343018"/>
                <a:gd name="connsiteY9" fmla="*/ 777079 h 1511591"/>
                <a:gd name="connsiteX10" fmla="*/ 13295 w 343018"/>
                <a:gd name="connsiteY10" fmla="*/ 1095971 h 1511591"/>
                <a:gd name="connsiteX11" fmla="*/ 9668 w 343018"/>
                <a:gd name="connsiteY11" fmla="*/ 1376745 h 1511591"/>
                <a:gd name="connsiteX12" fmla="*/ 13517 w 343018"/>
                <a:gd name="connsiteY12" fmla="*/ 1462565 h 1511591"/>
                <a:gd name="connsiteX13" fmla="*/ 156957 w 343018"/>
                <a:gd name="connsiteY13" fmla="*/ 1504827 h 1511591"/>
                <a:gd name="connsiteX14" fmla="*/ 313202 w 343018"/>
                <a:gd name="connsiteY14" fmla="*/ 1504827 h 1511591"/>
                <a:gd name="connsiteX15" fmla="*/ 329855 w 343018"/>
                <a:gd name="connsiteY15" fmla="*/ 996384 h 1511591"/>
                <a:gd name="connsiteX16" fmla="*/ 340106 w 343018"/>
                <a:gd name="connsiteY16" fmla="*/ 499487 h 1511591"/>
                <a:gd name="connsiteX17" fmla="*/ 285446 w 343018"/>
                <a:gd name="connsiteY17" fmla="*/ 216456 h 1511591"/>
                <a:gd name="connsiteX18" fmla="*/ 211950 w 343018"/>
                <a:gd name="connsiteY18" fmla="*/ 0 h 1511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3018" h="1511591">
                  <a:moveTo>
                    <a:pt x="211950" y="0"/>
                  </a:moveTo>
                  <a:cubicBezTo>
                    <a:pt x="211950" y="0"/>
                    <a:pt x="153034" y="29458"/>
                    <a:pt x="115879" y="39709"/>
                  </a:cubicBezTo>
                  <a:cubicBezTo>
                    <a:pt x="78724" y="49960"/>
                    <a:pt x="28801" y="67871"/>
                    <a:pt x="15996" y="73015"/>
                  </a:cubicBezTo>
                  <a:cubicBezTo>
                    <a:pt x="3192" y="78122"/>
                    <a:pt x="-1915" y="93517"/>
                    <a:pt x="638" y="111429"/>
                  </a:cubicBezTo>
                  <a:cubicBezTo>
                    <a:pt x="3192" y="129341"/>
                    <a:pt x="5745" y="179300"/>
                    <a:pt x="3192" y="198507"/>
                  </a:cubicBezTo>
                  <a:cubicBezTo>
                    <a:pt x="638" y="217714"/>
                    <a:pt x="7929" y="279035"/>
                    <a:pt x="10889" y="295836"/>
                  </a:cubicBezTo>
                  <a:cubicBezTo>
                    <a:pt x="25618" y="379325"/>
                    <a:pt x="37905" y="398754"/>
                    <a:pt x="35240" y="395719"/>
                  </a:cubicBezTo>
                  <a:cubicBezTo>
                    <a:pt x="42901" y="429025"/>
                    <a:pt x="47563" y="455930"/>
                    <a:pt x="48045" y="475137"/>
                  </a:cubicBezTo>
                  <a:cubicBezTo>
                    <a:pt x="49340" y="525096"/>
                    <a:pt x="33945" y="587824"/>
                    <a:pt x="37793" y="641632"/>
                  </a:cubicBezTo>
                  <a:cubicBezTo>
                    <a:pt x="41383" y="691592"/>
                    <a:pt x="29282" y="729710"/>
                    <a:pt x="26728" y="777079"/>
                  </a:cubicBezTo>
                  <a:cubicBezTo>
                    <a:pt x="24175" y="824448"/>
                    <a:pt x="16921" y="988687"/>
                    <a:pt x="13295" y="1095971"/>
                  </a:cubicBezTo>
                  <a:cubicBezTo>
                    <a:pt x="11814" y="1139565"/>
                    <a:pt x="9668" y="1333225"/>
                    <a:pt x="9668" y="1376745"/>
                  </a:cubicBezTo>
                  <a:cubicBezTo>
                    <a:pt x="9668" y="1420303"/>
                    <a:pt x="8373" y="1454868"/>
                    <a:pt x="13517" y="1462565"/>
                  </a:cubicBezTo>
                  <a:cubicBezTo>
                    <a:pt x="18624" y="1470263"/>
                    <a:pt x="34019" y="1494576"/>
                    <a:pt x="156957" y="1504827"/>
                  </a:cubicBezTo>
                  <a:cubicBezTo>
                    <a:pt x="279895" y="1515078"/>
                    <a:pt x="313202" y="1512525"/>
                    <a:pt x="313202" y="1504827"/>
                  </a:cubicBezTo>
                  <a:cubicBezTo>
                    <a:pt x="313202" y="1497130"/>
                    <a:pt x="329855" y="1052746"/>
                    <a:pt x="329855" y="996384"/>
                  </a:cubicBezTo>
                  <a:cubicBezTo>
                    <a:pt x="329855" y="940022"/>
                    <a:pt x="350468" y="577573"/>
                    <a:pt x="340106" y="499487"/>
                  </a:cubicBezTo>
                  <a:cubicBezTo>
                    <a:pt x="328153" y="409412"/>
                    <a:pt x="285446" y="216456"/>
                    <a:pt x="285446" y="216456"/>
                  </a:cubicBezTo>
                  <a:lnTo>
                    <a:pt x="211950" y="0"/>
                  </a:lnTo>
                  <a:close/>
                </a:path>
              </a:pathLst>
            </a:custGeom>
            <a:solidFill>
              <a:srgbClr val="DCE7F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E168CDD9-BA91-141E-5E06-040A2CE1E524}"/>
                </a:ext>
              </a:extLst>
            </p:cNvPr>
            <p:cNvSpPr/>
            <p:nvPr/>
          </p:nvSpPr>
          <p:spPr>
            <a:xfrm>
              <a:off x="4061370" y="3389080"/>
              <a:ext cx="357696" cy="1534752"/>
            </a:xfrm>
            <a:custGeom>
              <a:avLst/>
              <a:gdLst>
                <a:gd name="connsiteX0" fmla="*/ 65713 w 357696"/>
                <a:gd name="connsiteY0" fmla="*/ 260013 h 1534752"/>
                <a:gd name="connsiteX1" fmla="*/ 395 w 357696"/>
                <a:gd name="connsiteY1" fmla="*/ 413704 h 1534752"/>
                <a:gd name="connsiteX2" fmla="*/ 395 w 357696"/>
                <a:gd name="connsiteY2" fmla="*/ 503336 h 1534752"/>
                <a:gd name="connsiteX3" fmla="*/ 11904 w 357696"/>
                <a:gd name="connsiteY3" fmla="*/ 664688 h 1534752"/>
                <a:gd name="connsiteX4" fmla="*/ 34960 w 357696"/>
                <a:gd name="connsiteY4" fmla="*/ 1267907 h 1534752"/>
                <a:gd name="connsiteX5" fmla="*/ 37513 w 357696"/>
                <a:gd name="connsiteY5" fmla="*/ 1530436 h 1534752"/>
                <a:gd name="connsiteX6" fmla="*/ 205267 w 357696"/>
                <a:gd name="connsiteY6" fmla="*/ 1526588 h 1534752"/>
                <a:gd name="connsiteX7" fmla="*/ 323098 w 357696"/>
                <a:gd name="connsiteY7" fmla="*/ 1486879 h 1534752"/>
                <a:gd name="connsiteX8" fmla="*/ 326947 w 357696"/>
                <a:gd name="connsiteY8" fmla="*/ 1046307 h 1534752"/>
                <a:gd name="connsiteX9" fmla="*/ 319250 w 357696"/>
                <a:gd name="connsiteY9" fmla="*/ 836291 h 1534752"/>
                <a:gd name="connsiteX10" fmla="*/ 311552 w 357696"/>
                <a:gd name="connsiteY10" fmla="*/ 645481 h 1534752"/>
                <a:gd name="connsiteX11" fmla="*/ 321803 w 357696"/>
                <a:gd name="connsiteY11" fmla="*/ 512292 h 1534752"/>
                <a:gd name="connsiteX12" fmla="*/ 321803 w 357696"/>
                <a:gd name="connsiteY12" fmla="*/ 297132 h 1534752"/>
                <a:gd name="connsiteX13" fmla="*/ 357663 w 357696"/>
                <a:gd name="connsiteY13" fmla="*/ 106322 h 1534752"/>
                <a:gd name="connsiteX14" fmla="*/ 293640 w 357696"/>
                <a:gd name="connsiteY14" fmla="*/ 69167 h 1534752"/>
                <a:gd name="connsiteX15" fmla="*/ 120742 w 357696"/>
                <a:gd name="connsiteY15" fmla="*/ 0 h 1534752"/>
                <a:gd name="connsiteX16" fmla="*/ 65713 w 357696"/>
                <a:gd name="connsiteY16" fmla="*/ 260013 h 1534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7696" h="1534752">
                  <a:moveTo>
                    <a:pt x="65713" y="260013"/>
                  </a:moveTo>
                  <a:cubicBezTo>
                    <a:pt x="65713" y="260013"/>
                    <a:pt x="395" y="399605"/>
                    <a:pt x="395" y="413704"/>
                  </a:cubicBezTo>
                  <a:cubicBezTo>
                    <a:pt x="395" y="427804"/>
                    <a:pt x="-493" y="479022"/>
                    <a:pt x="395" y="503336"/>
                  </a:cubicBezTo>
                  <a:cubicBezTo>
                    <a:pt x="1690" y="537901"/>
                    <a:pt x="10646" y="628828"/>
                    <a:pt x="11904" y="664688"/>
                  </a:cubicBezTo>
                  <a:cubicBezTo>
                    <a:pt x="13199" y="700548"/>
                    <a:pt x="34960" y="1208991"/>
                    <a:pt x="34960" y="1267907"/>
                  </a:cubicBezTo>
                  <a:cubicBezTo>
                    <a:pt x="34960" y="1326822"/>
                    <a:pt x="36255" y="1525329"/>
                    <a:pt x="37513" y="1530436"/>
                  </a:cubicBezTo>
                  <a:cubicBezTo>
                    <a:pt x="38771" y="1535543"/>
                    <a:pt x="136137" y="1538097"/>
                    <a:pt x="205267" y="1526588"/>
                  </a:cubicBezTo>
                  <a:cubicBezTo>
                    <a:pt x="274434" y="1515078"/>
                    <a:pt x="321803" y="1502274"/>
                    <a:pt x="323098" y="1486879"/>
                  </a:cubicBezTo>
                  <a:cubicBezTo>
                    <a:pt x="324393" y="1471521"/>
                    <a:pt x="326947" y="1091160"/>
                    <a:pt x="326947" y="1046307"/>
                  </a:cubicBezTo>
                  <a:cubicBezTo>
                    <a:pt x="326947" y="1001454"/>
                    <a:pt x="324393" y="864453"/>
                    <a:pt x="319250" y="836291"/>
                  </a:cubicBezTo>
                  <a:cubicBezTo>
                    <a:pt x="314143" y="808128"/>
                    <a:pt x="311552" y="658286"/>
                    <a:pt x="311552" y="645481"/>
                  </a:cubicBezTo>
                  <a:cubicBezTo>
                    <a:pt x="311552" y="632677"/>
                    <a:pt x="321803" y="549410"/>
                    <a:pt x="321803" y="512292"/>
                  </a:cubicBezTo>
                  <a:cubicBezTo>
                    <a:pt x="321803" y="475137"/>
                    <a:pt x="321803" y="297132"/>
                    <a:pt x="321803" y="297132"/>
                  </a:cubicBezTo>
                  <a:cubicBezTo>
                    <a:pt x="321803" y="297132"/>
                    <a:pt x="358958" y="119126"/>
                    <a:pt x="357663" y="106322"/>
                  </a:cubicBezTo>
                  <a:cubicBezTo>
                    <a:pt x="356405" y="93517"/>
                    <a:pt x="321803" y="79418"/>
                    <a:pt x="293640" y="69167"/>
                  </a:cubicBezTo>
                  <a:cubicBezTo>
                    <a:pt x="265478" y="58916"/>
                    <a:pt x="120742" y="0"/>
                    <a:pt x="120742" y="0"/>
                  </a:cubicBezTo>
                  <a:lnTo>
                    <a:pt x="65713" y="260013"/>
                  </a:lnTo>
                  <a:close/>
                </a:path>
              </a:pathLst>
            </a:custGeom>
            <a:solidFill>
              <a:srgbClr val="DCE7F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DE781887-2710-EEA5-75FB-8A0EAD593C4B}"/>
                </a:ext>
              </a:extLst>
            </p:cNvPr>
            <p:cNvSpPr/>
            <p:nvPr/>
          </p:nvSpPr>
          <p:spPr>
            <a:xfrm>
              <a:off x="3649800" y="4071091"/>
              <a:ext cx="145105" cy="168624"/>
            </a:xfrm>
            <a:custGeom>
              <a:avLst/>
              <a:gdLst>
                <a:gd name="connsiteX0" fmla="*/ 0 w 145105"/>
                <a:gd name="connsiteY0" fmla="*/ 137664 h 168624"/>
                <a:gd name="connsiteX1" fmla="*/ 10251 w 145105"/>
                <a:gd name="connsiteY1" fmla="*/ 163273 h 168624"/>
                <a:gd name="connsiteX2" fmla="*/ 29014 w 145105"/>
                <a:gd name="connsiteY2" fmla="*/ 162421 h 168624"/>
                <a:gd name="connsiteX3" fmla="*/ 65725 w 145105"/>
                <a:gd name="connsiteY3" fmla="*/ 121454 h 168624"/>
                <a:gd name="connsiteX4" fmla="*/ 115241 w 145105"/>
                <a:gd name="connsiteY4" fmla="*/ 81339 h 168624"/>
                <a:gd name="connsiteX5" fmla="*/ 145106 w 145105"/>
                <a:gd name="connsiteY5" fmla="*/ 18167 h 168624"/>
                <a:gd name="connsiteX6" fmla="*/ 128045 w 145105"/>
                <a:gd name="connsiteY6" fmla="*/ 256 h 168624"/>
                <a:gd name="connsiteX7" fmla="*/ 0 w 145105"/>
                <a:gd name="connsiteY7" fmla="*/ 137664 h 168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5105" h="168624">
                  <a:moveTo>
                    <a:pt x="0" y="137664"/>
                  </a:moveTo>
                  <a:cubicBezTo>
                    <a:pt x="0" y="137664"/>
                    <a:pt x="6846" y="155575"/>
                    <a:pt x="10251" y="163273"/>
                  </a:cubicBezTo>
                  <a:cubicBezTo>
                    <a:pt x="13656" y="170970"/>
                    <a:pt x="19651" y="170082"/>
                    <a:pt x="29014" y="162421"/>
                  </a:cubicBezTo>
                  <a:cubicBezTo>
                    <a:pt x="38414" y="154724"/>
                    <a:pt x="56325" y="135110"/>
                    <a:pt x="65725" y="121454"/>
                  </a:cubicBezTo>
                  <a:cubicBezTo>
                    <a:pt x="75125" y="107799"/>
                    <a:pt x="97329" y="94143"/>
                    <a:pt x="115241" y="81339"/>
                  </a:cubicBezTo>
                  <a:cubicBezTo>
                    <a:pt x="133152" y="68534"/>
                    <a:pt x="145106" y="28418"/>
                    <a:pt x="145106" y="18167"/>
                  </a:cubicBezTo>
                  <a:cubicBezTo>
                    <a:pt x="145106" y="7916"/>
                    <a:pt x="139147" y="5363"/>
                    <a:pt x="128045" y="256"/>
                  </a:cubicBezTo>
                  <a:cubicBezTo>
                    <a:pt x="116980" y="-4888"/>
                    <a:pt x="4293" y="68534"/>
                    <a:pt x="0" y="137664"/>
                  </a:cubicBezTo>
                  <a:close/>
                </a:path>
              </a:pathLst>
            </a:custGeom>
            <a:solidFill>
              <a:srgbClr val="D4DFE9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09E5D5D9-D9B7-3219-8188-CE3EF136B1C3}"/>
                </a:ext>
              </a:extLst>
            </p:cNvPr>
            <p:cNvSpPr/>
            <p:nvPr/>
          </p:nvSpPr>
          <p:spPr>
            <a:xfrm>
              <a:off x="3689953" y="4085816"/>
              <a:ext cx="84524" cy="83550"/>
            </a:xfrm>
            <a:custGeom>
              <a:avLst/>
              <a:gdLst>
                <a:gd name="connsiteX0" fmla="*/ 0 w 84524"/>
                <a:gd name="connsiteY0" fmla="*/ 58064 h 83550"/>
                <a:gd name="connsiteX1" fmla="*/ 12804 w 84524"/>
                <a:gd name="connsiteY1" fmla="*/ 81971 h 83550"/>
                <a:gd name="connsiteX2" fmla="*/ 46111 w 84524"/>
                <a:gd name="connsiteY2" fmla="*/ 73422 h 83550"/>
                <a:gd name="connsiteX3" fmla="*/ 84525 w 84524"/>
                <a:gd name="connsiteY3" fmla="*/ 23907 h 83550"/>
                <a:gd name="connsiteX4" fmla="*/ 35009 w 84524"/>
                <a:gd name="connsiteY4" fmla="*/ 0 h 83550"/>
                <a:gd name="connsiteX5" fmla="*/ 0 w 84524"/>
                <a:gd name="connsiteY5" fmla="*/ 58064 h 83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524" h="83550">
                  <a:moveTo>
                    <a:pt x="0" y="58064"/>
                  </a:moveTo>
                  <a:cubicBezTo>
                    <a:pt x="0" y="58064"/>
                    <a:pt x="5958" y="79418"/>
                    <a:pt x="12804" y="81971"/>
                  </a:cubicBezTo>
                  <a:cubicBezTo>
                    <a:pt x="19614" y="84525"/>
                    <a:pt x="30716" y="85376"/>
                    <a:pt x="46111" y="73422"/>
                  </a:cubicBezTo>
                  <a:cubicBezTo>
                    <a:pt x="61469" y="61469"/>
                    <a:pt x="84525" y="23907"/>
                    <a:pt x="84525" y="23907"/>
                  </a:cubicBezTo>
                  <a:lnTo>
                    <a:pt x="35009" y="0"/>
                  </a:lnTo>
                  <a:lnTo>
                    <a:pt x="0" y="58064"/>
                  </a:lnTo>
                  <a:close/>
                </a:path>
              </a:pathLst>
            </a:custGeom>
            <a:solidFill>
              <a:srgbClr val="96C1E8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2C0EC0FD-1989-E1E3-0B8C-795A4A072CC9}"/>
                </a:ext>
              </a:extLst>
            </p:cNvPr>
            <p:cNvSpPr/>
            <p:nvPr/>
          </p:nvSpPr>
          <p:spPr>
            <a:xfrm>
              <a:off x="3687362" y="4061653"/>
              <a:ext cx="185861" cy="165864"/>
            </a:xfrm>
            <a:custGeom>
              <a:avLst/>
              <a:gdLst>
                <a:gd name="connsiteX0" fmla="*/ 0 w 185861"/>
                <a:gd name="connsiteY0" fmla="*/ 60874 h 165864"/>
                <a:gd name="connsiteX1" fmla="*/ 25609 w 185861"/>
                <a:gd name="connsiteY1" fmla="*/ 97586 h 165864"/>
                <a:gd name="connsiteX2" fmla="*/ 57213 w 185861"/>
                <a:gd name="connsiteY2" fmla="*/ 136850 h 165864"/>
                <a:gd name="connsiteX3" fmla="*/ 139184 w 185861"/>
                <a:gd name="connsiteY3" fmla="*/ 165864 h 165864"/>
                <a:gd name="connsiteX4" fmla="*/ 143440 w 185861"/>
                <a:gd name="connsiteY4" fmla="*/ 135111 h 165864"/>
                <a:gd name="connsiteX5" fmla="*/ 146845 w 185861"/>
                <a:gd name="connsiteY5" fmla="*/ 111204 h 165864"/>
                <a:gd name="connsiteX6" fmla="*/ 169049 w 185861"/>
                <a:gd name="connsiteY6" fmla="*/ 121455 h 165864"/>
                <a:gd name="connsiteX7" fmla="*/ 182705 w 185861"/>
                <a:gd name="connsiteY7" fmla="*/ 92442 h 165864"/>
                <a:gd name="connsiteX8" fmla="*/ 154542 w 185861"/>
                <a:gd name="connsiteY8" fmla="*/ 54879 h 165864"/>
                <a:gd name="connsiteX9" fmla="*/ 123826 w 185861"/>
                <a:gd name="connsiteY9" fmla="*/ 27568 h 165864"/>
                <a:gd name="connsiteX10" fmla="*/ 64911 w 185861"/>
                <a:gd name="connsiteY10" fmla="*/ 5363 h 165864"/>
                <a:gd name="connsiteX11" fmla="*/ 0 w 185861"/>
                <a:gd name="connsiteY11" fmla="*/ 60874 h 16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5861" h="165864">
                  <a:moveTo>
                    <a:pt x="0" y="60874"/>
                  </a:moveTo>
                  <a:cubicBezTo>
                    <a:pt x="0" y="60874"/>
                    <a:pt x="17060" y="87335"/>
                    <a:pt x="25609" y="97586"/>
                  </a:cubicBezTo>
                  <a:cubicBezTo>
                    <a:pt x="34158" y="107837"/>
                    <a:pt x="48665" y="129190"/>
                    <a:pt x="57213" y="136850"/>
                  </a:cubicBezTo>
                  <a:cubicBezTo>
                    <a:pt x="65762" y="144548"/>
                    <a:pt x="139184" y="165864"/>
                    <a:pt x="139184" y="165864"/>
                  </a:cubicBezTo>
                  <a:cubicBezTo>
                    <a:pt x="139184" y="165864"/>
                    <a:pt x="140887" y="146213"/>
                    <a:pt x="143440" y="135111"/>
                  </a:cubicBezTo>
                  <a:cubicBezTo>
                    <a:pt x="145994" y="124009"/>
                    <a:pt x="146845" y="111204"/>
                    <a:pt x="146845" y="111204"/>
                  </a:cubicBezTo>
                  <a:cubicBezTo>
                    <a:pt x="146845" y="111204"/>
                    <a:pt x="157096" y="126562"/>
                    <a:pt x="169049" y="121455"/>
                  </a:cubicBezTo>
                  <a:cubicBezTo>
                    <a:pt x="181003" y="116348"/>
                    <a:pt x="191254" y="106948"/>
                    <a:pt x="182705" y="92442"/>
                  </a:cubicBezTo>
                  <a:cubicBezTo>
                    <a:pt x="174156" y="77935"/>
                    <a:pt x="162203" y="67684"/>
                    <a:pt x="154542" y="54879"/>
                  </a:cubicBezTo>
                  <a:cubicBezTo>
                    <a:pt x="146845" y="42075"/>
                    <a:pt x="132338" y="30121"/>
                    <a:pt x="123826" y="27568"/>
                  </a:cubicBezTo>
                  <a:cubicBezTo>
                    <a:pt x="115278" y="25014"/>
                    <a:pt x="99920" y="36968"/>
                    <a:pt x="64911" y="5363"/>
                  </a:cubicBezTo>
                  <a:cubicBezTo>
                    <a:pt x="35194" y="-21430"/>
                    <a:pt x="0" y="60874"/>
                    <a:pt x="0" y="60874"/>
                  </a:cubicBezTo>
                  <a:close/>
                </a:path>
              </a:pathLst>
            </a:custGeom>
            <a:solidFill>
              <a:srgbClr val="F5B97E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DC50DBC-D9BC-5F61-734F-323E34FEF6C6}"/>
                </a:ext>
              </a:extLst>
            </p:cNvPr>
            <p:cNvSpPr/>
            <p:nvPr/>
          </p:nvSpPr>
          <p:spPr>
            <a:xfrm>
              <a:off x="3483841" y="3494144"/>
              <a:ext cx="307733" cy="743772"/>
            </a:xfrm>
            <a:custGeom>
              <a:avLst/>
              <a:gdLst>
                <a:gd name="connsiteX0" fmla="*/ 212921 w 307733"/>
                <a:gd name="connsiteY0" fmla="*/ 0 h 743772"/>
                <a:gd name="connsiteX1" fmla="*/ 209516 w 307733"/>
                <a:gd name="connsiteY1" fmla="*/ 35009 h 743772"/>
                <a:gd name="connsiteX2" fmla="*/ 212070 w 307733"/>
                <a:gd name="connsiteY2" fmla="*/ 113575 h 743772"/>
                <a:gd name="connsiteX3" fmla="*/ 220618 w 307733"/>
                <a:gd name="connsiteY3" fmla="*/ 234811 h 743772"/>
                <a:gd name="connsiteX4" fmla="*/ 241120 w 307733"/>
                <a:gd name="connsiteY4" fmla="*/ 302275 h 743772"/>
                <a:gd name="connsiteX5" fmla="*/ 247967 w 307733"/>
                <a:gd name="connsiteY5" fmla="*/ 314229 h 743772"/>
                <a:gd name="connsiteX6" fmla="*/ 242860 w 307733"/>
                <a:gd name="connsiteY6" fmla="*/ 333880 h 743772"/>
                <a:gd name="connsiteX7" fmla="*/ 232609 w 307733"/>
                <a:gd name="connsiteY7" fmla="*/ 362042 h 743772"/>
                <a:gd name="connsiteX8" fmla="*/ 228353 w 307733"/>
                <a:gd name="connsiteY8" fmla="*/ 389354 h 743772"/>
                <a:gd name="connsiteX9" fmla="*/ 225799 w 307733"/>
                <a:gd name="connsiteY9" fmla="*/ 409004 h 743772"/>
                <a:gd name="connsiteX10" fmla="*/ 214697 w 307733"/>
                <a:gd name="connsiteY10" fmla="*/ 415851 h 743772"/>
                <a:gd name="connsiteX11" fmla="*/ 228353 w 307733"/>
                <a:gd name="connsiteY11" fmla="*/ 426102 h 743772"/>
                <a:gd name="connsiteX12" fmla="*/ 224097 w 307733"/>
                <a:gd name="connsiteY12" fmla="*/ 447455 h 743772"/>
                <a:gd name="connsiteX13" fmla="*/ 216400 w 307733"/>
                <a:gd name="connsiteY13" fmla="*/ 456855 h 743772"/>
                <a:gd name="connsiteX14" fmla="*/ 229204 w 307733"/>
                <a:gd name="connsiteY14" fmla="*/ 489310 h 743772"/>
                <a:gd name="connsiteX15" fmla="*/ 266766 w 307733"/>
                <a:gd name="connsiteY15" fmla="*/ 540528 h 743772"/>
                <a:gd name="connsiteX16" fmla="*/ 307733 w 307733"/>
                <a:gd name="connsiteY16" fmla="*/ 584937 h 743772"/>
                <a:gd name="connsiteX17" fmla="*/ 259920 w 307733"/>
                <a:gd name="connsiteY17" fmla="*/ 604588 h 743772"/>
                <a:gd name="connsiteX18" fmla="*/ 190753 w 307733"/>
                <a:gd name="connsiteY18" fmla="*/ 695959 h 743772"/>
                <a:gd name="connsiteX19" fmla="*/ 177098 w 307733"/>
                <a:gd name="connsiteY19" fmla="*/ 743772 h 743772"/>
                <a:gd name="connsiteX20" fmla="*/ 143791 w 307733"/>
                <a:gd name="connsiteY20" fmla="*/ 684006 h 743772"/>
                <a:gd name="connsiteX21" fmla="*/ 96829 w 307733"/>
                <a:gd name="connsiteY21" fmla="*/ 587528 h 743772"/>
                <a:gd name="connsiteX22" fmla="*/ 73773 w 307733"/>
                <a:gd name="connsiteY22" fmla="*/ 556812 h 743772"/>
                <a:gd name="connsiteX23" fmla="*/ 31955 w 307733"/>
                <a:gd name="connsiteY23" fmla="*/ 498747 h 743772"/>
                <a:gd name="connsiteX24" fmla="*/ 11453 w 307733"/>
                <a:gd name="connsiteY24" fmla="*/ 475692 h 743772"/>
                <a:gd name="connsiteX25" fmla="*/ 7197 w 307733"/>
                <a:gd name="connsiteY25" fmla="*/ 457743 h 743772"/>
                <a:gd name="connsiteX26" fmla="*/ 2090 w 307733"/>
                <a:gd name="connsiteY26" fmla="*/ 433836 h 743772"/>
                <a:gd name="connsiteX27" fmla="*/ 8900 w 307733"/>
                <a:gd name="connsiteY27" fmla="*/ 399679 h 743772"/>
                <a:gd name="connsiteX28" fmla="*/ 18300 w 307733"/>
                <a:gd name="connsiteY28" fmla="*/ 369777 h 743772"/>
                <a:gd name="connsiteX29" fmla="*/ 49904 w 307733"/>
                <a:gd name="connsiteY29" fmla="*/ 313415 h 743772"/>
                <a:gd name="connsiteX30" fmla="*/ 87466 w 307733"/>
                <a:gd name="connsiteY30" fmla="*/ 221193 h 743772"/>
                <a:gd name="connsiteX31" fmla="*/ 137833 w 307733"/>
                <a:gd name="connsiteY31" fmla="*/ 108505 h 743772"/>
                <a:gd name="connsiteX32" fmla="*/ 212921 w 307733"/>
                <a:gd name="connsiteY32" fmla="*/ 0 h 743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07733" h="743772">
                  <a:moveTo>
                    <a:pt x="212921" y="0"/>
                  </a:moveTo>
                  <a:cubicBezTo>
                    <a:pt x="212921" y="0"/>
                    <a:pt x="206926" y="17912"/>
                    <a:pt x="209516" y="35009"/>
                  </a:cubicBezTo>
                  <a:cubicBezTo>
                    <a:pt x="212070" y="52106"/>
                    <a:pt x="212070" y="93073"/>
                    <a:pt x="212070" y="113575"/>
                  </a:cubicBezTo>
                  <a:cubicBezTo>
                    <a:pt x="212070" y="134077"/>
                    <a:pt x="213772" y="215197"/>
                    <a:pt x="220618" y="234811"/>
                  </a:cubicBezTo>
                  <a:cubicBezTo>
                    <a:pt x="227465" y="254425"/>
                    <a:pt x="234274" y="294578"/>
                    <a:pt x="241120" y="302275"/>
                  </a:cubicBezTo>
                  <a:cubicBezTo>
                    <a:pt x="247967" y="309973"/>
                    <a:pt x="247967" y="314229"/>
                    <a:pt x="247967" y="314229"/>
                  </a:cubicBezTo>
                  <a:cubicBezTo>
                    <a:pt x="247967" y="314229"/>
                    <a:pt x="245413" y="323629"/>
                    <a:pt x="242860" y="333880"/>
                  </a:cubicBezTo>
                  <a:cubicBezTo>
                    <a:pt x="240306" y="344131"/>
                    <a:pt x="232609" y="356935"/>
                    <a:pt x="232609" y="362042"/>
                  </a:cubicBezTo>
                  <a:cubicBezTo>
                    <a:pt x="232609" y="367149"/>
                    <a:pt x="230906" y="385949"/>
                    <a:pt x="228353" y="389354"/>
                  </a:cubicBezTo>
                  <a:cubicBezTo>
                    <a:pt x="225799" y="392758"/>
                    <a:pt x="235199" y="405563"/>
                    <a:pt x="225799" y="409004"/>
                  </a:cubicBezTo>
                  <a:cubicBezTo>
                    <a:pt x="216400" y="412409"/>
                    <a:pt x="214697" y="415851"/>
                    <a:pt x="214697" y="415851"/>
                  </a:cubicBezTo>
                  <a:cubicBezTo>
                    <a:pt x="214697" y="415851"/>
                    <a:pt x="228353" y="420107"/>
                    <a:pt x="228353" y="426102"/>
                  </a:cubicBezTo>
                  <a:cubicBezTo>
                    <a:pt x="228353" y="432097"/>
                    <a:pt x="230055" y="443162"/>
                    <a:pt x="224097" y="447455"/>
                  </a:cubicBezTo>
                  <a:cubicBezTo>
                    <a:pt x="218102" y="451711"/>
                    <a:pt x="214697" y="451711"/>
                    <a:pt x="216400" y="456855"/>
                  </a:cubicBezTo>
                  <a:cubicBezTo>
                    <a:pt x="218102" y="461962"/>
                    <a:pt x="219804" y="477357"/>
                    <a:pt x="229204" y="489310"/>
                  </a:cubicBezTo>
                  <a:cubicBezTo>
                    <a:pt x="238604" y="501264"/>
                    <a:pt x="254813" y="527724"/>
                    <a:pt x="266766" y="540528"/>
                  </a:cubicBezTo>
                  <a:cubicBezTo>
                    <a:pt x="278720" y="553333"/>
                    <a:pt x="307733" y="579793"/>
                    <a:pt x="307733" y="584937"/>
                  </a:cubicBezTo>
                  <a:cubicBezTo>
                    <a:pt x="292375" y="581532"/>
                    <a:pt x="271281" y="594485"/>
                    <a:pt x="259920" y="604588"/>
                  </a:cubicBezTo>
                  <a:cubicBezTo>
                    <a:pt x="229167" y="631899"/>
                    <a:pt x="198673" y="679676"/>
                    <a:pt x="190753" y="695959"/>
                  </a:cubicBezTo>
                  <a:cubicBezTo>
                    <a:pt x="174544" y="729266"/>
                    <a:pt x="177098" y="743772"/>
                    <a:pt x="177098" y="743772"/>
                  </a:cubicBezTo>
                  <a:cubicBezTo>
                    <a:pt x="177098" y="743772"/>
                    <a:pt x="159186" y="719866"/>
                    <a:pt x="143791" y="684006"/>
                  </a:cubicBezTo>
                  <a:cubicBezTo>
                    <a:pt x="128433" y="648146"/>
                    <a:pt x="104526" y="595225"/>
                    <a:pt x="96829" y="587528"/>
                  </a:cubicBezTo>
                  <a:cubicBezTo>
                    <a:pt x="89131" y="579830"/>
                    <a:pt x="79769" y="570467"/>
                    <a:pt x="73773" y="556812"/>
                  </a:cubicBezTo>
                  <a:cubicBezTo>
                    <a:pt x="67778" y="543156"/>
                    <a:pt x="43464" y="503077"/>
                    <a:pt x="31955" y="498747"/>
                  </a:cubicBezTo>
                  <a:cubicBezTo>
                    <a:pt x="18300" y="493640"/>
                    <a:pt x="10602" y="488496"/>
                    <a:pt x="11453" y="475692"/>
                  </a:cubicBezTo>
                  <a:cubicBezTo>
                    <a:pt x="12008" y="467143"/>
                    <a:pt x="9751" y="460334"/>
                    <a:pt x="7197" y="457743"/>
                  </a:cubicBezTo>
                  <a:cubicBezTo>
                    <a:pt x="4644" y="455190"/>
                    <a:pt x="-3905" y="447492"/>
                    <a:pt x="2090" y="433836"/>
                  </a:cubicBezTo>
                  <a:cubicBezTo>
                    <a:pt x="5717" y="425510"/>
                    <a:pt x="12600" y="411965"/>
                    <a:pt x="8900" y="399679"/>
                  </a:cubicBezTo>
                  <a:cubicBezTo>
                    <a:pt x="3793" y="382581"/>
                    <a:pt x="9751" y="375772"/>
                    <a:pt x="18300" y="369777"/>
                  </a:cubicBezTo>
                  <a:cubicBezTo>
                    <a:pt x="26848" y="363782"/>
                    <a:pt x="43057" y="331363"/>
                    <a:pt x="49904" y="313415"/>
                  </a:cubicBezTo>
                  <a:cubicBezTo>
                    <a:pt x="56750" y="295503"/>
                    <a:pt x="74625" y="251020"/>
                    <a:pt x="87466" y="221193"/>
                  </a:cubicBezTo>
                  <a:cubicBezTo>
                    <a:pt x="103675" y="183630"/>
                    <a:pt x="126731" y="128119"/>
                    <a:pt x="137833" y="108505"/>
                  </a:cubicBezTo>
                  <a:cubicBezTo>
                    <a:pt x="148898" y="88780"/>
                    <a:pt x="192456" y="5107"/>
                    <a:pt x="212921" y="0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E9E6F4DB-951F-8B80-68B0-0E0FD28E012F}"/>
                </a:ext>
              </a:extLst>
            </p:cNvPr>
            <p:cNvSpPr/>
            <p:nvPr/>
          </p:nvSpPr>
          <p:spPr>
            <a:xfrm>
              <a:off x="4306383" y="4094143"/>
              <a:ext cx="122309" cy="150108"/>
            </a:xfrm>
            <a:custGeom>
              <a:avLst/>
              <a:gdLst>
                <a:gd name="connsiteX0" fmla="*/ 122309 w 122309"/>
                <a:gd name="connsiteY0" fmla="*/ 101807 h 150108"/>
                <a:gd name="connsiteX1" fmla="*/ 111429 w 122309"/>
                <a:gd name="connsiteY1" fmla="*/ 144069 h 150108"/>
                <a:gd name="connsiteX2" fmla="*/ 95405 w 122309"/>
                <a:gd name="connsiteY2" fmla="*/ 145994 h 150108"/>
                <a:gd name="connsiteX3" fmla="*/ 46111 w 122309"/>
                <a:gd name="connsiteY3" fmla="*/ 105656 h 150108"/>
                <a:gd name="connsiteX4" fmla="*/ 0 w 122309"/>
                <a:gd name="connsiteY4" fmla="*/ 80676 h 150108"/>
                <a:gd name="connsiteX5" fmla="*/ 40967 w 122309"/>
                <a:gd name="connsiteY5" fmla="*/ 0 h 150108"/>
                <a:gd name="connsiteX6" fmla="*/ 122309 w 122309"/>
                <a:gd name="connsiteY6" fmla="*/ 101807 h 150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2309" h="150108">
                  <a:moveTo>
                    <a:pt x="122309" y="101807"/>
                  </a:moveTo>
                  <a:cubicBezTo>
                    <a:pt x="122309" y="101807"/>
                    <a:pt x="117831" y="136372"/>
                    <a:pt x="111429" y="144069"/>
                  </a:cubicBezTo>
                  <a:cubicBezTo>
                    <a:pt x="105027" y="151767"/>
                    <a:pt x="101807" y="151767"/>
                    <a:pt x="95405" y="145994"/>
                  </a:cubicBezTo>
                  <a:cubicBezTo>
                    <a:pt x="89002" y="140221"/>
                    <a:pt x="61469" y="114612"/>
                    <a:pt x="46111" y="105656"/>
                  </a:cubicBezTo>
                  <a:cubicBezTo>
                    <a:pt x="30753" y="96700"/>
                    <a:pt x="0" y="80676"/>
                    <a:pt x="0" y="80676"/>
                  </a:cubicBezTo>
                  <a:lnTo>
                    <a:pt x="40967" y="0"/>
                  </a:lnTo>
                  <a:lnTo>
                    <a:pt x="122309" y="101807"/>
                  </a:lnTo>
                  <a:close/>
                </a:path>
              </a:pathLst>
            </a:custGeom>
            <a:solidFill>
              <a:srgbClr val="D4DFE9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E8FFAAF6-802B-FD27-70FC-DAD236E93799}"/>
                </a:ext>
              </a:extLst>
            </p:cNvPr>
            <p:cNvSpPr/>
            <p:nvPr/>
          </p:nvSpPr>
          <p:spPr>
            <a:xfrm>
              <a:off x="4315968" y="4099879"/>
              <a:ext cx="92851" cy="85982"/>
            </a:xfrm>
            <a:custGeom>
              <a:avLst/>
              <a:gdLst>
                <a:gd name="connsiteX0" fmla="*/ 92851 w 92851"/>
                <a:gd name="connsiteY0" fmla="*/ 53179 h 85982"/>
                <a:gd name="connsiteX1" fmla="*/ 60840 w 92851"/>
                <a:gd name="connsiteY1" fmla="*/ 85191 h 85982"/>
                <a:gd name="connsiteX2" fmla="*/ 27533 w 92851"/>
                <a:gd name="connsiteY2" fmla="*/ 69167 h 85982"/>
                <a:gd name="connsiteX3" fmla="*/ 0 w 92851"/>
                <a:gd name="connsiteY3" fmla="*/ 40338 h 85982"/>
                <a:gd name="connsiteX4" fmla="*/ 69796 w 92851"/>
                <a:gd name="connsiteY4" fmla="*/ 0 h 85982"/>
                <a:gd name="connsiteX5" fmla="*/ 92851 w 92851"/>
                <a:gd name="connsiteY5" fmla="*/ 53179 h 85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2851" h="85982">
                  <a:moveTo>
                    <a:pt x="92851" y="53179"/>
                  </a:moveTo>
                  <a:cubicBezTo>
                    <a:pt x="92851" y="53179"/>
                    <a:pt x="64023" y="82637"/>
                    <a:pt x="60840" y="85191"/>
                  </a:cubicBezTo>
                  <a:cubicBezTo>
                    <a:pt x="57620" y="87744"/>
                    <a:pt x="43558" y="84562"/>
                    <a:pt x="27533" y="69167"/>
                  </a:cubicBezTo>
                  <a:cubicBezTo>
                    <a:pt x="21760" y="63616"/>
                    <a:pt x="0" y="40338"/>
                    <a:pt x="0" y="40338"/>
                  </a:cubicBezTo>
                  <a:lnTo>
                    <a:pt x="69796" y="0"/>
                  </a:lnTo>
                  <a:lnTo>
                    <a:pt x="92851" y="53179"/>
                  </a:lnTo>
                  <a:close/>
                </a:path>
              </a:pathLst>
            </a:custGeom>
            <a:solidFill>
              <a:srgbClr val="96C1E8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4BE2A5-FE7D-F8B6-BF02-7C7673A9300A}"/>
                </a:ext>
              </a:extLst>
            </p:cNvPr>
            <p:cNvSpPr/>
            <p:nvPr/>
          </p:nvSpPr>
          <p:spPr>
            <a:xfrm>
              <a:off x="4192902" y="4086482"/>
              <a:ext cx="190974" cy="145327"/>
            </a:xfrm>
            <a:custGeom>
              <a:avLst/>
              <a:gdLst>
                <a:gd name="connsiteX0" fmla="*/ 190975 w 190974"/>
                <a:gd name="connsiteY0" fmla="*/ 50552 h 145327"/>
                <a:gd name="connsiteX1" fmla="*/ 169843 w 190974"/>
                <a:gd name="connsiteY1" fmla="*/ 76161 h 145327"/>
                <a:gd name="connsiteX2" fmla="*/ 156410 w 190974"/>
                <a:gd name="connsiteY2" fmla="*/ 103065 h 145327"/>
                <a:gd name="connsiteX3" fmla="*/ 139756 w 190974"/>
                <a:gd name="connsiteY3" fmla="*/ 145328 h 145327"/>
                <a:gd name="connsiteX4" fmla="*/ 43723 w 190974"/>
                <a:gd name="connsiteY4" fmla="*/ 127379 h 145327"/>
                <a:gd name="connsiteX5" fmla="*/ 44352 w 190974"/>
                <a:gd name="connsiteY5" fmla="*/ 103065 h 145327"/>
                <a:gd name="connsiteX6" fmla="*/ 39874 w 190974"/>
                <a:gd name="connsiteY6" fmla="*/ 84488 h 145327"/>
                <a:gd name="connsiteX7" fmla="*/ 15523 w 190974"/>
                <a:gd name="connsiteY7" fmla="*/ 92185 h 145327"/>
                <a:gd name="connsiteX8" fmla="*/ 165 w 190974"/>
                <a:gd name="connsiteY8" fmla="*/ 68501 h 145327"/>
                <a:gd name="connsiteX9" fmla="*/ 20667 w 190974"/>
                <a:gd name="connsiteY9" fmla="*/ 52476 h 145327"/>
                <a:gd name="connsiteX10" fmla="*/ 40503 w 190974"/>
                <a:gd name="connsiteY10" fmla="*/ 32640 h 145327"/>
                <a:gd name="connsiteX11" fmla="*/ 76363 w 190974"/>
                <a:gd name="connsiteY11" fmla="*/ 12804 h 145327"/>
                <a:gd name="connsiteX12" fmla="*/ 110299 w 190974"/>
                <a:gd name="connsiteY12" fmla="*/ 0 h 145327"/>
                <a:gd name="connsiteX13" fmla="*/ 190975 w 190974"/>
                <a:gd name="connsiteY13" fmla="*/ 50552 h 145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0974" h="145327">
                  <a:moveTo>
                    <a:pt x="190975" y="50552"/>
                  </a:moveTo>
                  <a:cubicBezTo>
                    <a:pt x="190975" y="50552"/>
                    <a:pt x="176246" y="67205"/>
                    <a:pt x="169843" y="76161"/>
                  </a:cubicBezTo>
                  <a:cubicBezTo>
                    <a:pt x="163441" y="85117"/>
                    <a:pt x="162812" y="90261"/>
                    <a:pt x="156410" y="103065"/>
                  </a:cubicBezTo>
                  <a:cubicBezTo>
                    <a:pt x="150008" y="115870"/>
                    <a:pt x="139756" y="145328"/>
                    <a:pt x="139756" y="145328"/>
                  </a:cubicBezTo>
                  <a:lnTo>
                    <a:pt x="43723" y="127379"/>
                  </a:lnTo>
                  <a:cubicBezTo>
                    <a:pt x="43723" y="127379"/>
                    <a:pt x="45647" y="113945"/>
                    <a:pt x="44352" y="103065"/>
                  </a:cubicBezTo>
                  <a:cubicBezTo>
                    <a:pt x="43057" y="92185"/>
                    <a:pt x="39874" y="84488"/>
                    <a:pt x="39874" y="84488"/>
                  </a:cubicBezTo>
                  <a:cubicBezTo>
                    <a:pt x="39874" y="84488"/>
                    <a:pt x="30918" y="95997"/>
                    <a:pt x="15523" y="92185"/>
                  </a:cubicBezTo>
                  <a:cubicBezTo>
                    <a:pt x="165" y="88336"/>
                    <a:pt x="-501" y="78752"/>
                    <a:pt x="165" y="68501"/>
                  </a:cubicBezTo>
                  <a:cubicBezTo>
                    <a:pt x="794" y="58249"/>
                    <a:pt x="11045" y="58249"/>
                    <a:pt x="20667" y="52476"/>
                  </a:cubicBezTo>
                  <a:cubicBezTo>
                    <a:pt x="30252" y="46703"/>
                    <a:pt x="33472" y="39672"/>
                    <a:pt x="40503" y="32640"/>
                  </a:cubicBezTo>
                  <a:cubicBezTo>
                    <a:pt x="47571" y="25609"/>
                    <a:pt x="56527" y="13434"/>
                    <a:pt x="76363" y="12804"/>
                  </a:cubicBezTo>
                  <a:cubicBezTo>
                    <a:pt x="96199" y="12175"/>
                    <a:pt x="110299" y="0"/>
                    <a:pt x="110299" y="0"/>
                  </a:cubicBezTo>
                  <a:lnTo>
                    <a:pt x="190975" y="50552"/>
                  </a:lnTo>
                  <a:close/>
                </a:path>
              </a:pathLst>
            </a:custGeom>
            <a:solidFill>
              <a:srgbClr val="F5B97E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8E0A848-F2FA-439C-44EE-47EEBDA823EA}"/>
                </a:ext>
              </a:extLst>
            </p:cNvPr>
            <p:cNvSpPr/>
            <p:nvPr/>
          </p:nvSpPr>
          <p:spPr>
            <a:xfrm>
              <a:off x="4283994" y="3477491"/>
              <a:ext cx="347789" cy="763275"/>
            </a:xfrm>
            <a:custGeom>
              <a:avLst/>
              <a:gdLst>
                <a:gd name="connsiteX0" fmla="*/ 114612 w 347789"/>
                <a:gd name="connsiteY0" fmla="*/ 0 h 763275"/>
                <a:gd name="connsiteX1" fmla="*/ 104361 w 347789"/>
                <a:gd name="connsiteY1" fmla="*/ 62764 h 763275"/>
                <a:gd name="connsiteX2" fmla="*/ 92851 w 347789"/>
                <a:gd name="connsiteY2" fmla="*/ 171640 h 763275"/>
                <a:gd name="connsiteX3" fmla="*/ 94109 w 347789"/>
                <a:gd name="connsiteY3" fmla="*/ 275371 h 763275"/>
                <a:gd name="connsiteX4" fmla="*/ 85154 w 347789"/>
                <a:gd name="connsiteY4" fmla="*/ 331733 h 763275"/>
                <a:gd name="connsiteX5" fmla="*/ 101807 w 347789"/>
                <a:gd name="connsiteY5" fmla="*/ 376549 h 763275"/>
                <a:gd name="connsiteX6" fmla="*/ 121014 w 347789"/>
                <a:gd name="connsiteY6" fmla="*/ 408560 h 763275"/>
                <a:gd name="connsiteX7" fmla="*/ 123567 w 347789"/>
                <a:gd name="connsiteY7" fmla="*/ 431616 h 763275"/>
                <a:gd name="connsiteX8" fmla="*/ 135077 w 347789"/>
                <a:gd name="connsiteY8" fmla="*/ 436723 h 763275"/>
                <a:gd name="connsiteX9" fmla="*/ 135077 w 347789"/>
                <a:gd name="connsiteY9" fmla="*/ 444420 h 763275"/>
                <a:gd name="connsiteX10" fmla="*/ 142774 w 347789"/>
                <a:gd name="connsiteY10" fmla="*/ 449528 h 763275"/>
                <a:gd name="connsiteX11" fmla="*/ 137667 w 347789"/>
                <a:gd name="connsiteY11" fmla="*/ 467439 h 763275"/>
                <a:gd name="connsiteX12" fmla="*/ 118460 w 347789"/>
                <a:gd name="connsiteY12" fmla="*/ 499450 h 763275"/>
                <a:gd name="connsiteX13" fmla="*/ 83896 w 347789"/>
                <a:gd name="connsiteY13" fmla="*/ 532757 h 763275"/>
                <a:gd name="connsiteX14" fmla="*/ 0 w 347789"/>
                <a:gd name="connsiteY14" fmla="*/ 619206 h 763275"/>
                <a:gd name="connsiteX15" fmla="*/ 44187 w 347789"/>
                <a:gd name="connsiteY15" fmla="*/ 624979 h 763275"/>
                <a:gd name="connsiteX16" fmla="*/ 132560 w 347789"/>
                <a:gd name="connsiteY16" fmla="*/ 718459 h 763275"/>
                <a:gd name="connsiteX17" fmla="*/ 132560 w 347789"/>
                <a:gd name="connsiteY17" fmla="*/ 763275 h 763275"/>
                <a:gd name="connsiteX18" fmla="*/ 182520 w 347789"/>
                <a:gd name="connsiteY18" fmla="*/ 699253 h 763275"/>
                <a:gd name="connsiteX19" fmla="*/ 279849 w 347789"/>
                <a:gd name="connsiteY19" fmla="*/ 568617 h 763275"/>
                <a:gd name="connsiteX20" fmla="*/ 327218 w 347789"/>
                <a:gd name="connsiteY20" fmla="*/ 509701 h 763275"/>
                <a:gd name="connsiteX21" fmla="*/ 347721 w 347789"/>
                <a:gd name="connsiteY21" fmla="*/ 471288 h 763275"/>
                <a:gd name="connsiteX22" fmla="*/ 340541 w 347789"/>
                <a:gd name="connsiteY22" fmla="*/ 434725 h 763275"/>
                <a:gd name="connsiteX23" fmla="*/ 337988 w 347789"/>
                <a:gd name="connsiteY23" fmla="*/ 407820 h 763275"/>
                <a:gd name="connsiteX24" fmla="*/ 331585 w 347789"/>
                <a:gd name="connsiteY24" fmla="*/ 380916 h 763275"/>
                <a:gd name="connsiteX25" fmla="*/ 317486 w 347789"/>
                <a:gd name="connsiteY25" fmla="*/ 343761 h 763275"/>
                <a:gd name="connsiteX26" fmla="*/ 294430 w 347789"/>
                <a:gd name="connsiteY26" fmla="*/ 292543 h 763275"/>
                <a:gd name="connsiteX27" fmla="*/ 227854 w 347789"/>
                <a:gd name="connsiteY27" fmla="*/ 179855 h 763275"/>
                <a:gd name="connsiteX28" fmla="*/ 193289 w 347789"/>
                <a:gd name="connsiteY28" fmla="*/ 129896 h 763275"/>
                <a:gd name="connsiteX29" fmla="*/ 147955 w 347789"/>
                <a:gd name="connsiteY29" fmla="*/ 28126 h 763275"/>
                <a:gd name="connsiteX30" fmla="*/ 114612 w 347789"/>
                <a:gd name="connsiteY30" fmla="*/ 0 h 763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47789" h="763275">
                  <a:moveTo>
                    <a:pt x="114612" y="0"/>
                  </a:moveTo>
                  <a:cubicBezTo>
                    <a:pt x="114612" y="0"/>
                    <a:pt x="109505" y="37118"/>
                    <a:pt x="104361" y="62764"/>
                  </a:cubicBezTo>
                  <a:cubicBezTo>
                    <a:pt x="99254" y="88373"/>
                    <a:pt x="91556" y="149842"/>
                    <a:pt x="92851" y="171640"/>
                  </a:cubicBezTo>
                  <a:cubicBezTo>
                    <a:pt x="94109" y="193400"/>
                    <a:pt x="99254" y="261308"/>
                    <a:pt x="94109" y="275371"/>
                  </a:cubicBezTo>
                  <a:cubicBezTo>
                    <a:pt x="89003" y="289471"/>
                    <a:pt x="83859" y="320187"/>
                    <a:pt x="85154" y="331733"/>
                  </a:cubicBezTo>
                  <a:cubicBezTo>
                    <a:pt x="86449" y="343243"/>
                    <a:pt x="90261" y="363745"/>
                    <a:pt x="101807" y="376549"/>
                  </a:cubicBezTo>
                  <a:cubicBezTo>
                    <a:pt x="113316" y="389354"/>
                    <a:pt x="122309" y="399605"/>
                    <a:pt x="121014" y="408560"/>
                  </a:cubicBezTo>
                  <a:cubicBezTo>
                    <a:pt x="119756" y="417516"/>
                    <a:pt x="119756" y="427767"/>
                    <a:pt x="123567" y="431616"/>
                  </a:cubicBezTo>
                  <a:cubicBezTo>
                    <a:pt x="127416" y="435465"/>
                    <a:pt x="135077" y="436723"/>
                    <a:pt x="135077" y="436723"/>
                  </a:cubicBezTo>
                  <a:cubicBezTo>
                    <a:pt x="135077" y="436723"/>
                    <a:pt x="132523" y="440572"/>
                    <a:pt x="135077" y="444420"/>
                  </a:cubicBezTo>
                  <a:cubicBezTo>
                    <a:pt x="137630" y="448269"/>
                    <a:pt x="142774" y="449528"/>
                    <a:pt x="142774" y="449528"/>
                  </a:cubicBezTo>
                  <a:cubicBezTo>
                    <a:pt x="142774" y="449528"/>
                    <a:pt x="137667" y="462332"/>
                    <a:pt x="137667" y="467439"/>
                  </a:cubicBezTo>
                  <a:cubicBezTo>
                    <a:pt x="137667" y="472546"/>
                    <a:pt x="119756" y="491790"/>
                    <a:pt x="118460" y="499450"/>
                  </a:cubicBezTo>
                  <a:cubicBezTo>
                    <a:pt x="117165" y="507148"/>
                    <a:pt x="94109" y="521211"/>
                    <a:pt x="83896" y="532757"/>
                  </a:cubicBezTo>
                  <a:cubicBezTo>
                    <a:pt x="73644" y="544266"/>
                    <a:pt x="2554" y="615357"/>
                    <a:pt x="0" y="619206"/>
                  </a:cubicBezTo>
                  <a:cubicBezTo>
                    <a:pt x="13434" y="616652"/>
                    <a:pt x="26904" y="614728"/>
                    <a:pt x="44187" y="624979"/>
                  </a:cubicBezTo>
                  <a:cubicBezTo>
                    <a:pt x="66502" y="638191"/>
                    <a:pt x="119941" y="694442"/>
                    <a:pt x="132560" y="718459"/>
                  </a:cubicBezTo>
                  <a:cubicBezTo>
                    <a:pt x="145994" y="744068"/>
                    <a:pt x="132560" y="763275"/>
                    <a:pt x="132560" y="763275"/>
                  </a:cubicBezTo>
                  <a:cubicBezTo>
                    <a:pt x="132560" y="763275"/>
                    <a:pt x="162018" y="726120"/>
                    <a:pt x="182520" y="699253"/>
                  </a:cubicBezTo>
                  <a:cubicBezTo>
                    <a:pt x="203022" y="672348"/>
                    <a:pt x="258089" y="598075"/>
                    <a:pt x="279849" y="568617"/>
                  </a:cubicBezTo>
                  <a:cubicBezTo>
                    <a:pt x="301609" y="539159"/>
                    <a:pt x="320816" y="517399"/>
                    <a:pt x="327218" y="509701"/>
                  </a:cubicBezTo>
                  <a:cubicBezTo>
                    <a:pt x="333621" y="502004"/>
                    <a:pt x="346425" y="481539"/>
                    <a:pt x="347721" y="471288"/>
                  </a:cubicBezTo>
                  <a:cubicBezTo>
                    <a:pt x="349016" y="461037"/>
                    <a:pt x="331585" y="447529"/>
                    <a:pt x="340541" y="434725"/>
                  </a:cubicBezTo>
                  <a:cubicBezTo>
                    <a:pt x="349497" y="421920"/>
                    <a:pt x="337988" y="407820"/>
                    <a:pt x="337988" y="407820"/>
                  </a:cubicBezTo>
                  <a:cubicBezTo>
                    <a:pt x="337988" y="407820"/>
                    <a:pt x="336692" y="393721"/>
                    <a:pt x="331585" y="380916"/>
                  </a:cubicBezTo>
                  <a:cubicBezTo>
                    <a:pt x="326478" y="368111"/>
                    <a:pt x="326478" y="354012"/>
                    <a:pt x="317486" y="343761"/>
                  </a:cubicBezTo>
                  <a:cubicBezTo>
                    <a:pt x="308530" y="333510"/>
                    <a:pt x="312379" y="330956"/>
                    <a:pt x="294430" y="292543"/>
                  </a:cubicBezTo>
                  <a:cubicBezTo>
                    <a:pt x="276482" y="254129"/>
                    <a:pt x="235514" y="191365"/>
                    <a:pt x="227854" y="179855"/>
                  </a:cubicBezTo>
                  <a:cubicBezTo>
                    <a:pt x="220156" y="168309"/>
                    <a:pt x="204798" y="149139"/>
                    <a:pt x="193289" y="129896"/>
                  </a:cubicBezTo>
                  <a:cubicBezTo>
                    <a:pt x="181780" y="110689"/>
                    <a:pt x="163350" y="51181"/>
                    <a:pt x="147955" y="28126"/>
                  </a:cubicBezTo>
                  <a:cubicBezTo>
                    <a:pt x="132523" y="5107"/>
                    <a:pt x="114612" y="0"/>
                    <a:pt x="114612" y="0"/>
                  </a:cubicBezTo>
                  <a:close/>
                </a:path>
              </a:pathLst>
            </a:custGeom>
            <a:solidFill>
              <a:srgbClr val="E4EF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27E6DDB7-F110-4572-CA77-B0EF6E018BE9}"/>
                </a:ext>
              </a:extLst>
            </p:cNvPr>
            <p:cNvSpPr/>
            <p:nvPr/>
          </p:nvSpPr>
          <p:spPr>
            <a:xfrm>
              <a:off x="3715599" y="4179741"/>
              <a:ext cx="145105" cy="260514"/>
            </a:xfrm>
            <a:custGeom>
              <a:avLst/>
              <a:gdLst>
                <a:gd name="connsiteX0" fmla="*/ 122901 w 145105"/>
                <a:gd name="connsiteY0" fmla="*/ 11102 h 260514"/>
                <a:gd name="connsiteX1" fmla="*/ 119497 w 145105"/>
                <a:gd name="connsiteY1" fmla="*/ 52958 h 260514"/>
                <a:gd name="connsiteX2" fmla="*/ 130599 w 145105"/>
                <a:gd name="connsiteY2" fmla="*/ 137482 h 260514"/>
                <a:gd name="connsiteX3" fmla="*/ 144254 w 145105"/>
                <a:gd name="connsiteY3" fmla="*/ 232258 h 260514"/>
                <a:gd name="connsiteX4" fmla="*/ 145106 w 145105"/>
                <a:gd name="connsiteY4" fmla="*/ 257867 h 260514"/>
                <a:gd name="connsiteX5" fmla="*/ 136557 w 145105"/>
                <a:gd name="connsiteY5" fmla="*/ 260420 h 260514"/>
                <a:gd name="connsiteX6" fmla="*/ 72534 w 145105"/>
                <a:gd name="connsiteY6" fmla="*/ 257867 h 260514"/>
                <a:gd name="connsiteX7" fmla="*/ 24721 w 145105"/>
                <a:gd name="connsiteY7" fmla="*/ 245913 h 260514"/>
                <a:gd name="connsiteX8" fmla="*/ 22167 w 145105"/>
                <a:gd name="connsiteY8" fmla="*/ 210905 h 260514"/>
                <a:gd name="connsiteX9" fmla="*/ 16209 w 145105"/>
                <a:gd name="connsiteY9" fmla="*/ 168235 h 260514"/>
                <a:gd name="connsiteX10" fmla="*/ 6809 w 145105"/>
                <a:gd name="connsiteY10" fmla="*/ 66613 h 260514"/>
                <a:gd name="connsiteX11" fmla="*/ 0 w 145105"/>
                <a:gd name="connsiteY11" fmla="*/ 12805 h 260514"/>
                <a:gd name="connsiteX12" fmla="*/ 13656 w 145105"/>
                <a:gd name="connsiteY12" fmla="*/ 0 h 260514"/>
                <a:gd name="connsiteX13" fmla="*/ 35860 w 145105"/>
                <a:gd name="connsiteY13" fmla="*/ 13656 h 260514"/>
                <a:gd name="connsiteX14" fmla="*/ 122901 w 145105"/>
                <a:gd name="connsiteY14" fmla="*/ 11102 h 260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5105" h="260514">
                  <a:moveTo>
                    <a:pt x="122901" y="11102"/>
                  </a:moveTo>
                  <a:cubicBezTo>
                    <a:pt x="122901" y="11102"/>
                    <a:pt x="119497" y="37562"/>
                    <a:pt x="119497" y="52958"/>
                  </a:cubicBezTo>
                  <a:cubicBezTo>
                    <a:pt x="119497" y="68316"/>
                    <a:pt x="129748" y="111873"/>
                    <a:pt x="130599" y="137482"/>
                  </a:cubicBezTo>
                  <a:cubicBezTo>
                    <a:pt x="131450" y="163091"/>
                    <a:pt x="143403" y="224560"/>
                    <a:pt x="144254" y="232258"/>
                  </a:cubicBezTo>
                  <a:cubicBezTo>
                    <a:pt x="145106" y="239918"/>
                    <a:pt x="145106" y="255313"/>
                    <a:pt x="145106" y="257867"/>
                  </a:cubicBezTo>
                  <a:cubicBezTo>
                    <a:pt x="145106" y="260420"/>
                    <a:pt x="145106" y="260420"/>
                    <a:pt x="136557" y="260420"/>
                  </a:cubicBezTo>
                  <a:cubicBezTo>
                    <a:pt x="128008" y="260420"/>
                    <a:pt x="91297" y="261271"/>
                    <a:pt x="72534" y="257867"/>
                  </a:cubicBezTo>
                  <a:cubicBezTo>
                    <a:pt x="53772" y="254462"/>
                    <a:pt x="26127" y="251909"/>
                    <a:pt x="24721" y="245913"/>
                  </a:cubicBezTo>
                  <a:cubicBezTo>
                    <a:pt x="22167" y="234811"/>
                    <a:pt x="22167" y="225411"/>
                    <a:pt x="22167" y="210905"/>
                  </a:cubicBezTo>
                  <a:cubicBezTo>
                    <a:pt x="22167" y="196398"/>
                    <a:pt x="17060" y="176747"/>
                    <a:pt x="16209" y="168235"/>
                  </a:cubicBezTo>
                  <a:cubicBezTo>
                    <a:pt x="15358" y="159687"/>
                    <a:pt x="5107" y="111873"/>
                    <a:pt x="6809" y="66613"/>
                  </a:cubicBezTo>
                  <a:cubicBezTo>
                    <a:pt x="7439" y="50367"/>
                    <a:pt x="814" y="17097"/>
                    <a:pt x="0" y="12805"/>
                  </a:cubicBezTo>
                  <a:lnTo>
                    <a:pt x="13656" y="0"/>
                  </a:lnTo>
                  <a:cubicBezTo>
                    <a:pt x="13656" y="0"/>
                    <a:pt x="12805" y="6846"/>
                    <a:pt x="35860" y="13656"/>
                  </a:cubicBezTo>
                  <a:cubicBezTo>
                    <a:pt x="58879" y="20502"/>
                    <a:pt x="96441" y="22204"/>
                    <a:pt x="122901" y="11102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B6E58330-C058-A9C3-3D47-C67F75AEB9C3}"/>
                </a:ext>
              </a:extLst>
            </p:cNvPr>
            <p:cNvSpPr/>
            <p:nvPr/>
          </p:nvSpPr>
          <p:spPr>
            <a:xfrm>
              <a:off x="4211313" y="4194285"/>
              <a:ext cx="141180" cy="252373"/>
            </a:xfrm>
            <a:custGeom>
              <a:avLst/>
              <a:gdLst>
                <a:gd name="connsiteX0" fmla="*/ 22905 w 141180"/>
                <a:gd name="connsiteY0" fmla="*/ 2961 h 252373"/>
                <a:gd name="connsiteX1" fmla="*/ 16910 w 141180"/>
                <a:gd name="connsiteY1" fmla="*/ 54179 h 252373"/>
                <a:gd name="connsiteX2" fmla="*/ 4106 w 141180"/>
                <a:gd name="connsiteY2" fmla="*/ 136150 h 252373"/>
                <a:gd name="connsiteX3" fmla="*/ 701 w 141180"/>
                <a:gd name="connsiteY3" fmla="*/ 249725 h 252373"/>
                <a:gd name="connsiteX4" fmla="*/ 9250 w 141180"/>
                <a:gd name="connsiteY4" fmla="*/ 252279 h 252373"/>
                <a:gd name="connsiteX5" fmla="*/ 73272 w 141180"/>
                <a:gd name="connsiteY5" fmla="*/ 249725 h 252373"/>
                <a:gd name="connsiteX6" fmla="*/ 121086 w 141180"/>
                <a:gd name="connsiteY6" fmla="*/ 237772 h 252373"/>
                <a:gd name="connsiteX7" fmla="*/ 123639 w 141180"/>
                <a:gd name="connsiteY7" fmla="*/ 202763 h 252373"/>
                <a:gd name="connsiteX8" fmla="*/ 135185 w 141180"/>
                <a:gd name="connsiteY8" fmla="*/ 60618 h 252373"/>
                <a:gd name="connsiteX9" fmla="*/ 141181 w 141180"/>
                <a:gd name="connsiteY9" fmla="*/ 5551 h 252373"/>
                <a:gd name="connsiteX10" fmla="*/ 132632 w 141180"/>
                <a:gd name="connsiteY10" fmla="*/ 0 h 252373"/>
                <a:gd name="connsiteX11" fmla="*/ 104469 w 141180"/>
                <a:gd name="connsiteY11" fmla="*/ 15358 h 252373"/>
                <a:gd name="connsiteX12" fmla="*/ 22905 w 141180"/>
                <a:gd name="connsiteY12" fmla="*/ 2961 h 2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1180" h="252373">
                  <a:moveTo>
                    <a:pt x="22905" y="2961"/>
                  </a:moveTo>
                  <a:cubicBezTo>
                    <a:pt x="22905" y="2961"/>
                    <a:pt x="16910" y="38821"/>
                    <a:pt x="16910" y="54179"/>
                  </a:cubicBezTo>
                  <a:cubicBezTo>
                    <a:pt x="16910" y="89780"/>
                    <a:pt x="6437" y="119422"/>
                    <a:pt x="4106" y="136150"/>
                  </a:cubicBezTo>
                  <a:cubicBezTo>
                    <a:pt x="-2297" y="182261"/>
                    <a:pt x="701" y="247135"/>
                    <a:pt x="701" y="249725"/>
                  </a:cubicBezTo>
                  <a:cubicBezTo>
                    <a:pt x="701" y="252279"/>
                    <a:pt x="701" y="252279"/>
                    <a:pt x="9250" y="252279"/>
                  </a:cubicBezTo>
                  <a:cubicBezTo>
                    <a:pt x="17798" y="252279"/>
                    <a:pt x="54510" y="253130"/>
                    <a:pt x="73272" y="249725"/>
                  </a:cubicBezTo>
                  <a:cubicBezTo>
                    <a:pt x="92072" y="246320"/>
                    <a:pt x="119716" y="243767"/>
                    <a:pt x="121086" y="237772"/>
                  </a:cubicBezTo>
                  <a:cubicBezTo>
                    <a:pt x="123639" y="226670"/>
                    <a:pt x="123639" y="217270"/>
                    <a:pt x="123639" y="202763"/>
                  </a:cubicBezTo>
                  <a:cubicBezTo>
                    <a:pt x="123639" y="188256"/>
                    <a:pt x="128339" y="116092"/>
                    <a:pt x="135185" y="60618"/>
                  </a:cubicBezTo>
                  <a:cubicBezTo>
                    <a:pt x="137184" y="44483"/>
                    <a:pt x="140292" y="9807"/>
                    <a:pt x="141181" y="5551"/>
                  </a:cubicBezTo>
                  <a:lnTo>
                    <a:pt x="132632" y="0"/>
                  </a:lnTo>
                  <a:cubicBezTo>
                    <a:pt x="132632" y="0"/>
                    <a:pt x="127525" y="8549"/>
                    <a:pt x="104469" y="15358"/>
                  </a:cubicBezTo>
                  <a:cubicBezTo>
                    <a:pt x="81414" y="22167"/>
                    <a:pt x="49403" y="14063"/>
                    <a:pt x="22905" y="2961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C3E2F7EE-9C95-823B-9E6A-67FB2BA81FDE}"/>
                </a:ext>
              </a:extLst>
            </p:cNvPr>
            <p:cNvSpPr/>
            <p:nvPr/>
          </p:nvSpPr>
          <p:spPr>
            <a:xfrm>
              <a:off x="3932831" y="3182677"/>
              <a:ext cx="208572" cy="266415"/>
            </a:xfrm>
            <a:custGeom>
              <a:avLst/>
              <a:gdLst>
                <a:gd name="connsiteX0" fmla="*/ 0 w 208572"/>
                <a:gd name="connsiteY0" fmla="*/ 3344 h 266415"/>
                <a:gd name="connsiteX1" fmla="*/ 9178 w 208572"/>
                <a:gd name="connsiteY1" fmla="*/ 142418 h 266415"/>
                <a:gd name="connsiteX2" fmla="*/ 12397 w 208572"/>
                <a:gd name="connsiteY2" fmla="*/ 185309 h 266415"/>
                <a:gd name="connsiteX3" fmla="*/ 41855 w 208572"/>
                <a:gd name="connsiteY3" fmla="*/ 217950 h 266415"/>
                <a:gd name="connsiteX4" fmla="*/ 102066 w 208572"/>
                <a:gd name="connsiteY4" fmla="*/ 264061 h 266415"/>
                <a:gd name="connsiteX5" fmla="*/ 118719 w 208572"/>
                <a:gd name="connsiteY5" fmla="*/ 262136 h 266415"/>
                <a:gd name="connsiteX6" fmla="*/ 194288 w 208572"/>
                <a:gd name="connsiteY6" fmla="*/ 188492 h 266415"/>
                <a:gd name="connsiteX7" fmla="*/ 208388 w 208572"/>
                <a:gd name="connsiteY7" fmla="*/ 157739 h 266415"/>
                <a:gd name="connsiteX8" fmla="*/ 203725 w 208572"/>
                <a:gd name="connsiteY8" fmla="*/ 7119 h 266415"/>
                <a:gd name="connsiteX9" fmla="*/ 0 w 208572"/>
                <a:gd name="connsiteY9" fmla="*/ 3344 h 26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8572" h="266415">
                  <a:moveTo>
                    <a:pt x="0" y="3344"/>
                  </a:moveTo>
                  <a:cubicBezTo>
                    <a:pt x="0" y="3344"/>
                    <a:pt x="8327" y="128984"/>
                    <a:pt x="9178" y="142418"/>
                  </a:cubicBezTo>
                  <a:cubicBezTo>
                    <a:pt x="10473" y="162920"/>
                    <a:pt x="11102" y="182756"/>
                    <a:pt x="12397" y="185309"/>
                  </a:cubicBezTo>
                  <a:cubicBezTo>
                    <a:pt x="13693" y="187863"/>
                    <a:pt x="18171" y="201333"/>
                    <a:pt x="41855" y="217950"/>
                  </a:cubicBezTo>
                  <a:cubicBezTo>
                    <a:pt x="57990" y="229311"/>
                    <a:pt x="90520" y="257029"/>
                    <a:pt x="102066" y="264061"/>
                  </a:cubicBezTo>
                  <a:cubicBezTo>
                    <a:pt x="106026" y="266503"/>
                    <a:pt x="112946" y="268539"/>
                    <a:pt x="118719" y="262136"/>
                  </a:cubicBezTo>
                  <a:cubicBezTo>
                    <a:pt x="125492" y="254587"/>
                    <a:pt x="180188" y="205774"/>
                    <a:pt x="194288" y="188492"/>
                  </a:cubicBezTo>
                  <a:cubicBezTo>
                    <a:pt x="208388" y="171210"/>
                    <a:pt x="207093" y="164807"/>
                    <a:pt x="208388" y="157739"/>
                  </a:cubicBezTo>
                  <a:cubicBezTo>
                    <a:pt x="209683" y="150708"/>
                    <a:pt x="203725" y="20590"/>
                    <a:pt x="203725" y="7119"/>
                  </a:cubicBezTo>
                  <a:cubicBezTo>
                    <a:pt x="203651" y="-6277"/>
                    <a:pt x="0" y="3344"/>
                    <a:pt x="0" y="3344"/>
                  </a:cubicBezTo>
                  <a:close/>
                </a:path>
              </a:pathLst>
            </a:custGeom>
            <a:solidFill>
              <a:srgbClr val="E09C6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9E220D4D-9167-5A4E-008D-324DFAFD1A0C}"/>
                </a:ext>
              </a:extLst>
            </p:cNvPr>
            <p:cNvSpPr/>
            <p:nvPr/>
          </p:nvSpPr>
          <p:spPr>
            <a:xfrm>
              <a:off x="4195916" y="3567973"/>
              <a:ext cx="23573" cy="163128"/>
            </a:xfrm>
            <a:custGeom>
              <a:avLst/>
              <a:gdLst>
                <a:gd name="connsiteX0" fmla="*/ 23574 w 23573"/>
                <a:gd name="connsiteY0" fmla="*/ 163128 h 163128"/>
                <a:gd name="connsiteX1" fmla="*/ 21501 w 23573"/>
                <a:gd name="connsiteY1" fmla="*/ 74274 h 163128"/>
                <a:gd name="connsiteX2" fmla="*/ 11102 w 23573"/>
                <a:gd name="connsiteY2" fmla="*/ 0 h 163128"/>
                <a:gd name="connsiteX3" fmla="*/ 0 w 23573"/>
                <a:gd name="connsiteY3" fmla="*/ 4145 h 163128"/>
                <a:gd name="connsiteX4" fmla="*/ 8327 w 23573"/>
                <a:gd name="connsiteY4" fmla="*/ 91593 h 163128"/>
                <a:gd name="connsiteX5" fmla="*/ 8327 w 23573"/>
                <a:gd name="connsiteY5" fmla="*/ 160316 h 163128"/>
                <a:gd name="connsiteX6" fmla="*/ 23574 w 23573"/>
                <a:gd name="connsiteY6" fmla="*/ 163128 h 16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573" h="163128">
                  <a:moveTo>
                    <a:pt x="23574" y="163128"/>
                  </a:moveTo>
                  <a:cubicBezTo>
                    <a:pt x="23574" y="163128"/>
                    <a:pt x="23574" y="109690"/>
                    <a:pt x="21501" y="74274"/>
                  </a:cubicBezTo>
                  <a:cubicBezTo>
                    <a:pt x="19429" y="38858"/>
                    <a:pt x="11102" y="0"/>
                    <a:pt x="11102" y="0"/>
                  </a:cubicBezTo>
                  <a:lnTo>
                    <a:pt x="0" y="4145"/>
                  </a:lnTo>
                  <a:cubicBezTo>
                    <a:pt x="0" y="4145"/>
                    <a:pt x="6957" y="55511"/>
                    <a:pt x="8327" y="91593"/>
                  </a:cubicBezTo>
                  <a:cubicBezTo>
                    <a:pt x="9733" y="127675"/>
                    <a:pt x="8327" y="160316"/>
                    <a:pt x="8327" y="160316"/>
                  </a:cubicBezTo>
                  <a:lnTo>
                    <a:pt x="23574" y="163128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5C9487D2-9729-2BE9-80AD-2C9E0F6B9EAA}"/>
                </a:ext>
              </a:extLst>
            </p:cNvPr>
            <p:cNvSpPr/>
            <p:nvPr/>
          </p:nvSpPr>
          <p:spPr>
            <a:xfrm>
              <a:off x="4179848" y="3733174"/>
              <a:ext cx="67468" cy="50712"/>
            </a:xfrm>
            <a:custGeom>
              <a:avLst/>
              <a:gdLst>
                <a:gd name="connsiteX0" fmla="*/ 16031 w 67468"/>
                <a:gd name="connsiteY0" fmla="*/ 3479 h 50712"/>
                <a:gd name="connsiteX1" fmla="*/ 81 w 67468"/>
                <a:gd name="connsiteY1" fmla="*/ 25683 h 50712"/>
                <a:gd name="connsiteX2" fmla="*/ 34794 w 67468"/>
                <a:gd name="connsiteY2" fmla="*/ 50663 h 50712"/>
                <a:gd name="connsiteX3" fmla="*/ 67434 w 67468"/>
                <a:gd name="connsiteY3" fmla="*/ 22908 h 50712"/>
                <a:gd name="connsiteX4" fmla="*/ 45933 w 67468"/>
                <a:gd name="connsiteY4" fmla="*/ 0 h 50712"/>
                <a:gd name="connsiteX5" fmla="*/ 16031 w 67468"/>
                <a:gd name="connsiteY5" fmla="*/ 3479 h 50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468" h="50712">
                  <a:moveTo>
                    <a:pt x="16031" y="3479"/>
                  </a:moveTo>
                  <a:cubicBezTo>
                    <a:pt x="16031" y="3479"/>
                    <a:pt x="-1325" y="11102"/>
                    <a:pt x="81" y="25683"/>
                  </a:cubicBezTo>
                  <a:cubicBezTo>
                    <a:pt x="1487" y="40264"/>
                    <a:pt x="19547" y="51551"/>
                    <a:pt x="34794" y="50663"/>
                  </a:cubicBezTo>
                  <a:cubicBezTo>
                    <a:pt x="59071" y="49257"/>
                    <a:pt x="68100" y="33307"/>
                    <a:pt x="67434" y="22908"/>
                  </a:cubicBezTo>
                  <a:cubicBezTo>
                    <a:pt x="66731" y="12508"/>
                    <a:pt x="45933" y="0"/>
                    <a:pt x="45933" y="0"/>
                  </a:cubicBezTo>
                  <a:lnTo>
                    <a:pt x="16031" y="3479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EF2DA982-463A-579F-59A6-7A80DE65D7C0}"/>
                </a:ext>
              </a:extLst>
            </p:cNvPr>
            <p:cNvSpPr/>
            <p:nvPr/>
          </p:nvSpPr>
          <p:spPr>
            <a:xfrm>
              <a:off x="4182705" y="3733174"/>
              <a:ext cx="63164" cy="44418"/>
            </a:xfrm>
            <a:custGeom>
              <a:avLst/>
              <a:gdLst>
                <a:gd name="connsiteX0" fmla="*/ 13175 w 63164"/>
                <a:gd name="connsiteY0" fmla="*/ 3479 h 44418"/>
                <a:gd name="connsiteX1" fmla="*/ 0 w 63164"/>
                <a:gd name="connsiteY1" fmla="*/ 19429 h 44418"/>
                <a:gd name="connsiteX2" fmla="*/ 32603 w 63164"/>
                <a:gd name="connsiteY2" fmla="*/ 44409 h 44418"/>
                <a:gd name="connsiteX3" fmla="*/ 63134 w 63164"/>
                <a:gd name="connsiteY3" fmla="*/ 22908 h 44418"/>
                <a:gd name="connsiteX4" fmla="*/ 43002 w 63164"/>
                <a:gd name="connsiteY4" fmla="*/ 0 h 44418"/>
                <a:gd name="connsiteX5" fmla="*/ 13175 w 63164"/>
                <a:gd name="connsiteY5" fmla="*/ 3479 h 4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164" h="44418">
                  <a:moveTo>
                    <a:pt x="13175" y="3479"/>
                  </a:moveTo>
                  <a:cubicBezTo>
                    <a:pt x="13175" y="3479"/>
                    <a:pt x="0" y="10436"/>
                    <a:pt x="0" y="19429"/>
                  </a:cubicBezTo>
                  <a:cubicBezTo>
                    <a:pt x="0" y="34084"/>
                    <a:pt x="17356" y="44779"/>
                    <a:pt x="32603" y="44409"/>
                  </a:cubicBezTo>
                  <a:cubicBezTo>
                    <a:pt x="52254" y="43965"/>
                    <a:pt x="63838" y="33307"/>
                    <a:pt x="63134" y="22908"/>
                  </a:cubicBezTo>
                  <a:cubicBezTo>
                    <a:pt x="62431" y="12508"/>
                    <a:pt x="43002" y="0"/>
                    <a:pt x="43002" y="0"/>
                  </a:cubicBezTo>
                  <a:lnTo>
                    <a:pt x="13175" y="3479"/>
                  </a:lnTo>
                  <a:close/>
                </a:path>
              </a:pathLst>
            </a:custGeom>
            <a:solidFill>
              <a:srgbClr val="9C9EA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253FFF06-1978-D1D9-BC0C-C21B53CF706A}"/>
                </a:ext>
              </a:extLst>
            </p:cNvPr>
            <p:cNvSpPr/>
            <p:nvPr/>
          </p:nvSpPr>
          <p:spPr>
            <a:xfrm>
              <a:off x="4195140" y="3730741"/>
              <a:ext cx="36166" cy="37155"/>
            </a:xfrm>
            <a:custGeom>
              <a:avLst/>
              <a:gdLst>
                <a:gd name="connsiteX0" fmla="*/ 36155 w 36166"/>
                <a:gd name="connsiteY0" fmla="*/ 18754 h 37155"/>
                <a:gd name="connsiteX1" fmla="*/ 18095 w 36166"/>
                <a:gd name="connsiteY1" fmla="*/ 361 h 37155"/>
                <a:gd name="connsiteX2" fmla="*/ 36 w 36166"/>
                <a:gd name="connsiteY2" fmla="*/ 18754 h 37155"/>
                <a:gd name="connsiteX3" fmla="*/ 18095 w 36166"/>
                <a:gd name="connsiteY3" fmla="*/ 37146 h 37155"/>
                <a:gd name="connsiteX4" fmla="*/ 36155 w 36166"/>
                <a:gd name="connsiteY4" fmla="*/ 18754 h 3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66" h="37155">
                  <a:moveTo>
                    <a:pt x="36155" y="18754"/>
                  </a:moveTo>
                  <a:cubicBezTo>
                    <a:pt x="36525" y="-3821"/>
                    <a:pt x="28087" y="361"/>
                    <a:pt x="18095" y="361"/>
                  </a:cubicBezTo>
                  <a:cubicBezTo>
                    <a:pt x="8140" y="361"/>
                    <a:pt x="-630" y="-4154"/>
                    <a:pt x="36" y="18754"/>
                  </a:cubicBezTo>
                  <a:cubicBezTo>
                    <a:pt x="332" y="28931"/>
                    <a:pt x="2108" y="36813"/>
                    <a:pt x="18095" y="37146"/>
                  </a:cubicBezTo>
                  <a:cubicBezTo>
                    <a:pt x="33083" y="37479"/>
                    <a:pt x="36007" y="28894"/>
                    <a:pt x="36155" y="18754"/>
                  </a:cubicBezTo>
                  <a:close/>
                </a:path>
              </a:pathLst>
            </a:custGeom>
            <a:solidFill>
              <a:srgbClr val="C2C6CD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904A843A-4DFD-98B5-4D89-225218DFC8C4}"/>
                </a:ext>
              </a:extLst>
            </p:cNvPr>
            <p:cNvSpPr/>
            <p:nvPr/>
          </p:nvSpPr>
          <p:spPr>
            <a:xfrm>
              <a:off x="4190698" y="3720332"/>
              <a:ext cx="45111" cy="35749"/>
            </a:xfrm>
            <a:custGeom>
              <a:avLst/>
              <a:gdLst>
                <a:gd name="connsiteX0" fmla="*/ 45112 w 45111"/>
                <a:gd name="connsiteY0" fmla="*/ 17875 h 35749"/>
                <a:gd name="connsiteX1" fmla="*/ 22574 w 45111"/>
                <a:gd name="connsiteY1" fmla="*/ 35749 h 35749"/>
                <a:gd name="connsiteX2" fmla="*/ 0 w 45111"/>
                <a:gd name="connsiteY2" fmla="*/ 17875 h 35749"/>
                <a:gd name="connsiteX3" fmla="*/ 22574 w 45111"/>
                <a:gd name="connsiteY3" fmla="*/ 0 h 35749"/>
                <a:gd name="connsiteX4" fmla="*/ 45112 w 45111"/>
                <a:gd name="connsiteY4" fmla="*/ 17875 h 35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11" h="35749">
                  <a:moveTo>
                    <a:pt x="45112" y="17875"/>
                  </a:moveTo>
                  <a:cubicBezTo>
                    <a:pt x="45112" y="27755"/>
                    <a:pt x="35009" y="35749"/>
                    <a:pt x="22574" y="35749"/>
                  </a:cubicBezTo>
                  <a:cubicBezTo>
                    <a:pt x="10103" y="35749"/>
                    <a:pt x="0" y="27755"/>
                    <a:pt x="0" y="17875"/>
                  </a:cubicBezTo>
                  <a:cubicBezTo>
                    <a:pt x="0" y="7994"/>
                    <a:pt x="10103" y="0"/>
                    <a:pt x="22574" y="0"/>
                  </a:cubicBezTo>
                  <a:cubicBezTo>
                    <a:pt x="35009" y="0"/>
                    <a:pt x="45112" y="8031"/>
                    <a:pt x="45112" y="17875"/>
                  </a:cubicBezTo>
                  <a:close/>
                </a:path>
              </a:pathLst>
            </a:custGeom>
            <a:solidFill>
              <a:srgbClr val="B2B5BF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6588EE8B-339D-7240-7E31-AD8373273E5D}"/>
                </a:ext>
              </a:extLst>
            </p:cNvPr>
            <p:cNvSpPr/>
            <p:nvPr/>
          </p:nvSpPr>
          <p:spPr>
            <a:xfrm>
              <a:off x="4188279" y="3718239"/>
              <a:ext cx="51026" cy="41334"/>
            </a:xfrm>
            <a:custGeom>
              <a:avLst/>
              <a:gdLst>
                <a:gd name="connsiteX0" fmla="*/ 51010 w 51026"/>
                <a:gd name="connsiteY0" fmla="*/ 19450 h 41334"/>
                <a:gd name="connsiteX1" fmla="*/ 24624 w 51026"/>
                <a:gd name="connsiteY1" fmla="*/ 21 h 41334"/>
                <a:gd name="connsiteX2" fmla="*/ 347 w 51026"/>
                <a:gd name="connsiteY2" fmla="*/ 22929 h 41334"/>
                <a:gd name="connsiteX3" fmla="*/ 25660 w 51026"/>
                <a:gd name="connsiteY3" fmla="*/ 41321 h 41334"/>
                <a:gd name="connsiteX4" fmla="*/ 51010 w 51026"/>
                <a:gd name="connsiteY4" fmla="*/ 19450 h 41334"/>
                <a:gd name="connsiteX5" fmla="*/ 25993 w 51026"/>
                <a:gd name="connsiteY5" fmla="*/ 35067 h 41334"/>
                <a:gd name="connsiteX6" fmla="*/ 4492 w 51026"/>
                <a:gd name="connsiteY6" fmla="*/ 17007 h 41334"/>
                <a:gd name="connsiteX7" fmla="*/ 25660 w 51026"/>
                <a:gd name="connsiteY7" fmla="*/ 4499 h 41334"/>
                <a:gd name="connsiteX8" fmla="*/ 45089 w 51026"/>
                <a:gd name="connsiteY8" fmla="*/ 18377 h 41334"/>
                <a:gd name="connsiteX9" fmla="*/ 25993 w 51026"/>
                <a:gd name="connsiteY9" fmla="*/ 35067 h 41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026" h="41334">
                  <a:moveTo>
                    <a:pt x="51010" y="19450"/>
                  </a:moveTo>
                  <a:cubicBezTo>
                    <a:pt x="50344" y="4092"/>
                    <a:pt x="32950" y="-349"/>
                    <a:pt x="24624" y="21"/>
                  </a:cubicBezTo>
                  <a:cubicBezTo>
                    <a:pt x="16260" y="354"/>
                    <a:pt x="-2799" y="6275"/>
                    <a:pt x="347" y="22929"/>
                  </a:cubicBezTo>
                  <a:cubicBezTo>
                    <a:pt x="3456" y="39582"/>
                    <a:pt x="19073" y="40988"/>
                    <a:pt x="25660" y="41321"/>
                  </a:cubicBezTo>
                  <a:cubicBezTo>
                    <a:pt x="32247" y="41654"/>
                    <a:pt x="51676" y="35770"/>
                    <a:pt x="51010" y="19450"/>
                  </a:cubicBezTo>
                  <a:close/>
                  <a:moveTo>
                    <a:pt x="25993" y="35067"/>
                  </a:moveTo>
                  <a:cubicBezTo>
                    <a:pt x="19036" y="35437"/>
                    <a:pt x="2752" y="30219"/>
                    <a:pt x="4492" y="17007"/>
                  </a:cubicBezTo>
                  <a:cubicBezTo>
                    <a:pt x="5528" y="9014"/>
                    <a:pt x="16297" y="3463"/>
                    <a:pt x="25660" y="4499"/>
                  </a:cubicBezTo>
                  <a:cubicBezTo>
                    <a:pt x="34986" y="5535"/>
                    <a:pt x="43201" y="7719"/>
                    <a:pt x="45089" y="18377"/>
                  </a:cubicBezTo>
                  <a:cubicBezTo>
                    <a:pt x="47161" y="30219"/>
                    <a:pt x="32247" y="34734"/>
                    <a:pt x="25993" y="35067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8402B6C5-640D-8DA2-9878-53D431186E1F}"/>
                </a:ext>
              </a:extLst>
            </p:cNvPr>
            <p:cNvSpPr/>
            <p:nvPr/>
          </p:nvSpPr>
          <p:spPr>
            <a:xfrm>
              <a:off x="3796531" y="3524638"/>
              <a:ext cx="98109" cy="314610"/>
            </a:xfrm>
            <a:custGeom>
              <a:avLst/>
              <a:gdLst>
                <a:gd name="connsiteX0" fmla="*/ 98109 w 98109"/>
                <a:gd name="connsiteY0" fmla="*/ 3257 h 314610"/>
                <a:gd name="connsiteX1" fmla="*/ 54848 w 98109"/>
                <a:gd name="connsiteY1" fmla="*/ 164275 h 314610"/>
                <a:gd name="connsiteX2" fmla="*/ 53922 w 98109"/>
                <a:gd name="connsiteY2" fmla="*/ 212866 h 314610"/>
                <a:gd name="connsiteX3" fmla="*/ 68281 w 98109"/>
                <a:gd name="connsiteY3" fmla="*/ 225818 h 314610"/>
                <a:gd name="connsiteX4" fmla="*/ 82159 w 98109"/>
                <a:gd name="connsiteY4" fmla="*/ 273484 h 314610"/>
                <a:gd name="connsiteX5" fmla="*/ 83084 w 98109"/>
                <a:gd name="connsiteY5" fmla="*/ 302165 h 314610"/>
                <a:gd name="connsiteX6" fmla="*/ 71501 w 98109"/>
                <a:gd name="connsiteY6" fmla="*/ 301720 h 314610"/>
                <a:gd name="connsiteX7" fmla="*/ 69169 w 98109"/>
                <a:gd name="connsiteY7" fmla="*/ 261457 h 314610"/>
                <a:gd name="connsiteX8" fmla="*/ 46965 w 98109"/>
                <a:gd name="connsiteY8" fmla="*/ 232295 h 314610"/>
                <a:gd name="connsiteX9" fmla="*/ 18284 w 98109"/>
                <a:gd name="connsiteY9" fmla="*/ 263751 h 314610"/>
                <a:gd name="connsiteX10" fmla="*/ 13658 w 98109"/>
                <a:gd name="connsiteY10" fmla="*/ 313711 h 314610"/>
                <a:gd name="connsiteX11" fmla="*/ 225 w 98109"/>
                <a:gd name="connsiteY11" fmla="*/ 313267 h 314610"/>
                <a:gd name="connsiteX12" fmla="*/ 4407 w 98109"/>
                <a:gd name="connsiteY12" fmla="*/ 253093 h 314610"/>
                <a:gd name="connsiteX13" fmla="*/ 27092 w 98109"/>
                <a:gd name="connsiteY13" fmla="*/ 221156 h 314610"/>
                <a:gd name="connsiteX14" fmla="*/ 35863 w 98109"/>
                <a:gd name="connsiteY14" fmla="*/ 198026 h 314610"/>
                <a:gd name="connsiteX15" fmla="*/ 47890 w 98109"/>
                <a:gd name="connsiteY15" fmla="*/ 138814 h 314610"/>
                <a:gd name="connsiteX16" fmla="*/ 86970 w 98109"/>
                <a:gd name="connsiteY16" fmla="*/ 0 h 314610"/>
                <a:gd name="connsiteX17" fmla="*/ 98109 w 98109"/>
                <a:gd name="connsiteY17" fmla="*/ 3257 h 314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8109" h="314610">
                  <a:moveTo>
                    <a:pt x="98109" y="3257"/>
                  </a:moveTo>
                  <a:cubicBezTo>
                    <a:pt x="98109" y="3257"/>
                    <a:pt x="58548" y="139740"/>
                    <a:pt x="54848" y="164275"/>
                  </a:cubicBezTo>
                  <a:cubicBezTo>
                    <a:pt x="51147" y="188811"/>
                    <a:pt x="52812" y="208425"/>
                    <a:pt x="53922" y="212866"/>
                  </a:cubicBezTo>
                  <a:cubicBezTo>
                    <a:pt x="55773" y="220267"/>
                    <a:pt x="62249" y="219823"/>
                    <a:pt x="68281" y="225818"/>
                  </a:cubicBezTo>
                  <a:cubicBezTo>
                    <a:pt x="74276" y="231851"/>
                    <a:pt x="81678" y="248504"/>
                    <a:pt x="82159" y="273484"/>
                  </a:cubicBezTo>
                  <a:cubicBezTo>
                    <a:pt x="82640" y="298464"/>
                    <a:pt x="83084" y="302165"/>
                    <a:pt x="83084" y="302165"/>
                  </a:cubicBezTo>
                  <a:cubicBezTo>
                    <a:pt x="83084" y="302165"/>
                    <a:pt x="71982" y="304496"/>
                    <a:pt x="71501" y="301720"/>
                  </a:cubicBezTo>
                  <a:cubicBezTo>
                    <a:pt x="71020" y="298945"/>
                    <a:pt x="71982" y="279516"/>
                    <a:pt x="69169" y="261457"/>
                  </a:cubicBezTo>
                  <a:cubicBezTo>
                    <a:pt x="66394" y="243397"/>
                    <a:pt x="62693" y="230925"/>
                    <a:pt x="46965" y="232295"/>
                  </a:cubicBezTo>
                  <a:cubicBezTo>
                    <a:pt x="31237" y="233701"/>
                    <a:pt x="19210" y="248985"/>
                    <a:pt x="18284" y="263751"/>
                  </a:cubicBezTo>
                  <a:cubicBezTo>
                    <a:pt x="16915" y="285511"/>
                    <a:pt x="13658" y="313711"/>
                    <a:pt x="13658" y="313711"/>
                  </a:cubicBezTo>
                  <a:cubicBezTo>
                    <a:pt x="13658" y="313711"/>
                    <a:pt x="1150" y="316005"/>
                    <a:pt x="225" y="313267"/>
                  </a:cubicBezTo>
                  <a:cubicBezTo>
                    <a:pt x="-700" y="310491"/>
                    <a:pt x="1335" y="266119"/>
                    <a:pt x="4407" y="253093"/>
                  </a:cubicBezTo>
                  <a:cubicBezTo>
                    <a:pt x="8107" y="237365"/>
                    <a:pt x="24317" y="223931"/>
                    <a:pt x="27092" y="221156"/>
                  </a:cubicBezTo>
                  <a:cubicBezTo>
                    <a:pt x="29868" y="218380"/>
                    <a:pt x="33124" y="214198"/>
                    <a:pt x="35863" y="198026"/>
                  </a:cubicBezTo>
                  <a:cubicBezTo>
                    <a:pt x="38638" y="181817"/>
                    <a:pt x="42820" y="160538"/>
                    <a:pt x="47890" y="138814"/>
                  </a:cubicBezTo>
                  <a:cubicBezTo>
                    <a:pt x="52997" y="117054"/>
                    <a:pt x="86970" y="0"/>
                    <a:pt x="86970" y="0"/>
                  </a:cubicBezTo>
                  <a:lnTo>
                    <a:pt x="98109" y="3257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BEB260-15EA-1E34-8D5B-3D5C8F7A3623}"/>
                </a:ext>
              </a:extLst>
            </p:cNvPr>
            <p:cNvSpPr/>
            <p:nvPr/>
          </p:nvSpPr>
          <p:spPr>
            <a:xfrm>
              <a:off x="3797704" y="3836387"/>
              <a:ext cx="36799" cy="126342"/>
            </a:xfrm>
            <a:custGeom>
              <a:avLst/>
              <a:gdLst>
                <a:gd name="connsiteX0" fmla="*/ 19110 w 36799"/>
                <a:gd name="connsiteY0" fmla="*/ 126343 h 126342"/>
                <a:gd name="connsiteX1" fmla="*/ 17149 w 36799"/>
                <a:gd name="connsiteY1" fmla="*/ 126121 h 126342"/>
                <a:gd name="connsiteX2" fmla="*/ 1161 w 36799"/>
                <a:gd name="connsiteY2" fmla="*/ 85857 h 126342"/>
                <a:gd name="connsiteX3" fmla="*/ 680 w 36799"/>
                <a:gd name="connsiteY3" fmla="*/ 0 h 126342"/>
                <a:gd name="connsiteX4" fmla="*/ 4825 w 36799"/>
                <a:gd name="connsiteY4" fmla="*/ 111 h 126342"/>
                <a:gd name="connsiteX5" fmla="*/ 5269 w 36799"/>
                <a:gd name="connsiteY5" fmla="*/ 85450 h 126342"/>
                <a:gd name="connsiteX6" fmla="*/ 18000 w 36799"/>
                <a:gd name="connsiteY6" fmla="*/ 122013 h 126342"/>
                <a:gd name="connsiteX7" fmla="*/ 25882 w 36799"/>
                <a:gd name="connsiteY7" fmla="*/ 116536 h 126342"/>
                <a:gd name="connsiteX8" fmla="*/ 32137 w 36799"/>
                <a:gd name="connsiteY8" fmla="*/ 107506 h 126342"/>
                <a:gd name="connsiteX9" fmla="*/ 36799 w 36799"/>
                <a:gd name="connsiteY9" fmla="*/ 111429 h 126342"/>
                <a:gd name="connsiteX10" fmla="*/ 28843 w 36799"/>
                <a:gd name="connsiteY10" fmla="*/ 120792 h 126342"/>
                <a:gd name="connsiteX11" fmla="*/ 19110 w 36799"/>
                <a:gd name="connsiteY11" fmla="*/ 126343 h 126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799" h="126342">
                  <a:moveTo>
                    <a:pt x="19110" y="126343"/>
                  </a:moveTo>
                  <a:cubicBezTo>
                    <a:pt x="18481" y="126343"/>
                    <a:pt x="17815" y="126269"/>
                    <a:pt x="17149" y="126121"/>
                  </a:cubicBezTo>
                  <a:cubicBezTo>
                    <a:pt x="8378" y="124233"/>
                    <a:pt x="3456" y="111799"/>
                    <a:pt x="1161" y="85857"/>
                  </a:cubicBezTo>
                  <a:cubicBezTo>
                    <a:pt x="-1133" y="59656"/>
                    <a:pt x="680" y="592"/>
                    <a:pt x="680" y="0"/>
                  </a:cubicBezTo>
                  <a:lnTo>
                    <a:pt x="4825" y="111"/>
                  </a:lnTo>
                  <a:cubicBezTo>
                    <a:pt x="4788" y="703"/>
                    <a:pt x="3012" y="59508"/>
                    <a:pt x="5269" y="85450"/>
                  </a:cubicBezTo>
                  <a:cubicBezTo>
                    <a:pt x="7268" y="108320"/>
                    <a:pt x="11560" y="120607"/>
                    <a:pt x="18000" y="122013"/>
                  </a:cubicBezTo>
                  <a:cubicBezTo>
                    <a:pt x="20442" y="122531"/>
                    <a:pt x="23070" y="119756"/>
                    <a:pt x="25882" y="116536"/>
                  </a:cubicBezTo>
                  <a:cubicBezTo>
                    <a:pt x="32173" y="109357"/>
                    <a:pt x="32099" y="107543"/>
                    <a:pt x="32137" y="107506"/>
                  </a:cubicBezTo>
                  <a:lnTo>
                    <a:pt x="36799" y="111429"/>
                  </a:lnTo>
                  <a:cubicBezTo>
                    <a:pt x="36725" y="111503"/>
                    <a:pt x="35282" y="113427"/>
                    <a:pt x="28843" y="120792"/>
                  </a:cubicBezTo>
                  <a:cubicBezTo>
                    <a:pt x="27585" y="122309"/>
                    <a:pt x="24032" y="126343"/>
                    <a:pt x="19110" y="126343"/>
                  </a:cubicBezTo>
                  <a:close/>
                </a:path>
              </a:pathLst>
            </a:custGeom>
            <a:solidFill>
              <a:srgbClr val="9A9CA7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5F54042B-6E5B-FD0E-BBDD-D566C00C60B6}"/>
                </a:ext>
              </a:extLst>
            </p:cNvPr>
            <p:cNvSpPr/>
            <p:nvPr/>
          </p:nvSpPr>
          <p:spPr>
            <a:xfrm>
              <a:off x="3796904" y="3826136"/>
              <a:ext cx="79592" cy="148362"/>
            </a:xfrm>
            <a:custGeom>
              <a:avLst/>
              <a:gdLst>
                <a:gd name="connsiteX0" fmla="*/ 35268 w 79592"/>
                <a:gd name="connsiteY0" fmla="*/ 148362 h 148362"/>
                <a:gd name="connsiteX1" fmla="*/ 19614 w 79592"/>
                <a:gd name="connsiteY1" fmla="*/ 145587 h 148362"/>
                <a:gd name="connsiteX2" fmla="*/ 0 w 79592"/>
                <a:gd name="connsiteY2" fmla="*/ 139999 h 148362"/>
                <a:gd name="connsiteX3" fmla="*/ 1998 w 79592"/>
                <a:gd name="connsiteY3" fmla="*/ 135151 h 148362"/>
                <a:gd name="connsiteX4" fmla="*/ 20872 w 79592"/>
                <a:gd name="connsiteY4" fmla="*/ 141590 h 148362"/>
                <a:gd name="connsiteX5" fmla="*/ 49516 w 79592"/>
                <a:gd name="connsiteY5" fmla="*/ 139629 h 148362"/>
                <a:gd name="connsiteX6" fmla="*/ 73719 w 79592"/>
                <a:gd name="connsiteY6" fmla="*/ 61469 h 148362"/>
                <a:gd name="connsiteX7" fmla="*/ 74644 w 79592"/>
                <a:gd name="connsiteY7" fmla="*/ 296 h 148362"/>
                <a:gd name="connsiteX8" fmla="*/ 78789 w 79592"/>
                <a:gd name="connsiteY8" fmla="*/ 0 h 148362"/>
                <a:gd name="connsiteX9" fmla="*/ 77863 w 79592"/>
                <a:gd name="connsiteY9" fmla="*/ 61913 h 148362"/>
                <a:gd name="connsiteX10" fmla="*/ 52069 w 79592"/>
                <a:gd name="connsiteY10" fmla="*/ 142922 h 148362"/>
                <a:gd name="connsiteX11" fmla="*/ 35268 w 79592"/>
                <a:gd name="connsiteY11" fmla="*/ 148362 h 14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9592" h="148362">
                  <a:moveTo>
                    <a:pt x="35268" y="148362"/>
                  </a:moveTo>
                  <a:cubicBezTo>
                    <a:pt x="29569" y="148362"/>
                    <a:pt x="24055" y="146993"/>
                    <a:pt x="19614" y="145587"/>
                  </a:cubicBezTo>
                  <a:cubicBezTo>
                    <a:pt x="12249" y="143292"/>
                    <a:pt x="111" y="140073"/>
                    <a:pt x="0" y="139999"/>
                  </a:cubicBezTo>
                  <a:lnTo>
                    <a:pt x="1998" y="135151"/>
                  </a:lnTo>
                  <a:cubicBezTo>
                    <a:pt x="2109" y="135188"/>
                    <a:pt x="13619" y="139332"/>
                    <a:pt x="20872" y="141590"/>
                  </a:cubicBezTo>
                  <a:cubicBezTo>
                    <a:pt x="28866" y="144069"/>
                    <a:pt x="40486" y="146586"/>
                    <a:pt x="49516" y="139629"/>
                  </a:cubicBezTo>
                  <a:cubicBezTo>
                    <a:pt x="58916" y="132375"/>
                    <a:pt x="70425" y="90927"/>
                    <a:pt x="73719" y="61469"/>
                  </a:cubicBezTo>
                  <a:cubicBezTo>
                    <a:pt x="76901" y="32862"/>
                    <a:pt x="74644" y="629"/>
                    <a:pt x="74644" y="296"/>
                  </a:cubicBezTo>
                  <a:lnTo>
                    <a:pt x="78789" y="0"/>
                  </a:lnTo>
                  <a:cubicBezTo>
                    <a:pt x="78826" y="333"/>
                    <a:pt x="81083" y="32899"/>
                    <a:pt x="77863" y="61913"/>
                  </a:cubicBezTo>
                  <a:cubicBezTo>
                    <a:pt x="74755" y="89817"/>
                    <a:pt x="63468" y="134114"/>
                    <a:pt x="52069" y="142922"/>
                  </a:cubicBezTo>
                  <a:cubicBezTo>
                    <a:pt x="46777" y="147030"/>
                    <a:pt x="40930" y="148362"/>
                    <a:pt x="35268" y="148362"/>
                  </a:cubicBezTo>
                  <a:close/>
                </a:path>
              </a:pathLst>
            </a:custGeom>
            <a:solidFill>
              <a:srgbClr val="9597A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4E92D9D1-5A5D-3EBD-2362-5DE101F1AE3F}"/>
                </a:ext>
              </a:extLst>
            </p:cNvPr>
            <p:cNvSpPr/>
            <p:nvPr/>
          </p:nvSpPr>
          <p:spPr>
            <a:xfrm>
              <a:off x="3824246" y="3929030"/>
              <a:ext cx="23687" cy="23834"/>
            </a:xfrm>
            <a:custGeom>
              <a:avLst/>
              <a:gdLst>
                <a:gd name="connsiteX0" fmla="*/ 20175 w 23687"/>
                <a:gd name="connsiteY0" fmla="*/ 1837 h 23834"/>
                <a:gd name="connsiteX1" fmla="*/ 20619 w 23687"/>
                <a:gd name="connsiteY1" fmla="*/ 14789 h 23834"/>
                <a:gd name="connsiteX2" fmla="*/ 9998 w 23687"/>
                <a:gd name="connsiteY2" fmla="*/ 23597 h 23834"/>
                <a:gd name="connsiteX3" fmla="*/ 265 w 23687"/>
                <a:gd name="connsiteY3" fmla="*/ 15714 h 23834"/>
                <a:gd name="connsiteX4" fmla="*/ 10886 w 23687"/>
                <a:gd name="connsiteY4" fmla="*/ 911 h 23834"/>
                <a:gd name="connsiteX5" fmla="*/ 20175 w 23687"/>
                <a:gd name="connsiteY5" fmla="*/ 1837 h 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7" h="23834">
                  <a:moveTo>
                    <a:pt x="20175" y="1837"/>
                  </a:moveTo>
                  <a:cubicBezTo>
                    <a:pt x="25208" y="5204"/>
                    <a:pt x="24357" y="10163"/>
                    <a:pt x="20619" y="14789"/>
                  </a:cubicBezTo>
                  <a:cubicBezTo>
                    <a:pt x="16918" y="19415"/>
                    <a:pt x="11737" y="22820"/>
                    <a:pt x="9998" y="23597"/>
                  </a:cubicBezTo>
                  <a:cubicBezTo>
                    <a:pt x="6741" y="25003"/>
                    <a:pt x="-1585" y="19896"/>
                    <a:pt x="265" y="15714"/>
                  </a:cubicBezTo>
                  <a:cubicBezTo>
                    <a:pt x="2116" y="11569"/>
                    <a:pt x="8148" y="1837"/>
                    <a:pt x="10886" y="911"/>
                  </a:cubicBezTo>
                  <a:cubicBezTo>
                    <a:pt x="13699" y="23"/>
                    <a:pt x="16030" y="-939"/>
                    <a:pt x="20175" y="1837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CEFC646C-1355-4478-66A3-F35972A18D1D}"/>
                </a:ext>
              </a:extLst>
            </p:cNvPr>
            <p:cNvSpPr/>
            <p:nvPr/>
          </p:nvSpPr>
          <p:spPr>
            <a:xfrm>
              <a:off x="3786876" y="3956489"/>
              <a:ext cx="23476" cy="17171"/>
            </a:xfrm>
            <a:custGeom>
              <a:avLst/>
              <a:gdLst>
                <a:gd name="connsiteX0" fmla="*/ 20537 w 23476"/>
                <a:gd name="connsiteY0" fmla="*/ 16973 h 17171"/>
                <a:gd name="connsiteX1" fmla="*/ 2034 w 23476"/>
                <a:gd name="connsiteY1" fmla="*/ 13716 h 17171"/>
                <a:gd name="connsiteX2" fmla="*/ 5734 w 23476"/>
                <a:gd name="connsiteY2" fmla="*/ 283 h 17171"/>
                <a:gd name="connsiteX3" fmla="*/ 23313 w 23476"/>
                <a:gd name="connsiteY3" fmla="*/ 5353 h 17171"/>
                <a:gd name="connsiteX4" fmla="*/ 20537 w 23476"/>
                <a:gd name="connsiteY4" fmla="*/ 16973 h 1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76" h="17171">
                  <a:moveTo>
                    <a:pt x="20537" y="16973"/>
                  </a:moveTo>
                  <a:cubicBezTo>
                    <a:pt x="20537" y="16973"/>
                    <a:pt x="6660" y="18379"/>
                    <a:pt x="2034" y="13716"/>
                  </a:cubicBezTo>
                  <a:cubicBezTo>
                    <a:pt x="-2592" y="9090"/>
                    <a:pt x="1553" y="1689"/>
                    <a:pt x="5734" y="283"/>
                  </a:cubicBezTo>
                  <a:cubicBezTo>
                    <a:pt x="9879" y="-1124"/>
                    <a:pt x="22869" y="3058"/>
                    <a:pt x="23313" y="5353"/>
                  </a:cubicBezTo>
                  <a:cubicBezTo>
                    <a:pt x="23794" y="7721"/>
                    <a:pt x="23313" y="14641"/>
                    <a:pt x="20537" y="16973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903CC793-526A-5D50-5E71-B4E9B3EF9803}"/>
                </a:ext>
              </a:extLst>
            </p:cNvPr>
            <p:cNvSpPr/>
            <p:nvPr/>
          </p:nvSpPr>
          <p:spPr>
            <a:xfrm>
              <a:off x="3827192" y="3365733"/>
              <a:ext cx="188091" cy="494708"/>
            </a:xfrm>
            <a:custGeom>
              <a:avLst/>
              <a:gdLst>
                <a:gd name="connsiteX0" fmla="*/ 115483 w 188091"/>
                <a:gd name="connsiteY0" fmla="*/ 329 h 494708"/>
                <a:gd name="connsiteX1" fmla="*/ 134283 w 188091"/>
                <a:gd name="connsiteY1" fmla="*/ 160015 h 494708"/>
                <a:gd name="connsiteX2" fmla="*/ 181245 w 188091"/>
                <a:gd name="connsiteY2" fmla="*/ 425542 h 494708"/>
                <a:gd name="connsiteX3" fmla="*/ 188091 w 188091"/>
                <a:gd name="connsiteY3" fmla="*/ 494709 h 494708"/>
                <a:gd name="connsiteX4" fmla="*/ 142831 w 188091"/>
                <a:gd name="connsiteY4" fmla="*/ 393124 h 494708"/>
                <a:gd name="connsiteX5" fmla="*/ 15600 w 188091"/>
                <a:gd name="connsiteY5" fmla="*/ 198466 h 494708"/>
                <a:gd name="connsiteX6" fmla="*/ 18154 w 188091"/>
                <a:gd name="connsiteY6" fmla="*/ 189066 h 494708"/>
                <a:gd name="connsiteX7" fmla="*/ 60860 w 188091"/>
                <a:gd name="connsiteY7" fmla="*/ 154908 h 494708"/>
                <a:gd name="connsiteX8" fmla="*/ 18154 w 188091"/>
                <a:gd name="connsiteY8" fmla="*/ 142103 h 494708"/>
                <a:gd name="connsiteX9" fmla="*/ 205 w 188091"/>
                <a:gd name="connsiteY9" fmla="*/ 131852 h 494708"/>
                <a:gd name="connsiteX10" fmla="*/ 30958 w 188091"/>
                <a:gd name="connsiteY10" fmla="*/ 89997 h 494708"/>
                <a:gd name="connsiteX11" fmla="*/ 88172 w 188091"/>
                <a:gd name="connsiteY11" fmla="*/ 32784 h 494708"/>
                <a:gd name="connsiteX12" fmla="*/ 115483 w 188091"/>
                <a:gd name="connsiteY12" fmla="*/ 329 h 494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8091" h="494708">
                  <a:moveTo>
                    <a:pt x="115483" y="329"/>
                  </a:moveTo>
                  <a:cubicBezTo>
                    <a:pt x="112078" y="16538"/>
                    <a:pt x="108637" y="33635"/>
                    <a:pt x="134283" y="160015"/>
                  </a:cubicBezTo>
                  <a:cubicBezTo>
                    <a:pt x="159892" y="286358"/>
                    <a:pt x="176989" y="390533"/>
                    <a:pt x="181245" y="425542"/>
                  </a:cubicBezTo>
                  <a:cubicBezTo>
                    <a:pt x="185501" y="460551"/>
                    <a:pt x="188091" y="494709"/>
                    <a:pt x="188091" y="494709"/>
                  </a:cubicBezTo>
                  <a:cubicBezTo>
                    <a:pt x="188091" y="494709"/>
                    <a:pt x="172733" y="435793"/>
                    <a:pt x="142831" y="393124"/>
                  </a:cubicBezTo>
                  <a:cubicBezTo>
                    <a:pt x="112929" y="350455"/>
                    <a:pt x="18191" y="201870"/>
                    <a:pt x="15600" y="198466"/>
                  </a:cubicBezTo>
                  <a:cubicBezTo>
                    <a:pt x="13047" y="195061"/>
                    <a:pt x="12196" y="193359"/>
                    <a:pt x="18154" y="189066"/>
                  </a:cubicBezTo>
                  <a:cubicBezTo>
                    <a:pt x="24149" y="184810"/>
                    <a:pt x="60860" y="154908"/>
                    <a:pt x="60860" y="154908"/>
                  </a:cubicBezTo>
                  <a:cubicBezTo>
                    <a:pt x="60860" y="154908"/>
                    <a:pt x="32698" y="147210"/>
                    <a:pt x="18154" y="142103"/>
                  </a:cubicBezTo>
                  <a:cubicBezTo>
                    <a:pt x="7644" y="138403"/>
                    <a:pt x="-1497" y="136108"/>
                    <a:pt x="205" y="131852"/>
                  </a:cubicBezTo>
                  <a:cubicBezTo>
                    <a:pt x="1908" y="127597"/>
                    <a:pt x="16414" y="107946"/>
                    <a:pt x="30958" y="89997"/>
                  </a:cubicBezTo>
                  <a:cubicBezTo>
                    <a:pt x="45465" y="72086"/>
                    <a:pt x="76218" y="44737"/>
                    <a:pt x="88172" y="32784"/>
                  </a:cubicBezTo>
                  <a:cubicBezTo>
                    <a:pt x="100088" y="20831"/>
                    <a:pt x="108637" y="-3076"/>
                    <a:pt x="115483" y="329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8DFE97A2-56C5-EED3-A590-9ABFF2459D98}"/>
                </a:ext>
              </a:extLst>
            </p:cNvPr>
            <p:cNvSpPr/>
            <p:nvPr/>
          </p:nvSpPr>
          <p:spPr>
            <a:xfrm>
              <a:off x="4061765" y="3342241"/>
              <a:ext cx="206232" cy="460543"/>
            </a:xfrm>
            <a:custGeom>
              <a:avLst/>
              <a:gdLst>
                <a:gd name="connsiteX0" fmla="*/ 82378 w 206232"/>
                <a:gd name="connsiteY0" fmla="*/ 1616 h 460543"/>
                <a:gd name="connsiteX1" fmla="*/ 90927 w 206232"/>
                <a:gd name="connsiteY1" fmla="*/ 6723 h 460543"/>
                <a:gd name="connsiteX2" fmla="*/ 110578 w 206232"/>
                <a:gd name="connsiteY2" fmla="*/ 28928 h 460543"/>
                <a:gd name="connsiteX3" fmla="*/ 161796 w 206232"/>
                <a:gd name="connsiteY3" fmla="*/ 74188 h 460543"/>
                <a:gd name="connsiteX4" fmla="*/ 206205 w 206232"/>
                <a:gd name="connsiteY4" fmla="*/ 161266 h 460543"/>
                <a:gd name="connsiteX5" fmla="*/ 148140 w 206232"/>
                <a:gd name="connsiteY5" fmla="*/ 178326 h 460543"/>
                <a:gd name="connsiteX6" fmla="*/ 186554 w 206232"/>
                <a:gd name="connsiteY6" fmla="*/ 211633 h 460543"/>
                <a:gd name="connsiteX7" fmla="*/ 181447 w 206232"/>
                <a:gd name="connsiteY7" fmla="*/ 222735 h 460543"/>
                <a:gd name="connsiteX8" fmla="*/ 65318 w 206232"/>
                <a:gd name="connsiteY8" fmla="*/ 377277 h 460543"/>
                <a:gd name="connsiteX9" fmla="*/ 11509 w 206232"/>
                <a:gd name="connsiteY9" fmla="*/ 441337 h 460543"/>
                <a:gd name="connsiteX10" fmla="*/ 0 w 206232"/>
                <a:gd name="connsiteY10" fmla="*/ 460544 h 460543"/>
                <a:gd name="connsiteX11" fmla="*/ 14951 w 206232"/>
                <a:gd name="connsiteY11" fmla="*/ 378128 h 460543"/>
                <a:gd name="connsiteX12" fmla="*/ 83266 w 206232"/>
                <a:gd name="connsiteY12" fmla="*/ 123703 h 460543"/>
                <a:gd name="connsiteX13" fmla="*/ 90964 w 206232"/>
                <a:gd name="connsiteY13" fmla="*/ 32332 h 460543"/>
                <a:gd name="connsiteX14" fmla="*/ 82378 w 206232"/>
                <a:gd name="connsiteY14" fmla="*/ 1616 h 460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6232" h="460543">
                  <a:moveTo>
                    <a:pt x="82378" y="1616"/>
                  </a:moveTo>
                  <a:cubicBezTo>
                    <a:pt x="82378" y="1616"/>
                    <a:pt x="83229" y="-4379"/>
                    <a:pt x="90927" y="6723"/>
                  </a:cubicBezTo>
                  <a:cubicBezTo>
                    <a:pt x="98624" y="17825"/>
                    <a:pt x="103731" y="21230"/>
                    <a:pt x="110578" y="28928"/>
                  </a:cubicBezTo>
                  <a:cubicBezTo>
                    <a:pt x="117387" y="36625"/>
                    <a:pt x="147326" y="58793"/>
                    <a:pt x="161796" y="74188"/>
                  </a:cubicBezTo>
                  <a:cubicBezTo>
                    <a:pt x="188256" y="102350"/>
                    <a:pt x="207056" y="160415"/>
                    <a:pt x="206205" y="161266"/>
                  </a:cubicBezTo>
                  <a:cubicBezTo>
                    <a:pt x="205353" y="162117"/>
                    <a:pt x="148140" y="178326"/>
                    <a:pt x="148140" y="178326"/>
                  </a:cubicBezTo>
                  <a:cubicBezTo>
                    <a:pt x="148140" y="178326"/>
                    <a:pt x="184000" y="209930"/>
                    <a:pt x="186554" y="211633"/>
                  </a:cubicBezTo>
                  <a:cubicBezTo>
                    <a:pt x="189107" y="213335"/>
                    <a:pt x="184851" y="219330"/>
                    <a:pt x="181447" y="222735"/>
                  </a:cubicBezTo>
                  <a:cubicBezTo>
                    <a:pt x="178042" y="226140"/>
                    <a:pt x="76420" y="361919"/>
                    <a:pt x="65318" y="377277"/>
                  </a:cubicBezTo>
                  <a:cubicBezTo>
                    <a:pt x="54216" y="392635"/>
                    <a:pt x="15358" y="434083"/>
                    <a:pt x="11509" y="441337"/>
                  </a:cubicBezTo>
                  <a:cubicBezTo>
                    <a:pt x="7660" y="448590"/>
                    <a:pt x="0" y="460544"/>
                    <a:pt x="0" y="460544"/>
                  </a:cubicBezTo>
                  <a:cubicBezTo>
                    <a:pt x="0" y="460544"/>
                    <a:pt x="3849" y="419133"/>
                    <a:pt x="14951" y="378128"/>
                  </a:cubicBezTo>
                  <a:cubicBezTo>
                    <a:pt x="26053" y="337161"/>
                    <a:pt x="78122" y="142466"/>
                    <a:pt x="83266" y="123703"/>
                  </a:cubicBezTo>
                  <a:cubicBezTo>
                    <a:pt x="88373" y="104904"/>
                    <a:pt x="94369" y="52834"/>
                    <a:pt x="90964" y="32332"/>
                  </a:cubicBezTo>
                  <a:cubicBezTo>
                    <a:pt x="87522" y="11867"/>
                    <a:pt x="82378" y="1616"/>
                    <a:pt x="82378" y="1616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C8D48013-D314-2B40-CD69-D36282F86651}"/>
                </a:ext>
              </a:extLst>
            </p:cNvPr>
            <p:cNvSpPr/>
            <p:nvPr/>
          </p:nvSpPr>
          <p:spPr>
            <a:xfrm>
              <a:off x="3884167" y="3135196"/>
              <a:ext cx="68907" cy="110482"/>
            </a:xfrm>
            <a:custGeom>
              <a:avLst/>
              <a:gdLst>
                <a:gd name="connsiteX0" fmla="*/ 24610 w 68907"/>
                <a:gd name="connsiteY0" fmla="*/ 8415 h 110482"/>
                <a:gd name="connsiteX1" fmla="*/ 5625 w 68907"/>
                <a:gd name="connsiteY1" fmla="*/ 681 h 110482"/>
                <a:gd name="connsiteX2" fmla="*/ 2813 w 68907"/>
                <a:gd name="connsiteY2" fmla="*/ 40056 h 110482"/>
                <a:gd name="connsiteX3" fmla="*/ 21094 w 68907"/>
                <a:gd name="connsiteY3" fmla="*/ 90682 h 110482"/>
                <a:gd name="connsiteX4" fmla="*/ 40782 w 68907"/>
                <a:gd name="connsiteY4" fmla="*/ 108964 h 110482"/>
                <a:gd name="connsiteX5" fmla="*/ 68908 w 68907"/>
                <a:gd name="connsiteY5" fmla="*/ 110370 h 110482"/>
                <a:gd name="connsiteX6" fmla="*/ 42891 w 68907"/>
                <a:gd name="connsiteY6" fmla="*/ 8415 h 110482"/>
                <a:gd name="connsiteX7" fmla="*/ 24610 w 68907"/>
                <a:gd name="connsiteY7" fmla="*/ 8415 h 11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907" h="110482">
                  <a:moveTo>
                    <a:pt x="24610" y="8415"/>
                  </a:moveTo>
                  <a:cubicBezTo>
                    <a:pt x="24610" y="8415"/>
                    <a:pt x="14063" y="-2835"/>
                    <a:pt x="5625" y="681"/>
                  </a:cubicBezTo>
                  <a:cubicBezTo>
                    <a:pt x="-2813" y="4196"/>
                    <a:pt x="0" y="27400"/>
                    <a:pt x="2813" y="40056"/>
                  </a:cubicBezTo>
                  <a:cubicBezTo>
                    <a:pt x="5625" y="52713"/>
                    <a:pt x="14766" y="80838"/>
                    <a:pt x="21094" y="90682"/>
                  </a:cubicBezTo>
                  <a:cubicBezTo>
                    <a:pt x="27422" y="100526"/>
                    <a:pt x="33751" y="106854"/>
                    <a:pt x="40782" y="108964"/>
                  </a:cubicBezTo>
                  <a:cubicBezTo>
                    <a:pt x="47813" y="111073"/>
                    <a:pt x="68908" y="110370"/>
                    <a:pt x="68908" y="110370"/>
                  </a:cubicBezTo>
                  <a:lnTo>
                    <a:pt x="42891" y="8415"/>
                  </a:lnTo>
                  <a:lnTo>
                    <a:pt x="24610" y="8415"/>
                  </a:lnTo>
                  <a:close/>
                </a:path>
              </a:pathLst>
            </a:custGeom>
            <a:solidFill>
              <a:srgbClr val="E09C6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B389696-E70A-D28F-7D49-03549FB459C4}"/>
                </a:ext>
              </a:extLst>
            </p:cNvPr>
            <p:cNvSpPr/>
            <p:nvPr/>
          </p:nvSpPr>
          <p:spPr>
            <a:xfrm>
              <a:off x="4122494" y="3135196"/>
              <a:ext cx="68907" cy="110482"/>
            </a:xfrm>
            <a:custGeom>
              <a:avLst/>
              <a:gdLst>
                <a:gd name="connsiteX0" fmla="*/ 44298 w 68907"/>
                <a:gd name="connsiteY0" fmla="*/ 8415 h 110482"/>
                <a:gd name="connsiteX1" fmla="*/ 63283 w 68907"/>
                <a:gd name="connsiteY1" fmla="*/ 681 h 110482"/>
                <a:gd name="connsiteX2" fmla="*/ 66095 w 68907"/>
                <a:gd name="connsiteY2" fmla="*/ 40056 h 110482"/>
                <a:gd name="connsiteX3" fmla="*/ 47813 w 68907"/>
                <a:gd name="connsiteY3" fmla="*/ 90682 h 110482"/>
                <a:gd name="connsiteX4" fmla="*/ 28126 w 68907"/>
                <a:gd name="connsiteY4" fmla="*/ 108964 h 110482"/>
                <a:gd name="connsiteX5" fmla="*/ 0 w 68907"/>
                <a:gd name="connsiteY5" fmla="*/ 110370 h 110482"/>
                <a:gd name="connsiteX6" fmla="*/ 26016 w 68907"/>
                <a:gd name="connsiteY6" fmla="*/ 8415 h 110482"/>
                <a:gd name="connsiteX7" fmla="*/ 44298 w 68907"/>
                <a:gd name="connsiteY7" fmla="*/ 8415 h 11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907" h="110482">
                  <a:moveTo>
                    <a:pt x="44298" y="8415"/>
                  </a:moveTo>
                  <a:cubicBezTo>
                    <a:pt x="44298" y="8415"/>
                    <a:pt x="54845" y="-2835"/>
                    <a:pt x="63283" y="681"/>
                  </a:cubicBezTo>
                  <a:cubicBezTo>
                    <a:pt x="71720" y="4196"/>
                    <a:pt x="68908" y="27400"/>
                    <a:pt x="66095" y="40056"/>
                  </a:cubicBezTo>
                  <a:cubicBezTo>
                    <a:pt x="63283" y="52713"/>
                    <a:pt x="54142" y="80838"/>
                    <a:pt x="47813" y="90682"/>
                  </a:cubicBezTo>
                  <a:cubicBezTo>
                    <a:pt x="41485" y="100526"/>
                    <a:pt x="35157" y="106854"/>
                    <a:pt x="28126" y="108964"/>
                  </a:cubicBezTo>
                  <a:cubicBezTo>
                    <a:pt x="21094" y="111073"/>
                    <a:pt x="0" y="110370"/>
                    <a:pt x="0" y="110370"/>
                  </a:cubicBezTo>
                  <a:lnTo>
                    <a:pt x="26016" y="8415"/>
                  </a:lnTo>
                  <a:lnTo>
                    <a:pt x="44298" y="8415"/>
                  </a:lnTo>
                  <a:close/>
                </a:path>
              </a:pathLst>
            </a:custGeom>
            <a:solidFill>
              <a:srgbClr val="E09C6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6E2C3B1E-7055-97B6-6D69-4533C666907A}"/>
                </a:ext>
              </a:extLst>
            </p:cNvPr>
            <p:cNvSpPr/>
            <p:nvPr/>
          </p:nvSpPr>
          <p:spPr>
            <a:xfrm>
              <a:off x="3910964" y="2980474"/>
              <a:ext cx="259375" cy="388192"/>
            </a:xfrm>
            <a:custGeom>
              <a:avLst/>
              <a:gdLst>
                <a:gd name="connsiteX0" fmla="*/ 129670 w 259375"/>
                <a:gd name="connsiteY0" fmla="*/ 5708 h 388192"/>
                <a:gd name="connsiteX1" fmla="*/ 3438 w 259375"/>
                <a:gd name="connsiteY1" fmla="*/ 156105 h 388192"/>
                <a:gd name="connsiteX2" fmla="*/ 14688 w 259375"/>
                <a:gd name="connsiteY2" fmla="*/ 218685 h 388192"/>
                <a:gd name="connsiteX3" fmla="*/ 23126 w 259375"/>
                <a:gd name="connsiteY3" fmla="*/ 302358 h 388192"/>
                <a:gd name="connsiteX4" fmla="*/ 46329 w 259375"/>
                <a:gd name="connsiteY4" fmla="*/ 338736 h 388192"/>
                <a:gd name="connsiteX5" fmla="*/ 77268 w 259375"/>
                <a:gd name="connsiteY5" fmla="*/ 363531 h 388192"/>
                <a:gd name="connsiteX6" fmla="*/ 106096 w 259375"/>
                <a:gd name="connsiteY6" fmla="*/ 386735 h 388192"/>
                <a:gd name="connsiteX7" fmla="*/ 129670 w 259375"/>
                <a:gd name="connsiteY7" fmla="*/ 385439 h 388192"/>
                <a:gd name="connsiteX8" fmla="*/ 153281 w 259375"/>
                <a:gd name="connsiteY8" fmla="*/ 386735 h 388192"/>
                <a:gd name="connsiteX9" fmla="*/ 182109 w 259375"/>
                <a:gd name="connsiteY9" fmla="*/ 363531 h 388192"/>
                <a:gd name="connsiteX10" fmla="*/ 213047 w 259375"/>
                <a:gd name="connsiteY10" fmla="*/ 338736 h 388192"/>
                <a:gd name="connsiteX11" fmla="*/ 236251 w 259375"/>
                <a:gd name="connsiteY11" fmla="*/ 302358 h 388192"/>
                <a:gd name="connsiteX12" fmla="*/ 244688 w 259375"/>
                <a:gd name="connsiteY12" fmla="*/ 218685 h 388192"/>
                <a:gd name="connsiteX13" fmla="*/ 255939 w 259375"/>
                <a:gd name="connsiteY13" fmla="*/ 156105 h 388192"/>
                <a:gd name="connsiteX14" fmla="*/ 129670 w 259375"/>
                <a:gd name="connsiteY14" fmla="*/ 5708 h 38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9375" h="388192">
                  <a:moveTo>
                    <a:pt x="129670" y="5708"/>
                  </a:moveTo>
                  <a:cubicBezTo>
                    <a:pt x="99546" y="-2693"/>
                    <a:pt x="-21838" y="-25860"/>
                    <a:pt x="3438" y="156105"/>
                  </a:cubicBezTo>
                  <a:cubicBezTo>
                    <a:pt x="3438" y="156105"/>
                    <a:pt x="13282" y="194075"/>
                    <a:pt x="14688" y="218685"/>
                  </a:cubicBezTo>
                  <a:cubicBezTo>
                    <a:pt x="16094" y="243294"/>
                    <a:pt x="21016" y="291108"/>
                    <a:pt x="23126" y="302358"/>
                  </a:cubicBezTo>
                  <a:cubicBezTo>
                    <a:pt x="25235" y="313608"/>
                    <a:pt x="36004" y="330372"/>
                    <a:pt x="46329" y="338736"/>
                  </a:cubicBezTo>
                  <a:cubicBezTo>
                    <a:pt x="61095" y="350689"/>
                    <a:pt x="70236" y="357055"/>
                    <a:pt x="77268" y="363531"/>
                  </a:cubicBezTo>
                  <a:cubicBezTo>
                    <a:pt x="86408" y="371969"/>
                    <a:pt x="98584" y="384477"/>
                    <a:pt x="106096" y="386735"/>
                  </a:cubicBezTo>
                  <a:cubicBezTo>
                    <a:pt x="116902" y="389991"/>
                    <a:pt x="126043" y="386994"/>
                    <a:pt x="129670" y="385439"/>
                  </a:cubicBezTo>
                  <a:cubicBezTo>
                    <a:pt x="133334" y="386994"/>
                    <a:pt x="142437" y="389991"/>
                    <a:pt x="153281" y="386735"/>
                  </a:cubicBezTo>
                  <a:cubicBezTo>
                    <a:pt x="160793" y="384477"/>
                    <a:pt x="173597" y="371266"/>
                    <a:pt x="182109" y="363531"/>
                  </a:cubicBezTo>
                  <a:cubicBezTo>
                    <a:pt x="189178" y="357092"/>
                    <a:pt x="198281" y="350689"/>
                    <a:pt x="213047" y="338736"/>
                  </a:cubicBezTo>
                  <a:cubicBezTo>
                    <a:pt x="223335" y="330372"/>
                    <a:pt x="234141" y="313608"/>
                    <a:pt x="236251" y="302358"/>
                  </a:cubicBezTo>
                  <a:cubicBezTo>
                    <a:pt x="238360" y="291108"/>
                    <a:pt x="243282" y="243294"/>
                    <a:pt x="244688" y="218685"/>
                  </a:cubicBezTo>
                  <a:cubicBezTo>
                    <a:pt x="246095" y="194075"/>
                    <a:pt x="255939" y="156105"/>
                    <a:pt x="255939" y="156105"/>
                  </a:cubicBezTo>
                  <a:cubicBezTo>
                    <a:pt x="281215" y="-25860"/>
                    <a:pt x="159794" y="-2693"/>
                    <a:pt x="129670" y="5708"/>
                  </a:cubicBezTo>
                  <a:close/>
                </a:path>
              </a:pathLst>
            </a:custGeom>
            <a:solidFill>
              <a:srgbClr val="F5B97E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51A35890-B8A1-6B63-38E7-9700235BC286}"/>
                </a:ext>
              </a:extLst>
            </p:cNvPr>
            <p:cNvSpPr/>
            <p:nvPr/>
          </p:nvSpPr>
          <p:spPr>
            <a:xfrm>
              <a:off x="3894369" y="2928573"/>
              <a:ext cx="280156" cy="252851"/>
            </a:xfrm>
            <a:custGeom>
              <a:avLst/>
              <a:gdLst>
                <a:gd name="connsiteX0" fmla="*/ 235156 w 280156"/>
                <a:gd name="connsiteY0" fmla="*/ 106052 h 252851"/>
                <a:gd name="connsiteX1" fmla="*/ 247109 w 280156"/>
                <a:gd name="connsiteY1" fmla="*/ 144021 h 252851"/>
                <a:gd name="connsiteX2" fmla="*/ 248516 w 280156"/>
                <a:gd name="connsiteY2" fmla="*/ 184803 h 252851"/>
                <a:gd name="connsiteX3" fmla="*/ 254844 w 280156"/>
                <a:gd name="connsiteY3" fmla="*/ 212225 h 252851"/>
                <a:gd name="connsiteX4" fmla="*/ 259766 w 280156"/>
                <a:gd name="connsiteY4" fmla="*/ 251601 h 252851"/>
                <a:gd name="connsiteX5" fmla="*/ 263282 w 280156"/>
                <a:gd name="connsiteY5" fmla="*/ 251601 h 252851"/>
                <a:gd name="connsiteX6" fmla="*/ 272422 w 280156"/>
                <a:gd name="connsiteY6" fmla="*/ 224179 h 252851"/>
                <a:gd name="connsiteX7" fmla="*/ 280157 w 280156"/>
                <a:gd name="connsiteY7" fmla="*/ 208007 h 252851"/>
                <a:gd name="connsiteX8" fmla="*/ 279454 w 280156"/>
                <a:gd name="connsiteY8" fmla="*/ 161599 h 252851"/>
                <a:gd name="connsiteX9" fmla="*/ 278047 w 280156"/>
                <a:gd name="connsiteY9" fmla="*/ 96911 h 252851"/>
                <a:gd name="connsiteX10" fmla="*/ 253438 w 280156"/>
                <a:gd name="connsiteY10" fmla="*/ 61051 h 252851"/>
                <a:gd name="connsiteX11" fmla="*/ 245000 w 280156"/>
                <a:gd name="connsiteY11" fmla="*/ 43472 h 252851"/>
                <a:gd name="connsiteX12" fmla="*/ 195077 w 280156"/>
                <a:gd name="connsiteY12" fmla="*/ 3393 h 252851"/>
                <a:gd name="connsiteX13" fmla="*/ 62184 w 280156"/>
                <a:gd name="connsiteY13" fmla="*/ 18862 h 252851"/>
                <a:gd name="connsiteX14" fmla="*/ 8745 w 280156"/>
                <a:gd name="connsiteY14" fmla="*/ 87770 h 252851"/>
                <a:gd name="connsiteX15" fmla="*/ 308 w 280156"/>
                <a:gd name="connsiteY15" fmla="*/ 178475 h 252851"/>
                <a:gd name="connsiteX16" fmla="*/ 5230 w 280156"/>
                <a:gd name="connsiteY16" fmla="*/ 208710 h 252851"/>
                <a:gd name="connsiteX17" fmla="*/ 12964 w 280156"/>
                <a:gd name="connsiteY17" fmla="*/ 223476 h 252851"/>
                <a:gd name="connsiteX18" fmla="*/ 22105 w 280156"/>
                <a:gd name="connsiteY18" fmla="*/ 243867 h 252851"/>
                <a:gd name="connsiteX19" fmla="*/ 27027 w 280156"/>
                <a:gd name="connsiteY19" fmla="*/ 243867 h 252851"/>
                <a:gd name="connsiteX20" fmla="*/ 29840 w 280156"/>
                <a:gd name="connsiteY20" fmla="*/ 217147 h 252851"/>
                <a:gd name="connsiteX21" fmla="*/ 34762 w 280156"/>
                <a:gd name="connsiteY21" fmla="*/ 181990 h 252851"/>
                <a:gd name="connsiteX22" fmla="*/ 31949 w 280156"/>
                <a:gd name="connsiteY22" fmla="*/ 139099 h 252851"/>
                <a:gd name="connsiteX23" fmla="*/ 41090 w 280156"/>
                <a:gd name="connsiteY23" fmla="*/ 115192 h 252851"/>
                <a:gd name="connsiteX24" fmla="*/ 68512 w 280156"/>
                <a:gd name="connsiteY24" fmla="*/ 134177 h 252851"/>
                <a:gd name="connsiteX25" fmla="*/ 100857 w 280156"/>
                <a:gd name="connsiteY25" fmla="*/ 125739 h 252851"/>
                <a:gd name="connsiteX26" fmla="*/ 133201 w 280156"/>
                <a:gd name="connsiteY26" fmla="*/ 120114 h 252851"/>
                <a:gd name="connsiteX27" fmla="*/ 166952 w 280156"/>
                <a:gd name="connsiteY27" fmla="*/ 111677 h 252851"/>
                <a:gd name="connsiteX28" fmla="*/ 190858 w 280156"/>
                <a:gd name="connsiteY28" fmla="*/ 107458 h 252851"/>
                <a:gd name="connsiteX29" fmla="*/ 235156 w 280156"/>
                <a:gd name="connsiteY29" fmla="*/ 106052 h 252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80156" h="252851">
                  <a:moveTo>
                    <a:pt x="235156" y="106052"/>
                  </a:moveTo>
                  <a:cubicBezTo>
                    <a:pt x="235156" y="106052"/>
                    <a:pt x="246406" y="127849"/>
                    <a:pt x="247109" y="144021"/>
                  </a:cubicBezTo>
                  <a:cubicBezTo>
                    <a:pt x="247813" y="160193"/>
                    <a:pt x="246406" y="174959"/>
                    <a:pt x="248516" y="184803"/>
                  </a:cubicBezTo>
                  <a:cubicBezTo>
                    <a:pt x="250625" y="194647"/>
                    <a:pt x="254844" y="202382"/>
                    <a:pt x="254844" y="212225"/>
                  </a:cubicBezTo>
                  <a:cubicBezTo>
                    <a:pt x="254844" y="222069"/>
                    <a:pt x="259766" y="248789"/>
                    <a:pt x="259766" y="251601"/>
                  </a:cubicBezTo>
                  <a:cubicBezTo>
                    <a:pt x="259766" y="254414"/>
                    <a:pt x="263282" y="251601"/>
                    <a:pt x="263282" y="251601"/>
                  </a:cubicBezTo>
                  <a:cubicBezTo>
                    <a:pt x="263282" y="251601"/>
                    <a:pt x="268204" y="229804"/>
                    <a:pt x="272422" y="224179"/>
                  </a:cubicBezTo>
                  <a:cubicBezTo>
                    <a:pt x="276641" y="218554"/>
                    <a:pt x="280157" y="208007"/>
                    <a:pt x="280157" y="208007"/>
                  </a:cubicBezTo>
                  <a:cubicBezTo>
                    <a:pt x="280157" y="208007"/>
                    <a:pt x="280157" y="181990"/>
                    <a:pt x="279454" y="161599"/>
                  </a:cubicBezTo>
                  <a:cubicBezTo>
                    <a:pt x="278751" y="141208"/>
                    <a:pt x="280157" y="110974"/>
                    <a:pt x="278047" y="96911"/>
                  </a:cubicBezTo>
                  <a:cubicBezTo>
                    <a:pt x="275938" y="82848"/>
                    <a:pt x="253438" y="61051"/>
                    <a:pt x="253438" y="61051"/>
                  </a:cubicBezTo>
                  <a:cubicBezTo>
                    <a:pt x="253438" y="61051"/>
                    <a:pt x="253438" y="50504"/>
                    <a:pt x="245000" y="43472"/>
                  </a:cubicBezTo>
                  <a:cubicBezTo>
                    <a:pt x="236562" y="36441"/>
                    <a:pt x="237969" y="11128"/>
                    <a:pt x="195077" y="3393"/>
                  </a:cubicBezTo>
                  <a:cubicBezTo>
                    <a:pt x="152186" y="-4341"/>
                    <a:pt x="85388" y="1284"/>
                    <a:pt x="62184" y="18862"/>
                  </a:cubicBezTo>
                  <a:cubicBezTo>
                    <a:pt x="38980" y="36441"/>
                    <a:pt x="15074" y="63863"/>
                    <a:pt x="8745" y="87770"/>
                  </a:cubicBezTo>
                  <a:cubicBezTo>
                    <a:pt x="2417" y="111677"/>
                    <a:pt x="-1098" y="158787"/>
                    <a:pt x="308" y="178475"/>
                  </a:cubicBezTo>
                  <a:cubicBezTo>
                    <a:pt x="1714" y="198163"/>
                    <a:pt x="5230" y="208710"/>
                    <a:pt x="5230" y="208710"/>
                  </a:cubicBezTo>
                  <a:cubicBezTo>
                    <a:pt x="5230" y="208710"/>
                    <a:pt x="12261" y="219960"/>
                    <a:pt x="12964" y="223476"/>
                  </a:cubicBezTo>
                  <a:cubicBezTo>
                    <a:pt x="13667" y="226991"/>
                    <a:pt x="22105" y="243867"/>
                    <a:pt x="22105" y="243867"/>
                  </a:cubicBezTo>
                  <a:cubicBezTo>
                    <a:pt x="22105" y="243867"/>
                    <a:pt x="25621" y="248789"/>
                    <a:pt x="27027" y="243867"/>
                  </a:cubicBezTo>
                  <a:cubicBezTo>
                    <a:pt x="28507" y="238723"/>
                    <a:pt x="25621" y="230507"/>
                    <a:pt x="29840" y="217147"/>
                  </a:cubicBezTo>
                  <a:cubicBezTo>
                    <a:pt x="34058" y="203788"/>
                    <a:pt x="38980" y="194647"/>
                    <a:pt x="34762" y="181990"/>
                  </a:cubicBezTo>
                  <a:cubicBezTo>
                    <a:pt x="30543" y="169334"/>
                    <a:pt x="28433" y="151756"/>
                    <a:pt x="31949" y="139099"/>
                  </a:cubicBezTo>
                  <a:cubicBezTo>
                    <a:pt x="35465" y="126443"/>
                    <a:pt x="41090" y="115192"/>
                    <a:pt x="41090" y="115192"/>
                  </a:cubicBezTo>
                  <a:cubicBezTo>
                    <a:pt x="41090" y="115192"/>
                    <a:pt x="57965" y="132771"/>
                    <a:pt x="68512" y="134177"/>
                  </a:cubicBezTo>
                  <a:cubicBezTo>
                    <a:pt x="79059" y="135583"/>
                    <a:pt x="93122" y="129958"/>
                    <a:pt x="100857" y="125739"/>
                  </a:cubicBezTo>
                  <a:cubicBezTo>
                    <a:pt x="108591" y="121521"/>
                    <a:pt x="124763" y="120114"/>
                    <a:pt x="133201" y="120114"/>
                  </a:cubicBezTo>
                  <a:cubicBezTo>
                    <a:pt x="141639" y="120114"/>
                    <a:pt x="159217" y="116599"/>
                    <a:pt x="166952" y="111677"/>
                  </a:cubicBezTo>
                  <a:cubicBezTo>
                    <a:pt x="174686" y="106755"/>
                    <a:pt x="183827" y="107458"/>
                    <a:pt x="190858" y="107458"/>
                  </a:cubicBezTo>
                  <a:cubicBezTo>
                    <a:pt x="197890" y="107458"/>
                    <a:pt x="224609" y="114489"/>
                    <a:pt x="235156" y="106052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90" name="Graphic 154">
            <a:extLst>
              <a:ext uri="{FF2B5EF4-FFF2-40B4-BE49-F238E27FC236}">
                <a16:creationId xmlns:a16="http://schemas.microsoft.com/office/drawing/2014/main" id="{D7084284-AFC7-4301-68A3-1F77E4205B14}"/>
              </a:ext>
            </a:extLst>
          </p:cNvPr>
          <p:cNvGrpSpPr/>
          <p:nvPr/>
        </p:nvGrpSpPr>
        <p:grpSpPr>
          <a:xfrm>
            <a:off x="-6706943" y="-738562"/>
            <a:ext cx="1147942" cy="3033603"/>
            <a:chOff x="4388716" y="3928698"/>
            <a:chExt cx="1147942" cy="303360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E8971434-B7D8-2706-E6B4-9FF4E4917B7E}"/>
                </a:ext>
              </a:extLst>
            </p:cNvPr>
            <p:cNvSpPr/>
            <p:nvPr/>
          </p:nvSpPr>
          <p:spPr>
            <a:xfrm>
              <a:off x="4812949" y="4387947"/>
              <a:ext cx="256164" cy="962448"/>
            </a:xfrm>
            <a:custGeom>
              <a:avLst/>
              <a:gdLst>
                <a:gd name="connsiteX0" fmla="*/ 38414 w 256164"/>
                <a:gd name="connsiteY0" fmla="*/ 23056 h 962448"/>
                <a:gd name="connsiteX1" fmla="*/ 0 w 256164"/>
                <a:gd name="connsiteY1" fmla="*/ 69167 h 962448"/>
                <a:gd name="connsiteX2" fmla="*/ 93924 w 256164"/>
                <a:gd name="connsiteY2" fmla="*/ 939393 h 962448"/>
                <a:gd name="connsiteX3" fmla="*/ 201542 w 256164"/>
                <a:gd name="connsiteY3" fmla="*/ 962449 h 962448"/>
                <a:gd name="connsiteX4" fmla="*/ 256164 w 256164"/>
                <a:gd name="connsiteY4" fmla="*/ 44853 h 962448"/>
                <a:gd name="connsiteX5" fmla="*/ 172898 w 256164"/>
                <a:gd name="connsiteY5" fmla="*/ 0 h 962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6164" h="962448">
                  <a:moveTo>
                    <a:pt x="38414" y="23056"/>
                  </a:moveTo>
                  <a:lnTo>
                    <a:pt x="0" y="69167"/>
                  </a:lnTo>
                  <a:lnTo>
                    <a:pt x="93924" y="939393"/>
                  </a:lnTo>
                  <a:lnTo>
                    <a:pt x="201542" y="962449"/>
                  </a:lnTo>
                  <a:lnTo>
                    <a:pt x="256164" y="44853"/>
                  </a:lnTo>
                  <a:lnTo>
                    <a:pt x="172898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DC684DD5-4A9B-701C-8537-7B856A492134}"/>
                </a:ext>
              </a:extLst>
            </p:cNvPr>
            <p:cNvSpPr/>
            <p:nvPr/>
          </p:nvSpPr>
          <p:spPr>
            <a:xfrm>
              <a:off x="4613177" y="6855889"/>
              <a:ext cx="272453" cy="99472"/>
            </a:xfrm>
            <a:custGeom>
              <a:avLst/>
              <a:gdLst>
                <a:gd name="connsiteX0" fmla="*/ 26873 w 272453"/>
                <a:gd name="connsiteY0" fmla="*/ 45445 h 99472"/>
                <a:gd name="connsiteX1" fmla="*/ 14069 w 272453"/>
                <a:gd name="connsiteY1" fmla="*/ 68501 h 99472"/>
                <a:gd name="connsiteX2" fmla="*/ 1264 w 272453"/>
                <a:gd name="connsiteY2" fmla="*/ 74903 h 99472"/>
                <a:gd name="connsiteX3" fmla="*/ 3188 w 272453"/>
                <a:gd name="connsiteY3" fmla="*/ 93480 h 99472"/>
                <a:gd name="connsiteX4" fmla="*/ 122315 w 272453"/>
                <a:gd name="connsiteY4" fmla="*/ 99254 h 99472"/>
                <a:gd name="connsiteX5" fmla="*/ 199808 w 272453"/>
                <a:gd name="connsiteY5" fmla="*/ 83230 h 99472"/>
                <a:gd name="connsiteX6" fmla="*/ 212613 w 272453"/>
                <a:gd name="connsiteY6" fmla="*/ 67871 h 99472"/>
                <a:gd name="connsiteX7" fmla="*/ 235668 w 272453"/>
                <a:gd name="connsiteY7" fmla="*/ 68501 h 99472"/>
                <a:gd name="connsiteX8" fmla="*/ 272157 w 272453"/>
                <a:gd name="connsiteY8" fmla="*/ 53772 h 99472"/>
                <a:gd name="connsiteX9" fmla="*/ 272157 w 272453"/>
                <a:gd name="connsiteY9" fmla="*/ 4478 h 99472"/>
                <a:gd name="connsiteX10" fmla="*/ 255504 w 272453"/>
                <a:gd name="connsiteY10" fmla="*/ 0 h 99472"/>
                <a:gd name="connsiteX11" fmla="*/ 26873 w 272453"/>
                <a:gd name="connsiteY11" fmla="*/ 45445 h 99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2453" h="99472">
                  <a:moveTo>
                    <a:pt x="26873" y="45445"/>
                  </a:moveTo>
                  <a:lnTo>
                    <a:pt x="14069" y="68501"/>
                  </a:lnTo>
                  <a:cubicBezTo>
                    <a:pt x="14069" y="68501"/>
                    <a:pt x="3188" y="69796"/>
                    <a:pt x="1264" y="74903"/>
                  </a:cubicBezTo>
                  <a:cubicBezTo>
                    <a:pt x="-660" y="80010"/>
                    <a:pt x="-660" y="90927"/>
                    <a:pt x="3188" y="93480"/>
                  </a:cubicBezTo>
                  <a:cubicBezTo>
                    <a:pt x="7037" y="96034"/>
                    <a:pt x="83235" y="100512"/>
                    <a:pt x="122315" y="99254"/>
                  </a:cubicBezTo>
                  <a:cubicBezTo>
                    <a:pt x="161395" y="97958"/>
                    <a:pt x="188928" y="89003"/>
                    <a:pt x="199808" y="83230"/>
                  </a:cubicBezTo>
                  <a:cubicBezTo>
                    <a:pt x="210688" y="77456"/>
                    <a:pt x="212613" y="67871"/>
                    <a:pt x="212613" y="67871"/>
                  </a:cubicBezTo>
                  <a:lnTo>
                    <a:pt x="235668" y="68501"/>
                  </a:lnTo>
                  <a:lnTo>
                    <a:pt x="272157" y="53772"/>
                  </a:lnTo>
                  <a:cubicBezTo>
                    <a:pt x="272157" y="53772"/>
                    <a:pt x="272823" y="8956"/>
                    <a:pt x="272157" y="4478"/>
                  </a:cubicBezTo>
                  <a:cubicBezTo>
                    <a:pt x="271528" y="0"/>
                    <a:pt x="255504" y="0"/>
                    <a:pt x="255504" y="0"/>
                  </a:cubicBezTo>
                  <a:lnTo>
                    <a:pt x="26873" y="45445"/>
                  </a:lnTo>
                  <a:close/>
                </a:path>
              </a:pathLst>
            </a:custGeom>
            <a:solidFill>
              <a:srgbClr val="1012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8C49E4A0-8BA5-7166-E1F1-E1D506AD7244}"/>
                </a:ext>
              </a:extLst>
            </p:cNvPr>
            <p:cNvSpPr/>
            <p:nvPr/>
          </p:nvSpPr>
          <p:spPr>
            <a:xfrm>
              <a:off x="4623713" y="6739945"/>
              <a:ext cx="260543" cy="192677"/>
            </a:xfrm>
            <a:custGeom>
              <a:avLst/>
              <a:gdLst>
                <a:gd name="connsiteX0" fmla="*/ 89353 w 260543"/>
                <a:gd name="connsiteY0" fmla="*/ 42928 h 192677"/>
                <a:gd name="connsiteX1" fmla="*/ 76549 w 260543"/>
                <a:gd name="connsiteY1" fmla="*/ 73015 h 192677"/>
                <a:gd name="connsiteX2" fmla="*/ 40689 w 260543"/>
                <a:gd name="connsiteY2" fmla="*/ 120422 h 192677"/>
                <a:gd name="connsiteX3" fmla="*/ 2904 w 260543"/>
                <a:gd name="connsiteY3" fmla="*/ 156282 h 192677"/>
                <a:gd name="connsiteX4" fmla="*/ 980 w 260543"/>
                <a:gd name="connsiteY4" fmla="*/ 185073 h 192677"/>
                <a:gd name="connsiteX5" fmla="*/ 104711 w 260543"/>
                <a:gd name="connsiteY5" fmla="*/ 190217 h 192677"/>
                <a:gd name="connsiteX6" fmla="*/ 157225 w 260543"/>
                <a:gd name="connsiteY6" fmla="*/ 190847 h 192677"/>
                <a:gd name="connsiteX7" fmla="*/ 200782 w 260543"/>
                <a:gd name="connsiteY7" fmla="*/ 167791 h 192677"/>
                <a:gd name="connsiteX8" fmla="*/ 202706 w 260543"/>
                <a:gd name="connsiteY8" fmla="*/ 138962 h 192677"/>
                <a:gd name="connsiteX9" fmla="*/ 234089 w 260543"/>
                <a:gd name="connsiteY9" fmla="*/ 126787 h 192677"/>
                <a:gd name="connsiteX10" fmla="*/ 259069 w 260543"/>
                <a:gd name="connsiteY10" fmla="*/ 114611 h 192677"/>
                <a:gd name="connsiteX11" fmla="*/ 247522 w 260543"/>
                <a:gd name="connsiteY11" fmla="*/ 30087 h 192677"/>
                <a:gd name="connsiteX12" fmla="*/ 216140 w 260543"/>
                <a:gd name="connsiteY12" fmla="*/ 0 h 192677"/>
                <a:gd name="connsiteX13" fmla="*/ 89353 w 260543"/>
                <a:gd name="connsiteY13" fmla="*/ 42928 h 192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0543" h="192677">
                  <a:moveTo>
                    <a:pt x="89353" y="42928"/>
                  </a:moveTo>
                  <a:cubicBezTo>
                    <a:pt x="89353" y="42928"/>
                    <a:pt x="82951" y="64689"/>
                    <a:pt x="76549" y="73015"/>
                  </a:cubicBezTo>
                  <a:cubicBezTo>
                    <a:pt x="70146" y="81342"/>
                    <a:pt x="47720" y="115907"/>
                    <a:pt x="40689" y="120422"/>
                  </a:cubicBezTo>
                  <a:cubicBezTo>
                    <a:pt x="33657" y="124900"/>
                    <a:pt x="8048" y="138999"/>
                    <a:pt x="2904" y="156282"/>
                  </a:cubicBezTo>
                  <a:cubicBezTo>
                    <a:pt x="-2203" y="173564"/>
                    <a:pt x="980" y="185073"/>
                    <a:pt x="980" y="185073"/>
                  </a:cubicBezTo>
                  <a:cubicBezTo>
                    <a:pt x="980" y="185073"/>
                    <a:pt x="95755" y="188922"/>
                    <a:pt x="104711" y="190217"/>
                  </a:cubicBezTo>
                  <a:cubicBezTo>
                    <a:pt x="113667" y="191476"/>
                    <a:pt x="141200" y="194695"/>
                    <a:pt x="157225" y="190847"/>
                  </a:cubicBezTo>
                  <a:cubicBezTo>
                    <a:pt x="173249" y="186998"/>
                    <a:pt x="195009" y="176747"/>
                    <a:pt x="200782" y="167791"/>
                  </a:cubicBezTo>
                  <a:cubicBezTo>
                    <a:pt x="206555" y="158835"/>
                    <a:pt x="199524" y="144106"/>
                    <a:pt x="202706" y="138962"/>
                  </a:cubicBezTo>
                  <a:cubicBezTo>
                    <a:pt x="205926" y="133855"/>
                    <a:pt x="221913" y="130636"/>
                    <a:pt x="234089" y="126787"/>
                  </a:cubicBezTo>
                  <a:cubicBezTo>
                    <a:pt x="246264" y="122938"/>
                    <a:pt x="255849" y="121680"/>
                    <a:pt x="259069" y="114611"/>
                  </a:cubicBezTo>
                  <a:cubicBezTo>
                    <a:pt x="262288" y="107580"/>
                    <a:pt x="260993" y="52513"/>
                    <a:pt x="247522" y="30087"/>
                  </a:cubicBezTo>
                  <a:cubicBezTo>
                    <a:pt x="234089" y="7661"/>
                    <a:pt x="216140" y="0"/>
                    <a:pt x="216140" y="0"/>
                  </a:cubicBezTo>
                  <a:lnTo>
                    <a:pt x="89353" y="42928"/>
                  </a:lnTo>
                  <a:close/>
                </a:path>
              </a:pathLst>
            </a:custGeom>
            <a:solidFill>
              <a:srgbClr val="60433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3F813DF7-4346-1472-2CBD-239553461C92}"/>
                </a:ext>
              </a:extLst>
            </p:cNvPr>
            <p:cNvSpPr/>
            <p:nvPr/>
          </p:nvSpPr>
          <p:spPr>
            <a:xfrm>
              <a:off x="5078698" y="6848154"/>
              <a:ext cx="208758" cy="114146"/>
            </a:xfrm>
            <a:custGeom>
              <a:avLst/>
              <a:gdLst>
                <a:gd name="connsiteX0" fmla="*/ 21131 w 208758"/>
                <a:gd name="connsiteY0" fmla="*/ 0 h 114146"/>
                <a:gd name="connsiteX1" fmla="*/ 5107 w 208758"/>
                <a:gd name="connsiteY1" fmla="*/ 22426 h 114146"/>
                <a:gd name="connsiteX2" fmla="*/ 629 w 208758"/>
                <a:gd name="connsiteY2" fmla="*/ 28829 h 114146"/>
                <a:gd name="connsiteX3" fmla="*/ 0 w 208758"/>
                <a:gd name="connsiteY3" fmla="*/ 73645 h 114146"/>
                <a:gd name="connsiteX4" fmla="*/ 13434 w 208758"/>
                <a:gd name="connsiteY4" fmla="*/ 75569 h 114146"/>
                <a:gd name="connsiteX5" fmla="*/ 30716 w 208758"/>
                <a:gd name="connsiteY5" fmla="*/ 71091 h 114146"/>
                <a:gd name="connsiteX6" fmla="*/ 23685 w 208758"/>
                <a:gd name="connsiteY6" fmla="*/ 78159 h 114146"/>
                <a:gd name="connsiteX7" fmla="*/ 12804 w 208758"/>
                <a:gd name="connsiteY7" fmla="*/ 81342 h 114146"/>
                <a:gd name="connsiteX8" fmla="*/ 7697 w 208758"/>
                <a:gd name="connsiteY8" fmla="*/ 92888 h 114146"/>
                <a:gd name="connsiteX9" fmla="*/ 24980 w 208758"/>
                <a:gd name="connsiteY9" fmla="*/ 111466 h 114146"/>
                <a:gd name="connsiteX10" fmla="*/ 188922 w 208758"/>
                <a:gd name="connsiteY10" fmla="*/ 112761 h 114146"/>
                <a:gd name="connsiteX11" fmla="*/ 208758 w 208758"/>
                <a:gd name="connsiteY11" fmla="*/ 96108 h 114146"/>
                <a:gd name="connsiteX12" fmla="*/ 204909 w 208758"/>
                <a:gd name="connsiteY12" fmla="*/ 78825 h 114146"/>
                <a:gd name="connsiteX13" fmla="*/ 188885 w 208758"/>
                <a:gd name="connsiteY13" fmla="*/ 73052 h 114146"/>
                <a:gd name="connsiteX14" fmla="*/ 21131 w 208758"/>
                <a:gd name="connsiteY14" fmla="*/ 0 h 11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8758" h="114146">
                  <a:moveTo>
                    <a:pt x="21131" y="0"/>
                  </a:moveTo>
                  <a:lnTo>
                    <a:pt x="5107" y="22426"/>
                  </a:lnTo>
                  <a:cubicBezTo>
                    <a:pt x="5107" y="22426"/>
                    <a:pt x="629" y="20502"/>
                    <a:pt x="629" y="28829"/>
                  </a:cubicBezTo>
                  <a:cubicBezTo>
                    <a:pt x="629" y="37155"/>
                    <a:pt x="0" y="73645"/>
                    <a:pt x="0" y="73645"/>
                  </a:cubicBezTo>
                  <a:cubicBezTo>
                    <a:pt x="0" y="73645"/>
                    <a:pt x="9622" y="75569"/>
                    <a:pt x="13434" y="75569"/>
                  </a:cubicBezTo>
                  <a:cubicBezTo>
                    <a:pt x="17282" y="75569"/>
                    <a:pt x="30716" y="71091"/>
                    <a:pt x="30716" y="71091"/>
                  </a:cubicBezTo>
                  <a:lnTo>
                    <a:pt x="23685" y="78159"/>
                  </a:lnTo>
                  <a:cubicBezTo>
                    <a:pt x="23685" y="78159"/>
                    <a:pt x="15987" y="79455"/>
                    <a:pt x="12804" y="81342"/>
                  </a:cubicBezTo>
                  <a:cubicBezTo>
                    <a:pt x="9622" y="83266"/>
                    <a:pt x="7031" y="85820"/>
                    <a:pt x="7697" y="92888"/>
                  </a:cubicBezTo>
                  <a:cubicBezTo>
                    <a:pt x="8327" y="99920"/>
                    <a:pt x="15395" y="108875"/>
                    <a:pt x="24980" y="111466"/>
                  </a:cubicBezTo>
                  <a:cubicBezTo>
                    <a:pt x="34602" y="114019"/>
                    <a:pt x="172898" y="115315"/>
                    <a:pt x="188922" y="112761"/>
                  </a:cubicBezTo>
                  <a:cubicBezTo>
                    <a:pt x="204946" y="110208"/>
                    <a:pt x="208758" y="103139"/>
                    <a:pt x="208758" y="96108"/>
                  </a:cubicBezTo>
                  <a:cubicBezTo>
                    <a:pt x="208758" y="89077"/>
                    <a:pt x="208758" y="79455"/>
                    <a:pt x="204909" y="78825"/>
                  </a:cubicBezTo>
                  <a:cubicBezTo>
                    <a:pt x="201061" y="78196"/>
                    <a:pt x="188885" y="73052"/>
                    <a:pt x="188885" y="73052"/>
                  </a:cubicBezTo>
                  <a:lnTo>
                    <a:pt x="21131" y="0"/>
                  </a:lnTo>
                  <a:close/>
                </a:path>
              </a:pathLst>
            </a:custGeom>
            <a:solidFill>
              <a:srgbClr val="1012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A02079F-F478-5911-89ED-346D954F5AC0}"/>
                </a:ext>
              </a:extLst>
            </p:cNvPr>
            <p:cNvSpPr/>
            <p:nvPr/>
          </p:nvSpPr>
          <p:spPr>
            <a:xfrm>
              <a:off x="5078698" y="6784761"/>
              <a:ext cx="199067" cy="153691"/>
            </a:xfrm>
            <a:custGeom>
              <a:avLst/>
              <a:gdLst>
                <a:gd name="connsiteX0" fmla="*/ 3220 w 199067"/>
                <a:gd name="connsiteY0" fmla="*/ 12175 h 153691"/>
                <a:gd name="connsiteX1" fmla="*/ 0 w 199067"/>
                <a:gd name="connsiteY1" fmla="*/ 53142 h 153691"/>
                <a:gd name="connsiteX2" fmla="*/ 2554 w 199067"/>
                <a:gd name="connsiteY2" fmla="*/ 84525 h 153691"/>
                <a:gd name="connsiteX3" fmla="*/ 11509 w 199067"/>
                <a:gd name="connsiteY3" fmla="*/ 88373 h 153691"/>
                <a:gd name="connsiteX4" fmla="*/ 13434 w 199067"/>
                <a:gd name="connsiteY4" fmla="*/ 138962 h 153691"/>
                <a:gd name="connsiteX5" fmla="*/ 29458 w 199067"/>
                <a:gd name="connsiteY5" fmla="*/ 153691 h 153691"/>
                <a:gd name="connsiteX6" fmla="*/ 73644 w 199067"/>
                <a:gd name="connsiteY6" fmla="*/ 149213 h 153691"/>
                <a:gd name="connsiteX7" fmla="*/ 169678 w 199067"/>
                <a:gd name="connsiteY7" fmla="*/ 149842 h 153691"/>
                <a:gd name="connsiteX8" fmla="*/ 198507 w 199067"/>
                <a:gd name="connsiteY8" fmla="*/ 140887 h 153691"/>
                <a:gd name="connsiteX9" fmla="*/ 192734 w 199067"/>
                <a:gd name="connsiteY9" fmla="*/ 106951 h 153691"/>
                <a:gd name="connsiteX10" fmla="*/ 160723 w 199067"/>
                <a:gd name="connsiteY10" fmla="*/ 50589 h 153691"/>
                <a:gd name="connsiteX11" fmla="*/ 149213 w 199067"/>
                <a:gd name="connsiteY11" fmla="*/ 0 h 153691"/>
                <a:gd name="connsiteX12" fmla="*/ 3220 w 199067"/>
                <a:gd name="connsiteY12" fmla="*/ 12175 h 153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9067" h="153691">
                  <a:moveTo>
                    <a:pt x="3220" y="12175"/>
                  </a:moveTo>
                  <a:cubicBezTo>
                    <a:pt x="3220" y="12175"/>
                    <a:pt x="0" y="42928"/>
                    <a:pt x="0" y="53142"/>
                  </a:cubicBezTo>
                  <a:cubicBezTo>
                    <a:pt x="0" y="63393"/>
                    <a:pt x="0" y="80676"/>
                    <a:pt x="2554" y="84525"/>
                  </a:cubicBezTo>
                  <a:cubicBezTo>
                    <a:pt x="5107" y="88373"/>
                    <a:pt x="11509" y="85154"/>
                    <a:pt x="11509" y="88373"/>
                  </a:cubicBezTo>
                  <a:cubicBezTo>
                    <a:pt x="11509" y="91593"/>
                    <a:pt x="10880" y="127416"/>
                    <a:pt x="13434" y="138962"/>
                  </a:cubicBezTo>
                  <a:cubicBezTo>
                    <a:pt x="15987" y="150472"/>
                    <a:pt x="22389" y="153691"/>
                    <a:pt x="29458" y="153691"/>
                  </a:cubicBezTo>
                  <a:cubicBezTo>
                    <a:pt x="36489" y="153691"/>
                    <a:pt x="49960" y="149213"/>
                    <a:pt x="73644" y="149213"/>
                  </a:cubicBezTo>
                  <a:cubicBezTo>
                    <a:pt x="97329" y="149213"/>
                    <a:pt x="158798" y="149213"/>
                    <a:pt x="169678" y="149842"/>
                  </a:cubicBezTo>
                  <a:cubicBezTo>
                    <a:pt x="180559" y="150472"/>
                    <a:pt x="198507" y="146623"/>
                    <a:pt x="198507" y="140887"/>
                  </a:cubicBezTo>
                  <a:cubicBezTo>
                    <a:pt x="198507" y="135114"/>
                    <a:pt x="201727" y="119126"/>
                    <a:pt x="192734" y="106951"/>
                  </a:cubicBezTo>
                  <a:cubicBezTo>
                    <a:pt x="183778" y="94776"/>
                    <a:pt x="170307" y="69167"/>
                    <a:pt x="160723" y="50589"/>
                  </a:cubicBezTo>
                  <a:cubicBezTo>
                    <a:pt x="151138" y="32011"/>
                    <a:pt x="149213" y="0"/>
                    <a:pt x="149213" y="0"/>
                  </a:cubicBezTo>
                  <a:lnTo>
                    <a:pt x="3220" y="12175"/>
                  </a:lnTo>
                  <a:close/>
                </a:path>
              </a:pathLst>
            </a:custGeom>
            <a:solidFill>
              <a:srgbClr val="60433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C3A35E47-EDBD-B46E-0AD0-E69C0124C2EE}"/>
                </a:ext>
              </a:extLst>
            </p:cNvPr>
            <p:cNvSpPr/>
            <p:nvPr/>
          </p:nvSpPr>
          <p:spPr>
            <a:xfrm>
              <a:off x="4637312" y="5253599"/>
              <a:ext cx="633081" cy="1572931"/>
            </a:xfrm>
            <a:custGeom>
              <a:avLst/>
              <a:gdLst>
                <a:gd name="connsiteX0" fmla="*/ 0 w 633081"/>
                <a:gd name="connsiteY0" fmla="*/ 307146 h 1572931"/>
                <a:gd name="connsiteX1" fmla="*/ 23056 w 633081"/>
                <a:gd name="connsiteY1" fmla="*/ 841161 h 1572931"/>
                <a:gd name="connsiteX2" fmla="*/ 36489 w 633081"/>
                <a:gd name="connsiteY2" fmla="*/ 1345719 h 1572931"/>
                <a:gd name="connsiteX3" fmla="*/ 48665 w 633081"/>
                <a:gd name="connsiteY3" fmla="*/ 1538675 h 1572931"/>
                <a:gd name="connsiteX4" fmla="*/ 83636 w 633081"/>
                <a:gd name="connsiteY4" fmla="*/ 1555513 h 1572931"/>
                <a:gd name="connsiteX5" fmla="*/ 118645 w 633081"/>
                <a:gd name="connsiteY5" fmla="*/ 1559325 h 1572931"/>
                <a:gd name="connsiteX6" fmla="*/ 242953 w 633081"/>
                <a:gd name="connsiteY6" fmla="*/ 1533494 h 1572931"/>
                <a:gd name="connsiteX7" fmla="*/ 249355 w 633081"/>
                <a:gd name="connsiteY7" fmla="*/ 1478427 h 1572931"/>
                <a:gd name="connsiteX8" fmla="*/ 251613 w 633081"/>
                <a:gd name="connsiteY8" fmla="*/ 1288098 h 1572931"/>
                <a:gd name="connsiteX9" fmla="*/ 290248 w 633081"/>
                <a:gd name="connsiteY9" fmla="*/ 723034 h 1572931"/>
                <a:gd name="connsiteX10" fmla="*/ 321630 w 633081"/>
                <a:gd name="connsiteY10" fmla="*/ 438078 h 1572931"/>
                <a:gd name="connsiteX11" fmla="*/ 372219 w 633081"/>
                <a:gd name="connsiteY11" fmla="*/ 876503 h 1572931"/>
                <a:gd name="connsiteX12" fmla="*/ 411299 w 633081"/>
                <a:gd name="connsiteY12" fmla="*/ 1408853 h 1572931"/>
                <a:gd name="connsiteX13" fmla="*/ 417701 w 633081"/>
                <a:gd name="connsiteY13" fmla="*/ 1504887 h 1572931"/>
                <a:gd name="connsiteX14" fmla="*/ 433429 w 633081"/>
                <a:gd name="connsiteY14" fmla="*/ 1564543 h 1572931"/>
                <a:gd name="connsiteX15" fmla="*/ 515030 w 633081"/>
                <a:gd name="connsiteY15" fmla="*/ 1570205 h 1572931"/>
                <a:gd name="connsiteX16" fmla="*/ 564953 w 633081"/>
                <a:gd name="connsiteY16" fmla="*/ 1568910 h 1572931"/>
                <a:gd name="connsiteX17" fmla="*/ 609769 w 633081"/>
                <a:gd name="connsiteY17" fmla="*/ 1548407 h 1572931"/>
                <a:gd name="connsiteX18" fmla="*/ 613618 w 633081"/>
                <a:gd name="connsiteY18" fmla="*/ 1458776 h 1572931"/>
                <a:gd name="connsiteX19" fmla="*/ 631529 w 633081"/>
                <a:gd name="connsiteY19" fmla="*/ 977237 h 1572931"/>
                <a:gd name="connsiteX20" fmla="*/ 632825 w 633081"/>
                <a:gd name="connsiteY20" fmla="*/ 585330 h 1572931"/>
                <a:gd name="connsiteX21" fmla="*/ 623869 w 633081"/>
                <a:gd name="connsiteY21" fmla="*/ 130695 h 1572931"/>
                <a:gd name="connsiteX22" fmla="*/ 410004 w 633081"/>
                <a:gd name="connsiteY22" fmla="*/ 6462 h 1572931"/>
                <a:gd name="connsiteX23" fmla="*/ 205094 w 633081"/>
                <a:gd name="connsiteY23" fmla="*/ 6462 h 1572931"/>
                <a:gd name="connsiteX24" fmla="*/ 0 w 633081"/>
                <a:gd name="connsiteY24" fmla="*/ 307146 h 157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33081" h="1572931">
                  <a:moveTo>
                    <a:pt x="0" y="307146"/>
                  </a:moveTo>
                  <a:cubicBezTo>
                    <a:pt x="0" y="307146"/>
                    <a:pt x="17282" y="725920"/>
                    <a:pt x="23056" y="841161"/>
                  </a:cubicBezTo>
                  <a:cubicBezTo>
                    <a:pt x="28829" y="956402"/>
                    <a:pt x="34528" y="1290023"/>
                    <a:pt x="36489" y="1345719"/>
                  </a:cubicBezTo>
                  <a:cubicBezTo>
                    <a:pt x="37969" y="1387722"/>
                    <a:pt x="47369" y="1529682"/>
                    <a:pt x="48665" y="1538675"/>
                  </a:cubicBezTo>
                  <a:cubicBezTo>
                    <a:pt x="49960" y="1547630"/>
                    <a:pt x="74681" y="1550406"/>
                    <a:pt x="83636" y="1555513"/>
                  </a:cubicBezTo>
                  <a:cubicBezTo>
                    <a:pt x="92592" y="1560657"/>
                    <a:pt x="112243" y="1560620"/>
                    <a:pt x="118645" y="1559325"/>
                  </a:cubicBezTo>
                  <a:cubicBezTo>
                    <a:pt x="125048" y="1558066"/>
                    <a:pt x="236551" y="1548852"/>
                    <a:pt x="242953" y="1533494"/>
                  </a:cubicBezTo>
                  <a:cubicBezTo>
                    <a:pt x="249355" y="1518135"/>
                    <a:pt x="248060" y="1506589"/>
                    <a:pt x="249355" y="1478427"/>
                  </a:cubicBezTo>
                  <a:cubicBezTo>
                    <a:pt x="250650" y="1450264"/>
                    <a:pt x="250058" y="1317630"/>
                    <a:pt x="251613" y="1288098"/>
                  </a:cubicBezTo>
                  <a:cubicBezTo>
                    <a:pt x="253537" y="1251609"/>
                    <a:pt x="283846" y="787094"/>
                    <a:pt x="290248" y="723034"/>
                  </a:cubicBezTo>
                  <a:cubicBezTo>
                    <a:pt x="296650" y="659011"/>
                    <a:pt x="321630" y="438078"/>
                    <a:pt x="321630" y="438078"/>
                  </a:cubicBezTo>
                  <a:cubicBezTo>
                    <a:pt x="321630" y="438078"/>
                    <a:pt x="369481" y="822657"/>
                    <a:pt x="372219" y="876503"/>
                  </a:cubicBezTo>
                  <a:cubicBezTo>
                    <a:pt x="376253" y="956254"/>
                    <a:pt x="410004" y="1361447"/>
                    <a:pt x="411299" y="1408853"/>
                  </a:cubicBezTo>
                  <a:cubicBezTo>
                    <a:pt x="412557" y="1456222"/>
                    <a:pt x="415148" y="1489529"/>
                    <a:pt x="417701" y="1504887"/>
                  </a:cubicBezTo>
                  <a:cubicBezTo>
                    <a:pt x="420255" y="1520245"/>
                    <a:pt x="424622" y="1562359"/>
                    <a:pt x="433429" y="1564543"/>
                  </a:cubicBezTo>
                  <a:cubicBezTo>
                    <a:pt x="448972" y="1568428"/>
                    <a:pt x="499672" y="1567614"/>
                    <a:pt x="515030" y="1570205"/>
                  </a:cubicBezTo>
                  <a:cubicBezTo>
                    <a:pt x="530388" y="1572758"/>
                    <a:pt x="541935" y="1575312"/>
                    <a:pt x="564953" y="1568910"/>
                  </a:cubicBezTo>
                  <a:cubicBezTo>
                    <a:pt x="588009" y="1562507"/>
                    <a:pt x="607216" y="1552256"/>
                    <a:pt x="609769" y="1548407"/>
                  </a:cubicBezTo>
                  <a:cubicBezTo>
                    <a:pt x="612323" y="1544559"/>
                    <a:pt x="612323" y="1484385"/>
                    <a:pt x="613618" y="1458776"/>
                  </a:cubicBezTo>
                  <a:cubicBezTo>
                    <a:pt x="614876" y="1433167"/>
                    <a:pt x="632825" y="1046404"/>
                    <a:pt x="631529" y="977237"/>
                  </a:cubicBezTo>
                  <a:cubicBezTo>
                    <a:pt x="630234" y="908070"/>
                    <a:pt x="634083" y="645541"/>
                    <a:pt x="632825" y="585330"/>
                  </a:cubicBezTo>
                  <a:cubicBezTo>
                    <a:pt x="631529" y="525156"/>
                    <a:pt x="623869" y="130695"/>
                    <a:pt x="623869" y="130695"/>
                  </a:cubicBezTo>
                  <a:cubicBezTo>
                    <a:pt x="623869" y="130695"/>
                    <a:pt x="506260" y="-34246"/>
                    <a:pt x="410004" y="6462"/>
                  </a:cubicBezTo>
                  <a:cubicBezTo>
                    <a:pt x="343391" y="34624"/>
                    <a:pt x="205094" y="6462"/>
                    <a:pt x="205094" y="6462"/>
                  </a:cubicBezTo>
                  <a:lnTo>
                    <a:pt x="0" y="307146"/>
                  </a:lnTo>
                  <a:close/>
                </a:path>
              </a:pathLst>
            </a:custGeom>
            <a:solidFill>
              <a:srgbClr val="1F1F23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ECA7E399-BA02-2BD9-73F6-F63997D02E65}"/>
                </a:ext>
              </a:extLst>
            </p:cNvPr>
            <p:cNvSpPr/>
            <p:nvPr/>
          </p:nvSpPr>
          <p:spPr>
            <a:xfrm>
              <a:off x="4882152" y="4394423"/>
              <a:ext cx="130085" cy="790142"/>
            </a:xfrm>
            <a:custGeom>
              <a:avLst/>
              <a:gdLst>
                <a:gd name="connsiteX0" fmla="*/ 8919 w 130085"/>
                <a:gd name="connsiteY0" fmla="*/ 80639 h 790142"/>
                <a:gd name="connsiteX1" fmla="*/ 46074 w 130085"/>
                <a:gd name="connsiteY1" fmla="*/ 117794 h 790142"/>
                <a:gd name="connsiteX2" fmla="*/ 34565 w 130085"/>
                <a:gd name="connsiteY2" fmla="*/ 151101 h 790142"/>
                <a:gd name="connsiteX3" fmla="*/ 0 w 130085"/>
                <a:gd name="connsiteY3" fmla="*/ 286844 h 790142"/>
                <a:gd name="connsiteX4" fmla="*/ 25609 w 130085"/>
                <a:gd name="connsiteY4" fmla="*/ 755578 h 790142"/>
                <a:gd name="connsiteX5" fmla="*/ 66613 w 130085"/>
                <a:gd name="connsiteY5" fmla="*/ 790143 h 790142"/>
                <a:gd name="connsiteX6" fmla="*/ 129377 w 130085"/>
                <a:gd name="connsiteY6" fmla="*/ 751729 h 790142"/>
                <a:gd name="connsiteX7" fmla="*/ 122975 w 130085"/>
                <a:gd name="connsiteY7" fmla="*/ 244581 h 790142"/>
                <a:gd name="connsiteX8" fmla="*/ 99920 w 130085"/>
                <a:gd name="connsiteY8" fmla="*/ 157503 h 790142"/>
                <a:gd name="connsiteX9" fmla="*/ 81971 w 130085"/>
                <a:gd name="connsiteY9" fmla="*/ 122938 h 790142"/>
                <a:gd name="connsiteX10" fmla="*/ 121680 w 130085"/>
                <a:gd name="connsiteY10" fmla="*/ 78122 h 790142"/>
                <a:gd name="connsiteX11" fmla="*/ 88373 w 130085"/>
                <a:gd name="connsiteY11" fmla="*/ 3849 h 790142"/>
                <a:gd name="connsiteX12" fmla="*/ 38414 w 130085"/>
                <a:gd name="connsiteY12" fmla="*/ 0 h 790142"/>
                <a:gd name="connsiteX13" fmla="*/ 8919 w 130085"/>
                <a:gd name="connsiteY13" fmla="*/ 80639 h 790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0085" h="790142">
                  <a:moveTo>
                    <a:pt x="8919" y="80639"/>
                  </a:moveTo>
                  <a:cubicBezTo>
                    <a:pt x="8919" y="80639"/>
                    <a:pt x="42225" y="115204"/>
                    <a:pt x="46074" y="117794"/>
                  </a:cubicBezTo>
                  <a:cubicBezTo>
                    <a:pt x="49923" y="120348"/>
                    <a:pt x="43632" y="135003"/>
                    <a:pt x="34565" y="151101"/>
                  </a:cubicBezTo>
                  <a:cubicBezTo>
                    <a:pt x="17912" y="180559"/>
                    <a:pt x="0" y="226670"/>
                    <a:pt x="0" y="286844"/>
                  </a:cubicBezTo>
                  <a:cubicBezTo>
                    <a:pt x="0" y="347054"/>
                    <a:pt x="25609" y="755578"/>
                    <a:pt x="25609" y="755578"/>
                  </a:cubicBezTo>
                  <a:lnTo>
                    <a:pt x="66613" y="790143"/>
                  </a:lnTo>
                  <a:lnTo>
                    <a:pt x="129377" y="751729"/>
                  </a:lnTo>
                  <a:cubicBezTo>
                    <a:pt x="129377" y="751729"/>
                    <a:pt x="133226" y="288102"/>
                    <a:pt x="122975" y="244581"/>
                  </a:cubicBezTo>
                  <a:cubicBezTo>
                    <a:pt x="112724" y="201024"/>
                    <a:pt x="114019" y="189514"/>
                    <a:pt x="99920" y="157503"/>
                  </a:cubicBezTo>
                  <a:cubicBezTo>
                    <a:pt x="88151" y="130747"/>
                    <a:pt x="81971" y="122938"/>
                    <a:pt x="81971" y="122938"/>
                  </a:cubicBezTo>
                  <a:lnTo>
                    <a:pt x="121680" y="78122"/>
                  </a:lnTo>
                  <a:lnTo>
                    <a:pt x="88373" y="3849"/>
                  </a:lnTo>
                  <a:lnTo>
                    <a:pt x="38414" y="0"/>
                  </a:lnTo>
                  <a:lnTo>
                    <a:pt x="8919" y="80639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 w="3691" cap="flat">
              <a:solidFill>
                <a:schemeClr val="accent6">
                  <a:lumMod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30237132-D07A-4FBB-F7AE-7D233FA7DDEA}"/>
                </a:ext>
              </a:extLst>
            </p:cNvPr>
            <p:cNvSpPr/>
            <p:nvPr/>
          </p:nvSpPr>
          <p:spPr>
            <a:xfrm>
              <a:off x="4840909" y="4333843"/>
              <a:ext cx="223999" cy="205267"/>
            </a:xfrm>
            <a:custGeom>
              <a:avLst/>
              <a:gdLst>
                <a:gd name="connsiteX0" fmla="*/ 14302 w 223999"/>
                <a:gd name="connsiteY0" fmla="*/ 20834 h 205267"/>
                <a:gd name="connsiteX1" fmla="*/ 203 w 223999"/>
                <a:gd name="connsiteY1" fmla="*/ 52845 h 205267"/>
                <a:gd name="connsiteX2" fmla="*/ 9158 w 223999"/>
                <a:gd name="connsiteY2" fmla="*/ 134816 h 205267"/>
                <a:gd name="connsiteX3" fmla="*/ 34767 w 223999"/>
                <a:gd name="connsiteY3" fmla="*/ 205241 h 205267"/>
                <a:gd name="connsiteX4" fmla="*/ 70627 w 223999"/>
                <a:gd name="connsiteY4" fmla="*/ 143772 h 205267"/>
                <a:gd name="connsiteX5" fmla="*/ 100085 w 223999"/>
                <a:gd name="connsiteY5" fmla="*/ 115610 h 205267"/>
                <a:gd name="connsiteX6" fmla="*/ 101343 w 223999"/>
                <a:gd name="connsiteY6" fmla="*/ 93849 h 205267"/>
                <a:gd name="connsiteX7" fmla="*/ 111594 w 223999"/>
                <a:gd name="connsiteY7" fmla="*/ 115610 h 205267"/>
                <a:gd name="connsiteX8" fmla="*/ 144901 w 223999"/>
                <a:gd name="connsiteY8" fmla="*/ 146363 h 205267"/>
                <a:gd name="connsiteX9" fmla="*/ 183315 w 223999"/>
                <a:gd name="connsiteY9" fmla="*/ 200134 h 205267"/>
                <a:gd name="connsiteX10" fmla="*/ 223430 w 223999"/>
                <a:gd name="connsiteY10" fmla="*/ 81008 h 205267"/>
                <a:gd name="connsiteX11" fmla="*/ 203780 w 223999"/>
                <a:gd name="connsiteY11" fmla="*/ 2885 h 205267"/>
                <a:gd name="connsiteX12" fmla="*/ 14302 w 223999"/>
                <a:gd name="connsiteY12" fmla="*/ 20834 h 20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3999" h="205267">
                  <a:moveTo>
                    <a:pt x="14302" y="20834"/>
                  </a:moveTo>
                  <a:cubicBezTo>
                    <a:pt x="14302" y="20834"/>
                    <a:pt x="1498" y="37487"/>
                    <a:pt x="203" y="52845"/>
                  </a:cubicBezTo>
                  <a:cubicBezTo>
                    <a:pt x="-1093" y="68203"/>
                    <a:pt x="4051" y="107912"/>
                    <a:pt x="9158" y="134816"/>
                  </a:cubicBezTo>
                  <a:cubicBezTo>
                    <a:pt x="14265" y="161721"/>
                    <a:pt x="30919" y="203983"/>
                    <a:pt x="34767" y="205241"/>
                  </a:cubicBezTo>
                  <a:cubicBezTo>
                    <a:pt x="38616" y="206536"/>
                    <a:pt x="57823" y="160425"/>
                    <a:pt x="70627" y="143772"/>
                  </a:cubicBezTo>
                  <a:cubicBezTo>
                    <a:pt x="83432" y="127119"/>
                    <a:pt x="100085" y="115610"/>
                    <a:pt x="100085" y="115610"/>
                  </a:cubicBezTo>
                  <a:lnTo>
                    <a:pt x="101343" y="93849"/>
                  </a:lnTo>
                  <a:lnTo>
                    <a:pt x="111594" y="115610"/>
                  </a:lnTo>
                  <a:cubicBezTo>
                    <a:pt x="111594" y="115610"/>
                    <a:pt x="130801" y="125861"/>
                    <a:pt x="144901" y="146363"/>
                  </a:cubicBezTo>
                  <a:cubicBezTo>
                    <a:pt x="159001" y="166865"/>
                    <a:pt x="169252" y="179669"/>
                    <a:pt x="183315" y="200134"/>
                  </a:cubicBezTo>
                  <a:cubicBezTo>
                    <a:pt x="188422" y="198839"/>
                    <a:pt x="220877" y="122012"/>
                    <a:pt x="223430" y="81008"/>
                  </a:cubicBezTo>
                  <a:cubicBezTo>
                    <a:pt x="225984" y="40041"/>
                    <a:pt x="220026" y="18687"/>
                    <a:pt x="203780" y="2885"/>
                  </a:cubicBezTo>
                  <a:cubicBezTo>
                    <a:pt x="191382" y="-9253"/>
                    <a:pt x="14302" y="20834"/>
                    <a:pt x="14302" y="20834"/>
                  </a:cubicBezTo>
                  <a:close/>
                </a:path>
              </a:pathLst>
            </a:custGeom>
            <a:solidFill>
              <a:srgbClr val="92D050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0AAA1F0D-B8A3-CFB4-C0F6-A85D6CAEA960}"/>
                </a:ext>
              </a:extLst>
            </p:cNvPr>
            <p:cNvSpPr/>
            <p:nvPr/>
          </p:nvSpPr>
          <p:spPr>
            <a:xfrm>
              <a:off x="4589490" y="4418700"/>
              <a:ext cx="343018" cy="1511591"/>
            </a:xfrm>
            <a:custGeom>
              <a:avLst/>
              <a:gdLst>
                <a:gd name="connsiteX0" fmla="*/ 211950 w 343018"/>
                <a:gd name="connsiteY0" fmla="*/ 0 h 1511591"/>
                <a:gd name="connsiteX1" fmla="*/ 115879 w 343018"/>
                <a:gd name="connsiteY1" fmla="*/ 39709 h 1511591"/>
                <a:gd name="connsiteX2" fmla="*/ 15996 w 343018"/>
                <a:gd name="connsiteY2" fmla="*/ 73015 h 1511591"/>
                <a:gd name="connsiteX3" fmla="*/ 638 w 343018"/>
                <a:gd name="connsiteY3" fmla="*/ 111429 h 1511591"/>
                <a:gd name="connsiteX4" fmla="*/ 3192 w 343018"/>
                <a:gd name="connsiteY4" fmla="*/ 198507 h 1511591"/>
                <a:gd name="connsiteX5" fmla="*/ 10889 w 343018"/>
                <a:gd name="connsiteY5" fmla="*/ 295836 h 1511591"/>
                <a:gd name="connsiteX6" fmla="*/ 35240 w 343018"/>
                <a:gd name="connsiteY6" fmla="*/ 395719 h 1511591"/>
                <a:gd name="connsiteX7" fmla="*/ 48045 w 343018"/>
                <a:gd name="connsiteY7" fmla="*/ 475137 h 1511591"/>
                <a:gd name="connsiteX8" fmla="*/ 37793 w 343018"/>
                <a:gd name="connsiteY8" fmla="*/ 641632 h 1511591"/>
                <a:gd name="connsiteX9" fmla="*/ 26728 w 343018"/>
                <a:gd name="connsiteY9" fmla="*/ 777079 h 1511591"/>
                <a:gd name="connsiteX10" fmla="*/ 13295 w 343018"/>
                <a:gd name="connsiteY10" fmla="*/ 1095971 h 1511591"/>
                <a:gd name="connsiteX11" fmla="*/ 9668 w 343018"/>
                <a:gd name="connsiteY11" fmla="*/ 1376745 h 1511591"/>
                <a:gd name="connsiteX12" fmla="*/ 13517 w 343018"/>
                <a:gd name="connsiteY12" fmla="*/ 1462565 h 1511591"/>
                <a:gd name="connsiteX13" fmla="*/ 156957 w 343018"/>
                <a:gd name="connsiteY13" fmla="*/ 1504827 h 1511591"/>
                <a:gd name="connsiteX14" fmla="*/ 313202 w 343018"/>
                <a:gd name="connsiteY14" fmla="*/ 1504827 h 1511591"/>
                <a:gd name="connsiteX15" fmla="*/ 329855 w 343018"/>
                <a:gd name="connsiteY15" fmla="*/ 996384 h 1511591"/>
                <a:gd name="connsiteX16" fmla="*/ 340106 w 343018"/>
                <a:gd name="connsiteY16" fmla="*/ 499487 h 1511591"/>
                <a:gd name="connsiteX17" fmla="*/ 285446 w 343018"/>
                <a:gd name="connsiteY17" fmla="*/ 216456 h 1511591"/>
                <a:gd name="connsiteX18" fmla="*/ 211950 w 343018"/>
                <a:gd name="connsiteY18" fmla="*/ 0 h 1511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3018" h="1511591">
                  <a:moveTo>
                    <a:pt x="211950" y="0"/>
                  </a:moveTo>
                  <a:cubicBezTo>
                    <a:pt x="211950" y="0"/>
                    <a:pt x="153034" y="29458"/>
                    <a:pt x="115879" y="39709"/>
                  </a:cubicBezTo>
                  <a:cubicBezTo>
                    <a:pt x="78724" y="49960"/>
                    <a:pt x="28801" y="67871"/>
                    <a:pt x="15996" y="73015"/>
                  </a:cubicBezTo>
                  <a:cubicBezTo>
                    <a:pt x="3192" y="78122"/>
                    <a:pt x="-1915" y="93517"/>
                    <a:pt x="638" y="111429"/>
                  </a:cubicBezTo>
                  <a:cubicBezTo>
                    <a:pt x="3192" y="129341"/>
                    <a:pt x="5745" y="179300"/>
                    <a:pt x="3192" y="198507"/>
                  </a:cubicBezTo>
                  <a:cubicBezTo>
                    <a:pt x="638" y="217714"/>
                    <a:pt x="7929" y="279035"/>
                    <a:pt x="10889" y="295836"/>
                  </a:cubicBezTo>
                  <a:cubicBezTo>
                    <a:pt x="25618" y="379325"/>
                    <a:pt x="37905" y="398754"/>
                    <a:pt x="35240" y="395719"/>
                  </a:cubicBezTo>
                  <a:cubicBezTo>
                    <a:pt x="42901" y="429025"/>
                    <a:pt x="47563" y="455930"/>
                    <a:pt x="48045" y="475137"/>
                  </a:cubicBezTo>
                  <a:cubicBezTo>
                    <a:pt x="49340" y="525096"/>
                    <a:pt x="33945" y="587824"/>
                    <a:pt x="37793" y="641632"/>
                  </a:cubicBezTo>
                  <a:cubicBezTo>
                    <a:pt x="41383" y="691592"/>
                    <a:pt x="29282" y="729710"/>
                    <a:pt x="26728" y="777079"/>
                  </a:cubicBezTo>
                  <a:cubicBezTo>
                    <a:pt x="24175" y="824448"/>
                    <a:pt x="16921" y="988687"/>
                    <a:pt x="13295" y="1095971"/>
                  </a:cubicBezTo>
                  <a:cubicBezTo>
                    <a:pt x="11814" y="1139565"/>
                    <a:pt x="9668" y="1333225"/>
                    <a:pt x="9668" y="1376745"/>
                  </a:cubicBezTo>
                  <a:cubicBezTo>
                    <a:pt x="9668" y="1420303"/>
                    <a:pt x="8373" y="1454868"/>
                    <a:pt x="13517" y="1462565"/>
                  </a:cubicBezTo>
                  <a:cubicBezTo>
                    <a:pt x="18624" y="1470263"/>
                    <a:pt x="34019" y="1494576"/>
                    <a:pt x="156957" y="1504827"/>
                  </a:cubicBezTo>
                  <a:cubicBezTo>
                    <a:pt x="279895" y="1515078"/>
                    <a:pt x="313202" y="1512525"/>
                    <a:pt x="313202" y="1504827"/>
                  </a:cubicBezTo>
                  <a:cubicBezTo>
                    <a:pt x="313202" y="1497130"/>
                    <a:pt x="329855" y="1052746"/>
                    <a:pt x="329855" y="996384"/>
                  </a:cubicBezTo>
                  <a:cubicBezTo>
                    <a:pt x="329855" y="940022"/>
                    <a:pt x="350468" y="577573"/>
                    <a:pt x="340106" y="499487"/>
                  </a:cubicBezTo>
                  <a:cubicBezTo>
                    <a:pt x="328153" y="409412"/>
                    <a:pt x="285446" y="216456"/>
                    <a:pt x="285446" y="216456"/>
                  </a:cubicBezTo>
                  <a:lnTo>
                    <a:pt x="211950" y="0"/>
                  </a:lnTo>
                  <a:close/>
                </a:path>
              </a:pathLst>
            </a:custGeom>
            <a:solidFill>
              <a:srgbClr val="DCE7F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EF67E184-7151-9EA0-0862-8A0D7205998D}"/>
                </a:ext>
              </a:extLst>
            </p:cNvPr>
            <p:cNvSpPr/>
            <p:nvPr/>
          </p:nvSpPr>
          <p:spPr>
            <a:xfrm>
              <a:off x="4966245" y="4389205"/>
              <a:ext cx="357696" cy="1534752"/>
            </a:xfrm>
            <a:custGeom>
              <a:avLst/>
              <a:gdLst>
                <a:gd name="connsiteX0" fmla="*/ 65713 w 357696"/>
                <a:gd name="connsiteY0" fmla="*/ 260013 h 1534752"/>
                <a:gd name="connsiteX1" fmla="*/ 395 w 357696"/>
                <a:gd name="connsiteY1" fmla="*/ 413704 h 1534752"/>
                <a:gd name="connsiteX2" fmla="*/ 395 w 357696"/>
                <a:gd name="connsiteY2" fmla="*/ 503336 h 1534752"/>
                <a:gd name="connsiteX3" fmla="*/ 11904 w 357696"/>
                <a:gd name="connsiteY3" fmla="*/ 664688 h 1534752"/>
                <a:gd name="connsiteX4" fmla="*/ 34960 w 357696"/>
                <a:gd name="connsiteY4" fmla="*/ 1267907 h 1534752"/>
                <a:gd name="connsiteX5" fmla="*/ 37513 w 357696"/>
                <a:gd name="connsiteY5" fmla="*/ 1530436 h 1534752"/>
                <a:gd name="connsiteX6" fmla="*/ 205267 w 357696"/>
                <a:gd name="connsiteY6" fmla="*/ 1526588 h 1534752"/>
                <a:gd name="connsiteX7" fmla="*/ 323098 w 357696"/>
                <a:gd name="connsiteY7" fmla="*/ 1486879 h 1534752"/>
                <a:gd name="connsiteX8" fmla="*/ 326947 w 357696"/>
                <a:gd name="connsiteY8" fmla="*/ 1046307 h 1534752"/>
                <a:gd name="connsiteX9" fmla="*/ 319250 w 357696"/>
                <a:gd name="connsiteY9" fmla="*/ 836291 h 1534752"/>
                <a:gd name="connsiteX10" fmla="*/ 311552 w 357696"/>
                <a:gd name="connsiteY10" fmla="*/ 645481 h 1534752"/>
                <a:gd name="connsiteX11" fmla="*/ 321803 w 357696"/>
                <a:gd name="connsiteY11" fmla="*/ 512292 h 1534752"/>
                <a:gd name="connsiteX12" fmla="*/ 321803 w 357696"/>
                <a:gd name="connsiteY12" fmla="*/ 297132 h 1534752"/>
                <a:gd name="connsiteX13" fmla="*/ 357663 w 357696"/>
                <a:gd name="connsiteY13" fmla="*/ 106322 h 1534752"/>
                <a:gd name="connsiteX14" fmla="*/ 293640 w 357696"/>
                <a:gd name="connsiteY14" fmla="*/ 69167 h 1534752"/>
                <a:gd name="connsiteX15" fmla="*/ 120742 w 357696"/>
                <a:gd name="connsiteY15" fmla="*/ 0 h 1534752"/>
                <a:gd name="connsiteX16" fmla="*/ 65713 w 357696"/>
                <a:gd name="connsiteY16" fmla="*/ 260013 h 1534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7696" h="1534752">
                  <a:moveTo>
                    <a:pt x="65713" y="260013"/>
                  </a:moveTo>
                  <a:cubicBezTo>
                    <a:pt x="65713" y="260013"/>
                    <a:pt x="395" y="399605"/>
                    <a:pt x="395" y="413704"/>
                  </a:cubicBezTo>
                  <a:cubicBezTo>
                    <a:pt x="395" y="427804"/>
                    <a:pt x="-493" y="479022"/>
                    <a:pt x="395" y="503336"/>
                  </a:cubicBezTo>
                  <a:cubicBezTo>
                    <a:pt x="1690" y="537901"/>
                    <a:pt x="10646" y="628828"/>
                    <a:pt x="11904" y="664688"/>
                  </a:cubicBezTo>
                  <a:cubicBezTo>
                    <a:pt x="13199" y="700548"/>
                    <a:pt x="34960" y="1208991"/>
                    <a:pt x="34960" y="1267907"/>
                  </a:cubicBezTo>
                  <a:cubicBezTo>
                    <a:pt x="34960" y="1326822"/>
                    <a:pt x="36255" y="1525329"/>
                    <a:pt x="37513" y="1530436"/>
                  </a:cubicBezTo>
                  <a:cubicBezTo>
                    <a:pt x="38771" y="1535543"/>
                    <a:pt x="136137" y="1538097"/>
                    <a:pt x="205267" y="1526588"/>
                  </a:cubicBezTo>
                  <a:cubicBezTo>
                    <a:pt x="274434" y="1515078"/>
                    <a:pt x="321803" y="1502274"/>
                    <a:pt x="323098" y="1486879"/>
                  </a:cubicBezTo>
                  <a:cubicBezTo>
                    <a:pt x="324393" y="1471521"/>
                    <a:pt x="326947" y="1091160"/>
                    <a:pt x="326947" y="1046307"/>
                  </a:cubicBezTo>
                  <a:cubicBezTo>
                    <a:pt x="326947" y="1001454"/>
                    <a:pt x="324393" y="864453"/>
                    <a:pt x="319250" y="836291"/>
                  </a:cubicBezTo>
                  <a:cubicBezTo>
                    <a:pt x="314143" y="808128"/>
                    <a:pt x="311552" y="658286"/>
                    <a:pt x="311552" y="645481"/>
                  </a:cubicBezTo>
                  <a:cubicBezTo>
                    <a:pt x="311552" y="632677"/>
                    <a:pt x="321803" y="549410"/>
                    <a:pt x="321803" y="512292"/>
                  </a:cubicBezTo>
                  <a:cubicBezTo>
                    <a:pt x="321803" y="475137"/>
                    <a:pt x="321803" y="297132"/>
                    <a:pt x="321803" y="297132"/>
                  </a:cubicBezTo>
                  <a:cubicBezTo>
                    <a:pt x="321803" y="297132"/>
                    <a:pt x="358958" y="119126"/>
                    <a:pt x="357663" y="106322"/>
                  </a:cubicBezTo>
                  <a:cubicBezTo>
                    <a:pt x="356405" y="93517"/>
                    <a:pt x="321803" y="79418"/>
                    <a:pt x="293640" y="69167"/>
                  </a:cubicBezTo>
                  <a:cubicBezTo>
                    <a:pt x="265478" y="58916"/>
                    <a:pt x="120742" y="0"/>
                    <a:pt x="120742" y="0"/>
                  </a:cubicBezTo>
                  <a:lnTo>
                    <a:pt x="65713" y="260013"/>
                  </a:lnTo>
                  <a:close/>
                </a:path>
              </a:pathLst>
            </a:custGeom>
            <a:solidFill>
              <a:srgbClr val="DCE7F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ED8844A1-DADB-B758-AAC6-D400449A2F40}"/>
                </a:ext>
              </a:extLst>
            </p:cNvPr>
            <p:cNvSpPr/>
            <p:nvPr/>
          </p:nvSpPr>
          <p:spPr>
            <a:xfrm>
              <a:off x="4554675" y="5071216"/>
              <a:ext cx="145105" cy="168624"/>
            </a:xfrm>
            <a:custGeom>
              <a:avLst/>
              <a:gdLst>
                <a:gd name="connsiteX0" fmla="*/ 0 w 145105"/>
                <a:gd name="connsiteY0" fmla="*/ 137664 h 168624"/>
                <a:gd name="connsiteX1" fmla="*/ 10251 w 145105"/>
                <a:gd name="connsiteY1" fmla="*/ 163273 h 168624"/>
                <a:gd name="connsiteX2" fmla="*/ 29014 w 145105"/>
                <a:gd name="connsiteY2" fmla="*/ 162421 h 168624"/>
                <a:gd name="connsiteX3" fmla="*/ 65725 w 145105"/>
                <a:gd name="connsiteY3" fmla="*/ 121454 h 168624"/>
                <a:gd name="connsiteX4" fmla="*/ 115241 w 145105"/>
                <a:gd name="connsiteY4" fmla="*/ 81339 h 168624"/>
                <a:gd name="connsiteX5" fmla="*/ 145106 w 145105"/>
                <a:gd name="connsiteY5" fmla="*/ 18167 h 168624"/>
                <a:gd name="connsiteX6" fmla="*/ 128045 w 145105"/>
                <a:gd name="connsiteY6" fmla="*/ 256 h 168624"/>
                <a:gd name="connsiteX7" fmla="*/ 0 w 145105"/>
                <a:gd name="connsiteY7" fmla="*/ 137664 h 168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5105" h="168624">
                  <a:moveTo>
                    <a:pt x="0" y="137664"/>
                  </a:moveTo>
                  <a:cubicBezTo>
                    <a:pt x="0" y="137664"/>
                    <a:pt x="6846" y="155575"/>
                    <a:pt x="10251" y="163273"/>
                  </a:cubicBezTo>
                  <a:cubicBezTo>
                    <a:pt x="13656" y="170970"/>
                    <a:pt x="19651" y="170082"/>
                    <a:pt x="29014" y="162421"/>
                  </a:cubicBezTo>
                  <a:cubicBezTo>
                    <a:pt x="38414" y="154724"/>
                    <a:pt x="56325" y="135110"/>
                    <a:pt x="65725" y="121454"/>
                  </a:cubicBezTo>
                  <a:cubicBezTo>
                    <a:pt x="75125" y="107799"/>
                    <a:pt x="97329" y="94143"/>
                    <a:pt x="115241" y="81339"/>
                  </a:cubicBezTo>
                  <a:cubicBezTo>
                    <a:pt x="133152" y="68534"/>
                    <a:pt x="145106" y="28418"/>
                    <a:pt x="145106" y="18167"/>
                  </a:cubicBezTo>
                  <a:cubicBezTo>
                    <a:pt x="145106" y="7916"/>
                    <a:pt x="139147" y="5363"/>
                    <a:pt x="128045" y="256"/>
                  </a:cubicBezTo>
                  <a:cubicBezTo>
                    <a:pt x="116980" y="-4888"/>
                    <a:pt x="4293" y="68534"/>
                    <a:pt x="0" y="137664"/>
                  </a:cubicBezTo>
                  <a:close/>
                </a:path>
              </a:pathLst>
            </a:custGeom>
            <a:solidFill>
              <a:srgbClr val="D4DFE9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C9D7A305-D045-7269-FCDD-BC1F0E5DC2AD}"/>
                </a:ext>
              </a:extLst>
            </p:cNvPr>
            <p:cNvSpPr/>
            <p:nvPr/>
          </p:nvSpPr>
          <p:spPr>
            <a:xfrm>
              <a:off x="4594828" y="5085941"/>
              <a:ext cx="84524" cy="83550"/>
            </a:xfrm>
            <a:custGeom>
              <a:avLst/>
              <a:gdLst>
                <a:gd name="connsiteX0" fmla="*/ 0 w 84524"/>
                <a:gd name="connsiteY0" fmla="*/ 58064 h 83550"/>
                <a:gd name="connsiteX1" fmla="*/ 12804 w 84524"/>
                <a:gd name="connsiteY1" fmla="*/ 81971 h 83550"/>
                <a:gd name="connsiteX2" fmla="*/ 46111 w 84524"/>
                <a:gd name="connsiteY2" fmla="*/ 73422 h 83550"/>
                <a:gd name="connsiteX3" fmla="*/ 84525 w 84524"/>
                <a:gd name="connsiteY3" fmla="*/ 23907 h 83550"/>
                <a:gd name="connsiteX4" fmla="*/ 35009 w 84524"/>
                <a:gd name="connsiteY4" fmla="*/ 0 h 83550"/>
                <a:gd name="connsiteX5" fmla="*/ 0 w 84524"/>
                <a:gd name="connsiteY5" fmla="*/ 58064 h 83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524" h="83550">
                  <a:moveTo>
                    <a:pt x="0" y="58064"/>
                  </a:moveTo>
                  <a:cubicBezTo>
                    <a:pt x="0" y="58064"/>
                    <a:pt x="5958" y="79418"/>
                    <a:pt x="12804" y="81971"/>
                  </a:cubicBezTo>
                  <a:cubicBezTo>
                    <a:pt x="19614" y="84525"/>
                    <a:pt x="30716" y="85376"/>
                    <a:pt x="46111" y="73422"/>
                  </a:cubicBezTo>
                  <a:cubicBezTo>
                    <a:pt x="61469" y="61469"/>
                    <a:pt x="84525" y="23907"/>
                    <a:pt x="84525" y="23907"/>
                  </a:cubicBezTo>
                  <a:lnTo>
                    <a:pt x="35009" y="0"/>
                  </a:lnTo>
                  <a:lnTo>
                    <a:pt x="0" y="58064"/>
                  </a:lnTo>
                  <a:close/>
                </a:path>
              </a:pathLst>
            </a:custGeom>
            <a:solidFill>
              <a:srgbClr val="96C1E8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29EEE902-E8E3-0395-700A-A766ADB18BFE}"/>
                </a:ext>
              </a:extLst>
            </p:cNvPr>
            <p:cNvSpPr/>
            <p:nvPr/>
          </p:nvSpPr>
          <p:spPr>
            <a:xfrm>
              <a:off x="4592237" y="5061778"/>
              <a:ext cx="185861" cy="165864"/>
            </a:xfrm>
            <a:custGeom>
              <a:avLst/>
              <a:gdLst>
                <a:gd name="connsiteX0" fmla="*/ 0 w 185861"/>
                <a:gd name="connsiteY0" fmla="*/ 60874 h 165864"/>
                <a:gd name="connsiteX1" fmla="*/ 25609 w 185861"/>
                <a:gd name="connsiteY1" fmla="*/ 97586 h 165864"/>
                <a:gd name="connsiteX2" fmla="*/ 57213 w 185861"/>
                <a:gd name="connsiteY2" fmla="*/ 136850 h 165864"/>
                <a:gd name="connsiteX3" fmla="*/ 139184 w 185861"/>
                <a:gd name="connsiteY3" fmla="*/ 165864 h 165864"/>
                <a:gd name="connsiteX4" fmla="*/ 143440 w 185861"/>
                <a:gd name="connsiteY4" fmla="*/ 135111 h 165864"/>
                <a:gd name="connsiteX5" fmla="*/ 146845 w 185861"/>
                <a:gd name="connsiteY5" fmla="*/ 111204 h 165864"/>
                <a:gd name="connsiteX6" fmla="*/ 169049 w 185861"/>
                <a:gd name="connsiteY6" fmla="*/ 121455 h 165864"/>
                <a:gd name="connsiteX7" fmla="*/ 182705 w 185861"/>
                <a:gd name="connsiteY7" fmla="*/ 92442 h 165864"/>
                <a:gd name="connsiteX8" fmla="*/ 154542 w 185861"/>
                <a:gd name="connsiteY8" fmla="*/ 54879 h 165864"/>
                <a:gd name="connsiteX9" fmla="*/ 123826 w 185861"/>
                <a:gd name="connsiteY9" fmla="*/ 27568 h 165864"/>
                <a:gd name="connsiteX10" fmla="*/ 64911 w 185861"/>
                <a:gd name="connsiteY10" fmla="*/ 5363 h 165864"/>
                <a:gd name="connsiteX11" fmla="*/ 0 w 185861"/>
                <a:gd name="connsiteY11" fmla="*/ 60874 h 16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5861" h="165864">
                  <a:moveTo>
                    <a:pt x="0" y="60874"/>
                  </a:moveTo>
                  <a:cubicBezTo>
                    <a:pt x="0" y="60874"/>
                    <a:pt x="17060" y="87335"/>
                    <a:pt x="25609" y="97586"/>
                  </a:cubicBezTo>
                  <a:cubicBezTo>
                    <a:pt x="34158" y="107837"/>
                    <a:pt x="48665" y="129190"/>
                    <a:pt x="57213" y="136850"/>
                  </a:cubicBezTo>
                  <a:cubicBezTo>
                    <a:pt x="65762" y="144548"/>
                    <a:pt x="139184" y="165864"/>
                    <a:pt x="139184" y="165864"/>
                  </a:cubicBezTo>
                  <a:cubicBezTo>
                    <a:pt x="139184" y="165864"/>
                    <a:pt x="140887" y="146213"/>
                    <a:pt x="143440" y="135111"/>
                  </a:cubicBezTo>
                  <a:cubicBezTo>
                    <a:pt x="145994" y="124009"/>
                    <a:pt x="146845" y="111204"/>
                    <a:pt x="146845" y="111204"/>
                  </a:cubicBezTo>
                  <a:cubicBezTo>
                    <a:pt x="146845" y="111204"/>
                    <a:pt x="157096" y="126562"/>
                    <a:pt x="169049" y="121455"/>
                  </a:cubicBezTo>
                  <a:cubicBezTo>
                    <a:pt x="181003" y="116348"/>
                    <a:pt x="191254" y="106948"/>
                    <a:pt x="182705" y="92442"/>
                  </a:cubicBezTo>
                  <a:cubicBezTo>
                    <a:pt x="174156" y="77935"/>
                    <a:pt x="162203" y="67684"/>
                    <a:pt x="154542" y="54879"/>
                  </a:cubicBezTo>
                  <a:cubicBezTo>
                    <a:pt x="146845" y="42075"/>
                    <a:pt x="132338" y="30121"/>
                    <a:pt x="123826" y="27568"/>
                  </a:cubicBezTo>
                  <a:cubicBezTo>
                    <a:pt x="115278" y="25014"/>
                    <a:pt x="99920" y="36968"/>
                    <a:pt x="64911" y="5363"/>
                  </a:cubicBezTo>
                  <a:cubicBezTo>
                    <a:pt x="35194" y="-21430"/>
                    <a:pt x="0" y="60874"/>
                    <a:pt x="0" y="60874"/>
                  </a:cubicBezTo>
                  <a:close/>
                </a:path>
              </a:pathLst>
            </a:custGeom>
            <a:solidFill>
              <a:srgbClr val="F5B97E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5C1B7F26-32A5-71D5-DB78-D2DA1EC37BD9}"/>
                </a:ext>
              </a:extLst>
            </p:cNvPr>
            <p:cNvSpPr/>
            <p:nvPr/>
          </p:nvSpPr>
          <p:spPr>
            <a:xfrm>
              <a:off x="4388716" y="4494269"/>
              <a:ext cx="307733" cy="743772"/>
            </a:xfrm>
            <a:custGeom>
              <a:avLst/>
              <a:gdLst>
                <a:gd name="connsiteX0" fmla="*/ 212921 w 307733"/>
                <a:gd name="connsiteY0" fmla="*/ 0 h 743772"/>
                <a:gd name="connsiteX1" fmla="*/ 209516 w 307733"/>
                <a:gd name="connsiteY1" fmla="*/ 35009 h 743772"/>
                <a:gd name="connsiteX2" fmla="*/ 212070 w 307733"/>
                <a:gd name="connsiteY2" fmla="*/ 113575 h 743772"/>
                <a:gd name="connsiteX3" fmla="*/ 220618 w 307733"/>
                <a:gd name="connsiteY3" fmla="*/ 234811 h 743772"/>
                <a:gd name="connsiteX4" fmla="*/ 241120 w 307733"/>
                <a:gd name="connsiteY4" fmla="*/ 302275 h 743772"/>
                <a:gd name="connsiteX5" fmla="*/ 247967 w 307733"/>
                <a:gd name="connsiteY5" fmla="*/ 314229 h 743772"/>
                <a:gd name="connsiteX6" fmla="*/ 242860 w 307733"/>
                <a:gd name="connsiteY6" fmla="*/ 333880 h 743772"/>
                <a:gd name="connsiteX7" fmla="*/ 232609 w 307733"/>
                <a:gd name="connsiteY7" fmla="*/ 362042 h 743772"/>
                <a:gd name="connsiteX8" fmla="*/ 228353 w 307733"/>
                <a:gd name="connsiteY8" fmla="*/ 389354 h 743772"/>
                <a:gd name="connsiteX9" fmla="*/ 225799 w 307733"/>
                <a:gd name="connsiteY9" fmla="*/ 409004 h 743772"/>
                <a:gd name="connsiteX10" fmla="*/ 214697 w 307733"/>
                <a:gd name="connsiteY10" fmla="*/ 415851 h 743772"/>
                <a:gd name="connsiteX11" fmla="*/ 228353 w 307733"/>
                <a:gd name="connsiteY11" fmla="*/ 426102 h 743772"/>
                <a:gd name="connsiteX12" fmla="*/ 224097 w 307733"/>
                <a:gd name="connsiteY12" fmla="*/ 447455 h 743772"/>
                <a:gd name="connsiteX13" fmla="*/ 216400 w 307733"/>
                <a:gd name="connsiteY13" fmla="*/ 456855 h 743772"/>
                <a:gd name="connsiteX14" fmla="*/ 229204 w 307733"/>
                <a:gd name="connsiteY14" fmla="*/ 489310 h 743772"/>
                <a:gd name="connsiteX15" fmla="*/ 266766 w 307733"/>
                <a:gd name="connsiteY15" fmla="*/ 540528 h 743772"/>
                <a:gd name="connsiteX16" fmla="*/ 307733 w 307733"/>
                <a:gd name="connsiteY16" fmla="*/ 584937 h 743772"/>
                <a:gd name="connsiteX17" fmla="*/ 259920 w 307733"/>
                <a:gd name="connsiteY17" fmla="*/ 604588 h 743772"/>
                <a:gd name="connsiteX18" fmla="*/ 190753 w 307733"/>
                <a:gd name="connsiteY18" fmla="*/ 695959 h 743772"/>
                <a:gd name="connsiteX19" fmla="*/ 177098 w 307733"/>
                <a:gd name="connsiteY19" fmla="*/ 743772 h 743772"/>
                <a:gd name="connsiteX20" fmla="*/ 143791 w 307733"/>
                <a:gd name="connsiteY20" fmla="*/ 684006 h 743772"/>
                <a:gd name="connsiteX21" fmla="*/ 96829 w 307733"/>
                <a:gd name="connsiteY21" fmla="*/ 587528 h 743772"/>
                <a:gd name="connsiteX22" fmla="*/ 73773 w 307733"/>
                <a:gd name="connsiteY22" fmla="*/ 556812 h 743772"/>
                <a:gd name="connsiteX23" fmla="*/ 31955 w 307733"/>
                <a:gd name="connsiteY23" fmla="*/ 498747 h 743772"/>
                <a:gd name="connsiteX24" fmla="*/ 11453 w 307733"/>
                <a:gd name="connsiteY24" fmla="*/ 475692 h 743772"/>
                <a:gd name="connsiteX25" fmla="*/ 7197 w 307733"/>
                <a:gd name="connsiteY25" fmla="*/ 457743 h 743772"/>
                <a:gd name="connsiteX26" fmla="*/ 2090 w 307733"/>
                <a:gd name="connsiteY26" fmla="*/ 433836 h 743772"/>
                <a:gd name="connsiteX27" fmla="*/ 8900 w 307733"/>
                <a:gd name="connsiteY27" fmla="*/ 399679 h 743772"/>
                <a:gd name="connsiteX28" fmla="*/ 18300 w 307733"/>
                <a:gd name="connsiteY28" fmla="*/ 369777 h 743772"/>
                <a:gd name="connsiteX29" fmla="*/ 49904 w 307733"/>
                <a:gd name="connsiteY29" fmla="*/ 313415 h 743772"/>
                <a:gd name="connsiteX30" fmla="*/ 87466 w 307733"/>
                <a:gd name="connsiteY30" fmla="*/ 221193 h 743772"/>
                <a:gd name="connsiteX31" fmla="*/ 137833 w 307733"/>
                <a:gd name="connsiteY31" fmla="*/ 108505 h 743772"/>
                <a:gd name="connsiteX32" fmla="*/ 212921 w 307733"/>
                <a:gd name="connsiteY32" fmla="*/ 0 h 743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07733" h="743772">
                  <a:moveTo>
                    <a:pt x="212921" y="0"/>
                  </a:moveTo>
                  <a:cubicBezTo>
                    <a:pt x="212921" y="0"/>
                    <a:pt x="206926" y="17912"/>
                    <a:pt x="209516" y="35009"/>
                  </a:cubicBezTo>
                  <a:cubicBezTo>
                    <a:pt x="212070" y="52106"/>
                    <a:pt x="212070" y="93073"/>
                    <a:pt x="212070" y="113575"/>
                  </a:cubicBezTo>
                  <a:cubicBezTo>
                    <a:pt x="212070" y="134077"/>
                    <a:pt x="213772" y="215197"/>
                    <a:pt x="220618" y="234811"/>
                  </a:cubicBezTo>
                  <a:cubicBezTo>
                    <a:pt x="227465" y="254425"/>
                    <a:pt x="234274" y="294578"/>
                    <a:pt x="241120" y="302275"/>
                  </a:cubicBezTo>
                  <a:cubicBezTo>
                    <a:pt x="247967" y="309973"/>
                    <a:pt x="247967" y="314229"/>
                    <a:pt x="247967" y="314229"/>
                  </a:cubicBezTo>
                  <a:cubicBezTo>
                    <a:pt x="247967" y="314229"/>
                    <a:pt x="245413" y="323629"/>
                    <a:pt x="242860" y="333880"/>
                  </a:cubicBezTo>
                  <a:cubicBezTo>
                    <a:pt x="240306" y="344131"/>
                    <a:pt x="232609" y="356935"/>
                    <a:pt x="232609" y="362042"/>
                  </a:cubicBezTo>
                  <a:cubicBezTo>
                    <a:pt x="232609" y="367149"/>
                    <a:pt x="230906" y="385949"/>
                    <a:pt x="228353" y="389354"/>
                  </a:cubicBezTo>
                  <a:cubicBezTo>
                    <a:pt x="225799" y="392758"/>
                    <a:pt x="235199" y="405563"/>
                    <a:pt x="225799" y="409004"/>
                  </a:cubicBezTo>
                  <a:cubicBezTo>
                    <a:pt x="216400" y="412409"/>
                    <a:pt x="214697" y="415851"/>
                    <a:pt x="214697" y="415851"/>
                  </a:cubicBezTo>
                  <a:cubicBezTo>
                    <a:pt x="214697" y="415851"/>
                    <a:pt x="228353" y="420107"/>
                    <a:pt x="228353" y="426102"/>
                  </a:cubicBezTo>
                  <a:cubicBezTo>
                    <a:pt x="228353" y="432097"/>
                    <a:pt x="230055" y="443162"/>
                    <a:pt x="224097" y="447455"/>
                  </a:cubicBezTo>
                  <a:cubicBezTo>
                    <a:pt x="218102" y="451711"/>
                    <a:pt x="214697" y="451711"/>
                    <a:pt x="216400" y="456855"/>
                  </a:cubicBezTo>
                  <a:cubicBezTo>
                    <a:pt x="218102" y="461962"/>
                    <a:pt x="219804" y="477357"/>
                    <a:pt x="229204" y="489310"/>
                  </a:cubicBezTo>
                  <a:cubicBezTo>
                    <a:pt x="238604" y="501264"/>
                    <a:pt x="254813" y="527724"/>
                    <a:pt x="266766" y="540528"/>
                  </a:cubicBezTo>
                  <a:cubicBezTo>
                    <a:pt x="278720" y="553333"/>
                    <a:pt x="307733" y="579793"/>
                    <a:pt x="307733" y="584937"/>
                  </a:cubicBezTo>
                  <a:cubicBezTo>
                    <a:pt x="292375" y="581532"/>
                    <a:pt x="271281" y="594485"/>
                    <a:pt x="259920" y="604588"/>
                  </a:cubicBezTo>
                  <a:cubicBezTo>
                    <a:pt x="229167" y="631899"/>
                    <a:pt x="198673" y="679676"/>
                    <a:pt x="190753" y="695959"/>
                  </a:cubicBezTo>
                  <a:cubicBezTo>
                    <a:pt x="174544" y="729266"/>
                    <a:pt x="177098" y="743772"/>
                    <a:pt x="177098" y="743772"/>
                  </a:cubicBezTo>
                  <a:cubicBezTo>
                    <a:pt x="177098" y="743772"/>
                    <a:pt x="159186" y="719866"/>
                    <a:pt x="143791" y="684006"/>
                  </a:cubicBezTo>
                  <a:cubicBezTo>
                    <a:pt x="128433" y="648146"/>
                    <a:pt x="104526" y="595225"/>
                    <a:pt x="96829" y="587528"/>
                  </a:cubicBezTo>
                  <a:cubicBezTo>
                    <a:pt x="89131" y="579830"/>
                    <a:pt x="79769" y="570467"/>
                    <a:pt x="73773" y="556812"/>
                  </a:cubicBezTo>
                  <a:cubicBezTo>
                    <a:pt x="67778" y="543156"/>
                    <a:pt x="43464" y="503077"/>
                    <a:pt x="31955" y="498747"/>
                  </a:cubicBezTo>
                  <a:cubicBezTo>
                    <a:pt x="18300" y="493640"/>
                    <a:pt x="10602" y="488496"/>
                    <a:pt x="11453" y="475692"/>
                  </a:cubicBezTo>
                  <a:cubicBezTo>
                    <a:pt x="12008" y="467143"/>
                    <a:pt x="9751" y="460334"/>
                    <a:pt x="7197" y="457743"/>
                  </a:cubicBezTo>
                  <a:cubicBezTo>
                    <a:pt x="4644" y="455190"/>
                    <a:pt x="-3905" y="447492"/>
                    <a:pt x="2090" y="433836"/>
                  </a:cubicBezTo>
                  <a:cubicBezTo>
                    <a:pt x="5717" y="425510"/>
                    <a:pt x="12600" y="411965"/>
                    <a:pt x="8900" y="399679"/>
                  </a:cubicBezTo>
                  <a:cubicBezTo>
                    <a:pt x="3793" y="382581"/>
                    <a:pt x="9751" y="375772"/>
                    <a:pt x="18300" y="369777"/>
                  </a:cubicBezTo>
                  <a:cubicBezTo>
                    <a:pt x="26848" y="363782"/>
                    <a:pt x="43057" y="331363"/>
                    <a:pt x="49904" y="313415"/>
                  </a:cubicBezTo>
                  <a:cubicBezTo>
                    <a:pt x="56750" y="295503"/>
                    <a:pt x="74625" y="251020"/>
                    <a:pt x="87466" y="221193"/>
                  </a:cubicBezTo>
                  <a:cubicBezTo>
                    <a:pt x="103675" y="183630"/>
                    <a:pt x="126731" y="128119"/>
                    <a:pt x="137833" y="108505"/>
                  </a:cubicBezTo>
                  <a:cubicBezTo>
                    <a:pt x="148898" y="88780"/>
                    <a:pt x="192456" y="5107"/>
                    <a:pt x="212921" y="0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EB7F5C33-83FB-B1EB-A3D3-3E7E449753EC}"/>
                </a:ext>
              </a:extLst>
            </p:cNvPr>
            <p:cNvSpPr/>
            <p:nvPr/>
          </p:nvSpPr>
          <p:spPr>
            <a:xfrm>
              <a:off x="5211258" y="5094268"/>
              <a:ext cx="122309" cy="150108"/>
            </a:xfrm>
            <a:custGeom>
              <a:avLst/>
              <a:gdLst>
                <a:gd name="connsiteX0" fmla="*/ 122309 w 122309"/>
                <a:gd name="connsiteY0" fmla="*/ 101807 h 150108"/>
                <a:gd name="connsiteX1" fmla="*/ 111429 w 122309"/>
                <a:gd name="connsiteY1" fmla="*/ 144069 h 150108"/>
                <a:gd name="connsiteX2" fmla="*/ 95405 w 122309"/>
                <a:gd name="connsiteY2" fmla="*/ 145994 h 150108"/>
                <a:gd name="connsiteX3" fmla="*/ 46111 w 122309"/>
                <a:gd name="connsiteY3" fmla="*/ 105656 h 150108"/>
                <a:gd name="connsiteX4" fmla="*/ 0 w 122309"/>
                <a:gd name="connsiteY4" fmla="*/ 80676 h 150108"/>
                <a:gd name="connsiteX5" fmla="*/ 40967 w 122309"/>
                <a:gd name="connsiteY5" fmla="*/ 0 h 150108"/>
                <a:gd name="connsiteX6" fmla="*/ 122309 w 122309"/>
                <a:gd name="connsiteY6" fmla="*/ 101807 h 150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2309" h="150108">
                  <a:moveTo>
                    <a:pt x="122309" y="101807"/>
                  </a:moveTo>
                  <a:cubicBezTo>
                    <a:pt x="122309" y="101807"/>
                    <a:pt x="117831" y="136372"/>
                    <a:pt x="111429" y="144069"/>
                  </a:cubicBezTo>
                  <a:cubicBezTo>
                    <a:pt x="105027" y="151767"/>
                    <a:pt x="101807" y="151767"/>
                    <a:pt x="95405" y="145994"/>
                  </a:cubicBezTo>
                  <a:cubicBezTo>
                    <a:pt x="89002" y="140221"/>
                    <a:pt x="61469" y="114612"/>
                    <a:pt x="46111" y="105656"/>
                  </a:cubicBezTo>
                  <a:cubicBezTo>
                    <a:pt x="30753" y="96700"/>
                    <a:pt x="0" y="80676"/>
                    <a:pt x="0" y="80676"/>
                  </a:cubicBezTo>
                  <a:lnTo>
                    <a:pt x="40967" y="0"/>
                  </a:lnTo>
                  <a:lnTo>
                    <a:pt x="122309" y="101807"/>
                  </a:lnTo>
                  <a:close/>
                </a:path>
              </a:pathLst>
            </a:custGeom>
            <a:solidFill>
              <a:srgbClr val="D4DFE9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4228C8DA-7761-B4A1-9171-1E01F7D62BD7}"/>
                </a:ext>
              </a:extLst>
            </p:cNvPr>
            <p:cNvSpPr/>
            <p:nvPr/>
          </p:nvSpPr>
          <p:spPr>
            <a:xfrm>
              <a:off x="5220843" y="5100004"/>
              <a:ext cx="92851" cy="85982"/>
            </a:xfrm>
            <a:custGeom>
              <a:avLst/>
              <a:gdLst>
                <a:gd name="connsiteX0" fmla="*/ 92851 w 92851"/>
                <a:gd name="connsiteY0" fmla="*/ 53179 h 85982"/>
                <a:gd name="connsiteX1" fmla="*/ 60840 w 92851"/>
                <a:gd name="connsiteY1" fmla="*/ 85191 h 85982"/>
                <a:gd name="connsiteX2" fmla="*/ 27533 w 92851"/>
                <a:gd name="connsiteY2" fmla="*/ 69167 h 85982"/>
                <a:gd name="connsiteX3" fmla="*/ 0 w 92851"/>
                <a:gd name="connsiteY3" fmla="*/ 40338 h 85982"/>
                <a:gd name="connsiteX4" fmla="*/ 69796 w 92851"/>
                <a:gd name="connsiteY4" fmla="*/ 0 h 85982"/>
                <a:gd name="connsiteX5" fmla="*/ 92851 w 92851"/>
                <a:gd name="connsiteY5" fmla="*/ 53179 h 85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2851" h="85982">
                  <a:moveTo>
                    <a:pt x="92851" y="53179"/>
                  </a:moveTo>
                  <a:cubicBezTo>
                    <a:pt x="92851" y="53179"/>
                    <a:pt x="64023" y="82637"/>
                    <a:pt x="60840" y="85191"/>
                  </a:cubicBezTo>
                  <a:cubicBezTo>
                    <a:pt x="57620" y="87744"/>
                    <a:pt x="43558" y="84562"/>
                    <a:pt x="27533" y="69167"/>
                  </a:cubicBezTo>
                  <a:cubicBezTo>
                    <a:pt x="21760" y="63616"/>
                    <a:pt x="0" y="40338"/>
                    <a:pt x="0" y="40338"/>
                  </a:cubicBezTo>
                  <a:lnTo>
                    <a:pt x="69796" y="0"/>
                  </a:lnTo>
                  <a:lnTo>
                    <a:pt x="92851" y="53179"/>
                  </a:lnTo>
                  <a:close/>
                </a:path>
              </a:pathLst>
            </a:custGeom>
            <a:solidFill>
              <a:srgbClr val="96C1E8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9C5174B6-5617-0B21-FB80-76FDA5888B22}"/>
                </a:ext>
              </a:extLst>
            </p:cNvPr>
            <p:cNvSpPr/>
            <p:nvPr/>
          </p:nvSpPr>
          <p:spPr>
            <a:xfrm>
              <a:off x="5097777" y="5086607"/>
              <a:ext cx="190974" cy="145327"/>
            </a:xfrm>
            <a:custGeom>
              <a:avLst/>
              <a:gdLst>
                <a:gd name="connsiteX0" fmla="*/ 190975 w 190974"/>
                <a:gd name="connsiteY0" fmla="*/ 50552 h 145327"/>
                <a:gd name="connsiteX1" fmla="*/ 169843 w 190974"/>
                <a:gd name="connsiteY1" fmla="*/ 76161 h 145327"/>
                <a:gd name="connsiteX2" fmla="*/ 156410 w 190974"/>
                <a:gd name="connsiteY2" fmla="*/ 103065 h 145327"/>
                <a:gd name="connsiteX3" fmla="*/ 139756 w 190974"/>
                <a:gd name="connsiteY3" fmla="*/ 145328 h 145327"/>
                <a:gd name="connsiteX4" fmla="*/ 43723 w 190974"/>
                <a:gd name="connsiteY4" fmla="*/ 127379 h 145327"/>
                <a:gd name="connsiteX5" fmla="*/ 44352 w 190974"/>
                <a:gd name="connsiteY5" fmla="*/ 103065 h 145327"/>
                <a:gd name="connsiteX6" fmla="*/ 39874 w 190974"/>
                <a:gd name="connsiteY6" fmla="*/ 84488 h 145327"/>
                <a:gd name="connsiteX7" fmla="*/ 15523 w 190974"/>
                <a:gd name="connsiteY7" fmla="*/ 92185 h 145327"/>
                <a:gd name="connsiteX8" fmla="*/ 165 w 190974"/>
                <a:gd name="connsiteY8" fmla="*/ 68501 h 145327"/>
                <a:gd name="connsiteX9" fmla="*/ 20667 w 190974"/>
                <a:gd name="connsiteY9" fmla="*/ 52476 h 145327"/>
                <a:gd name="connsiteX10" fmla="*/ 40503 w 190974"/>
                <a:gd name="connsiteY10" fmla="*/ 32640 h 145327"/>
                <a:gd name="connsiteX11" fmla="*/ 76363 w 190974"/>
                <a:gd name="connsiteY11" fmla="*/ 12804 h 145327"/>
                <a:gd name="connsiteX12" fmla="*/ 110299 w 190974"/>
                <a:gd name="connsiteY12" fmla="*/ 0 h 145327"/>
                <a:gd name="connsiteX13" fmla="*/ 190975 w 190974"/>
                <a:gd name="connsiteY13" fmla="*/ 50552 h 145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0974" h="145327">
                  <a:moveTo>
                    <a:pt x="190975" y="50552"/>
                  </a:moveTo>
                  <a:cubicBezTo>
                    <a:pt x="190975" y="50552"/>
                    <a:pt x="176246" y="67205"/>
                    <a:pt x="169843" y="76161"/>
                  </a:cubicBezTo>
                  <a:cubicBezTo>
                    <a:pt x="163441" y="85117"/>
                    <a:pt x="162812" y="90261"/>
                    <a:pt x="156410" y="103065"/>
                  </a:cubicBezTo>
                  <a:cubicBezTo>
                    <a:pt x="150008" y="115870"/>
                    <a:pt x="139756" y="145328"/>
                    <a:pt x="139756" y="145328"/>
                  </a:cubicBezTo>
                  <a:lnTo>
                    <a:pt x="43723" y="127379"/>
                  </a:lnTo>
                  <a:cubicBezTo>
                    <a:pt x="43723" y="127379"/>
                    <a:pt x="45647" y="113945"/>
                    <a:pt x="44352" y="103065"/>
                  </a:cubicBezTo>
                  <a:cubicBezTo>
                    <a:pt x="43057" y="92185"/>
                    <a:pt x="39874" y="84488"/>
                    <a:pt x="39874" y="84488"/>
                  </a:cubicBezTo>
                  <a:cubicBezTo>
                    <a:pt x="39874" y="84488"/>
                    <a:pt x="30918" y="95997"/>
                    <a:pt x="15523" y="92185"/>
                  </a:cubicBezTo>
                  <a:cubicBezTo>
                    <a:pt x="165" y="88336"/>
                    <a:pt x="-501" y="78752"/>
                    <a:pt x="165" y="68501"/>
                  </a:cubicBezTo>
                  <a:cubicBezTo>
                    <a:pt x="794" y="58249"/>
                    <a:pt x="11045" y="58249"/>
                    <a:pt x="20667" y="52476"/>
                  </a:cubicBezTo>
                  <a:cubicBezTo>
                    <a:pt x="30252" y="46703"/>
                    <a:pt x="33472" y="39672"/>
                    <a:pt x="40503" y="32640"/>
                  </a:cubicBezTo>
                  <a:cubicBezTo>
                    <a:pt x="47571" y="25609"/>
                    <a:pt x="56527" y="13434"/>
                    <a:pt x="76363" y="12804"/>
                  </a:cubicBezTo>
                  <a:cubicBezTo>
                    <a:pt x="96199" y="12175"/>
                    <a:pt x="110299" y="0"/>
                    <a:pt x="110299" y="0"/>
                  </a:cubicBezTo>
                  <a:lnTo>
                    <a:pt x="190975" y="50552"/>
                  </a:lnTo>
                  <a:close/>
                </a:path>
              </a:pathLst>
            </a:custGeom>
            <a:solidFill>
              <a:srgbClr val="F5B97E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9C903154-5CC4-83A0-E0A8-434C920CA54F}"/>
                </a:ext>
              </a:extLst>
            </p:cNvPr>
            <p:cNvSpPr/>
            <p:nvPr/>
          </p:nvSpPr>
          <p:spPr>
            <a:xfrm>
              <a:off x="5188869" y="4477616"/>
              <a:ext cx="347789" cy="763275"/>
            </a:xfrm>
            <a:custGeom>
              <a:avLst/>
              <a:gdLst>
                <a:gd name="connsiteX0" fmla="*/ 114612 w 347789"/>
                <a:gd name="connsiteY0" fmla="*/ 0 h 763275"/>
                <a:gd name="connsiteX1" fmla="*/ 104361 w 347789"/>
                <a:gd name="connsiteY1" fmla="*/ 62764 h 763275"/>
                <a:gd name="connsiteX2" fmla="*/ 92851 w 347789"/>
                <a:gd name="connsiteY2" fmla="*/ 171640 h 763275"/>
                <a:gd name="connsiteX3" fmla="*/ 94109 w 347789"/>
                <a:gd name="connsiteY3" fmla="*/ 275371 h 763275"/>
                <a:gd name="connsiteX4" fmla="*/ 85154 w 347789"/>
                <a:gd name="connsiteY4" fmla="*/ 331733 h 763275"/>
                <a:gd name="connsiteX5" fmla="*/ 101807 w 347789"/>
                <a:gd name="connsiteY5" fmla="*/ 376549 h 763275"/>
                <a:gd name="connsiteX6" fmla="*/ 121014 w 347789"/>
                <a:gd name="connsiteY6" fmla="*/ 408560 h 763275"/>
                <a:gd name="connsiteX7" fmla="*/ 123567 w 347789"/>
                <a:gd name="connsiteY7" fmla="*/ 431616 h 763275"/>
                <a:gd name="connsiteX8" fmla="*/ 135077 w 347789"/>
                <a:gd name="connsiteY8" fmla="*/ 436723 h 763275"/>
                <a:gd name="connsiteX9" fmla="*/ 135077 w 347789"/>
                <a:gd name="connsiteY9" fmla="*/ 444420 h 763275"/>
                <a:gd name="connsiteX10" fmla="*/ 142774 w 347789"/>
                <a:gd name="connsiteY10" fmla="*/ 449528 h 763275"/>
                <a:gd name="connsiteX11" fmla="*/ 137667 w 347789"/>
                <a:gd name="connsiteY11" fmla="*/ 467439 h 763275"/>
                <a:gd name="connsiteX12" fmla="*/ 118460 w 347789"/>
                <a:gd name="connsiteY12" fmla="*/ 499450 h 763275"/>
                <a:gd name="connsiteX13" fmla="*/ 83896 w 347789"/>
                <a:gd name="connsiteY13" fmla="*/ 532757 h 763275"/>
                <a:gd name="connsiteX14" fmla="*/ 0 w 347789"/>
                <a:gd name="connsiteY14" fmla="*/ 619206 h 763275"/>
                <a:gd name="connsiteX15" fmla="*/ 44187 w 347789"/>
                <a:gd name="connsiteY15" fmla="*/ 624979 h 763275"/>
                <a:gd name="connsiteX16" fmla="*/ 132560 w 347789"/>
                <a:gd name="connsiteY16" fmla="*/ 718459 h 763275"/>
                <a:gd name="connsiteX17" fmla="*/ 132560 w 347789"/>
                <a:gd name="connsiteY17" fmla="*/ 763275 h 763275"/>
                <a:gd name="connsiteX18" fmla="*/ 182520 w 347789"/>
                <a:gd name="connsiteY18" fmla="*/ 699253 h 763275"/>
                <a:gd name="connsiteX19" fmla="*/ 279849 w 347789"/>
                <a:gd name="connsiteY19" fmla="*/ 568617 h 763275"/>
                <a:gd name="connsiteX20" fmla="*/ 327218 w 347789"/>
                <a:gd name="connsiteY20" fmla="*/ 509701 h 763275"/>
                <a:gd name="connsiteX21" fmla="*/ 347721 w 347789"/>
                <a:gd name="connsiteY21" fmla="*/ 471288 h 763275"/>
                <a:gd name="connsiteX22" fmla="*/ 340541 w 347789"/>
                <a:gd name="connsiteY22" fmla="*/ 434725 h 763275"/>
                <a:gd name="connsiteX23" fmla="*/ 337988 w 347789"/>
                <a:gd name="connsiteY23" fmla="*/ 407820 h 763275"/>
                <a:gd name="connsiteX24" fmla="*/ 331585 w 347789"/>
                <a:gd name="connsiteY24" fmla="*/ 380916 h 763275"/>
                <a:gd name="connsiteX25" fmla="*/ 317486 w 347789"/>
                <a:gd name="connsiteY25" fmla="*/ 343761 h 763275"/>
                <a:gd name="connsiteX26" fmla="*/ 294430 w 347789"/>
                <a:gd name="connsiteY26" fmla="*/ 292543 h 763275"/>
                <a:gd name="connsiteX27" fmla="*/ 227854 w 347789"/>
                <a:gd name="connsiteY27" fmla="*/ 179855 h 763275"/>
                <a:gd name="connsiteX28" fmla="*/ 193289 w 347789"/>
                <a:gd name="connsiteY28" fmla="*/ 129896 h 763275"/>
                <a:gd name="connsiteX29" fmla="*/ 147955 w 347789"/>
                <a:gd name="connsiteY29" fmla="*/ 28126 h 763275"/>
                <a:gd name="connsiteX30" fmla="*/ 114612 w 347789"/>
                <a:gd name="connsiteY30" fmla="*/ 0 h 763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47789" h="763275">
                  <a:moveTo>
                    <a:pt x="114612" y="0"/>
                  </a:moveTo>
                  <a:cubicBezTo>
                    <a:pt x="114612" y="0"/>
                    <a:pt x="109505" y="37118"/>
                    <a:pt x="104361" y="62764"/>
                  </a:cubicBezTo>
                  <a:cubicBezTo>
                    <a:pt x="99254" y="88373"/>
                    <a:pt x="91556" y="149842"/>
                    <a:pt x="92851" y="171640"/>
                  </a:cubicBezTo>
                  <a:cubicBezTo>
                    <a:pt x="94109" y="193400"/>
                    <a:pt x="99254" y="261308"/>
                    <a:pt x="94109" y="275371"/>
                  </a:cubicBezTo>
                  <a:cubicBezTo>
                    <a:pt x="89003" y="289471"/>
                    <a:pt x="83859" y="320187"/>
                    <a:pt x="85154" y="331733"/>
                  </a:cubicBezTo>
                  <a:cubicBezTo>
                    <a:pt x="86449" y="343243"/>
                    <a:pt x="90261" y="363745"/>
                    <a:pt x="101807" y="376549"/>
                  </a:cubicBezTo>
                  <a:cubicBezTo>
                    <a:pt x="113316" y="389354"/>
                    <a:pt x="122309" y="399605"/>
                    <a:pt x="121014" y="408560"/>
                  </a:cubicBezTo>
                  <a:cubicBezTo>
                    <a:pt x="119756" y="417516"/>
                    <a:pt x="119756" y="427767"/>
                    <a:pt x="123567" y="431616"/>
                  </a:cubicBezTo>
                  <a:cubicBezTo>
                    <a:pt x="127416" y="435465"/>
                    <a:pt x="135077" y="436723"/>
                    <a:pt x="135077" y="436723"/>
                  </a:cubicBezTo>
                  <a:cubicBezTo>
                    <a:pt x="135077" y="436723"/>
                    <a:pt x="132523" y="440572"/>
                    <a:pt x="135077" y="444420"/>
                  </a:cubicBezTo>
                  <a:cubicBezTo>
                    <a:pt x="137630" y="448269"/>
                    <a:pt x="142774" y="449528"/>
                    <a:pt x="142774" y="449528"/>
                  </a:cubicBezTo>
                  <a:cubicBezTo>
                    <a:pt x="142774" y="449528"/>
                    <a:pt x="137667" y="462332"/>
                    <a:pt x="137667" y="467439"/>
                  </a:cubicBezTo>
                  <a:cubicBezTo>
                    <a:pt x="137667" y="472546"/>
                    <a:pt x="119756" y="491790"/>
                    <a:pt x="118460" y="499450"/>
                  </a:cubicBezTo>
                  <a:cubicBezTo>
                    <a:pt x="117165" y="507148"/>
                    <a:pt x="94109" y="521211"/>
                    <a:pt x="83896" y="532757"/>
                  </a:cubicBezTo>
                  <a:cubicBezTo>
                    <a:pt x="73644" y="544266"/>
                    <a:pt x="2554" y="615357"/>
                    <a:pt x="0" y="619206"/>
                  </a:cubicBezTo>
                  <a:cubicBezTo>
                    <a:pt x="13434" y="616652"/>
                    <a:pt x="26904" y="614728"/>
                    <a:pt x="44187" y="624979"/>
                  </a:cubicBezTo>
                  <a:cubicBezTo>
                    <a:pt x="66502" y="638191"/>
                    <a:pt x="119941" y="694442"/>
                    <a:pt x="132560" y="718459"/>
                  </a:cubicBezTo>
                  <a:cubicBezTo>
                    <a:pt x="145994" y="744068"/>
                    <a:pt x="132560" y="763275"/>
                    <a:pt x="132560" y="763275"/>
                  </a:cubicBezTo>
                  <a:cubicBezTo>
                    <a:pt x="132560" y="763275"/>
                    <a:pt x="162018" y="726120"/>
                    <a:pt x="182520" y="699253"/>
                  </a:cubicBezTo>
                  <a:cubicBezTo>
                    <a:pt x="203022" y="672348"/>
                    <a:pt x="258089" y="598075"/>
                    <a:pt x="279849" y="568617"/>
                  </a:cubicBezTo>
                  <a:cubicBezTo>
                    <a:pt x="301609" y="539159"/>
                    <a:pt x="320816" y="517399"/>
                    <a:pt x="327218" y="509701"/>
                  </a:cubicBezTo>
                  <a:cubicBezTo>
                    <a:pt x="333621" y="502004"/>
                    <a:pt x="346425" y="481539"/>
                    <a:pt x="347721" y="471288"/>
                  </a:cubicBezTo>
                  <a:cubicBezTo>
                    <a:pt x="349016" y="461037"/>
                    <a:pt x="331585" y="447529"/>
                    <a:pt x="340541" y="434725"/>
                  </a:cubicBezTo>
                  <a:cubicBezTo>
                    <a:pt x="349497" y="421920"/>
                    <a:pt x="337988" y="407820"/>
                    <a:pt x="337988" y="407820"/>
                  </a:cubicBezTo>
                  <a:cubicBezTo>
                    <a:pt x="337988" y="407820"/>
                    <a:pt x="336692" y="393721"/>
                    <a:pt x="331585" y="380916"/>
                  </a:cubicBezTo>
                  <a:cubicBezTo>
                    <a:pt x="326478" y="368111"/>
                    <a:pt x="326478" y="354012"/>
                    <a:pt x="317486" y="343761"/>
                  </a:cubicBezTo>
                  <a:cubicBezTo>
                    <a:pt x="308530" y="333510"/>
                    <a:pt x="312379" y="330956"/>
                    <a:pt x="294430" y="292543"/>
                  </a:cubicBezTo>
                  <a:cubicBezTo>
                    <a:pt x="276482" y="254129"/>
                    <a:pt x="235514" y="191365"/>
                    <a:pt x="227854" y="179855"/>
                  </a:cubicBezTo>
                  <a:cubicBezTo>
                    <a:pt x="220156" y="168309"/>
                    <a:pt x="204798" y="149139"/>
                    <a:pt x="193289" y="129896"/>
                  </a:cubicBezTo>
                  <a:cubicBezTo>
                    <a:pt x="181780" y="110689"/>
                    <a:pt x="163350" y="51181"/>
                    <a:pt x="147955" y="28126"/>
                  </a:cubicBezTo>
                  <a:cubicBezTo>
                    <a:pt x="132523" y="5107"/>
                    <a:pt x="114612" y="0"/>
                    <a:pt x="114612" y="0"/>
                  </a:cubicBezTo>
                  <a:close/>
                </a:path>
              </a:pathLst>
            </a:custGeom>
            <a:solidFill>
              <a:srgbClr val="E4EF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14E34E1E-D248-807F-25C9-BB85154BF494}"/>
                </a:ext>
              </a:extLst>
            </p:cNvPr>
            <p:cNvSpPr/>
            <p:nvPr/>
          </p:nvSpPr>
          <p:spPr>
            <a:xfrm>
              <a:off x="4620474" y="5179866"/>
              <a:ext cx="145105" cy="260514"/>
            </a:xfrm>
            <a:custGeom>
              <a:avLst/>
              <a:gdLst>
                <a:gd name="connsiteX0" fmla="*/ 122901 w 145105"/>
                <a:gd name="connsiteY0" fmla="*/ 11102 h 260514"/>
                <a:gd name="connsiteX1" fmla="*/ 119497 w 145105"/>
                <a:gd name="connsiteY1" fmla="*/ 52958 h 260514"/>
                <a:gd name="connsiteX2" fmla="*/ 130599 w 145105"/>
                <a:gd name="connsiteY2" fmla="*/ 137482 h 260514"/>
                <a:gd name="connsiteX3" fmla="*/ 144254 w 145105"/>
                <a:gd name="connsiteY3" fmla="*/ 232258 h 260514"/>
                <a:gd name="connsiteX4" fmla="*/ 145106 w 145105"/>
                <a:gd name="connsiteY4" fmla="*/ 257867 h 260514"/>
                <a:gd name="connsiteX5" fmla="*/ 136557 w 145105"/>
                <a:gd name="connsiteY5" fmla="*/ 260420 h 260514"/>
                <a:gd name="connsiteX6" fmla="*/ 72534 w 145105"/>
                <a:gd name="connsiteY6" fmla="*/ 257867 h 260514"/>
                <a:gd name="connsiteX7" fmla="*/ 24721 w 145105"/>
                <a:gd name="connsiteY7" fmla="*/ 245913 h 260514"/>
                <a:gd name="connsiteX8" fmla="*/ 22167 w 145105"/>
                <a:gd name="connsiteY8" fmla="*/ 210905 h 260514"/>
                <a:gd name="connsiteX9" fmla="*/ 16209 w 145105"/>
                <a:gd name="connsiteY9" fmla="*/ 168235 h 260514"/>
                <a:gd name="connsiteX10" fmla="*/ 6809 w 145105"/>
                <a:gd name="connsiteY10" fmla="*/ 66613 h 260514"/>
                <a:gd name="connsiteX11" fmla="*/ 0 w 145105"/>
                <a:gd name="connsiteY11" fmla="*/ 12805 h 260514"/>
                <a:gd name="connsiteX12" fmla="*/ 13656 w 145105"/>
                <a:gd name="connsiteY12" fmla="*/ 0 h 260514"/>
                <a:gd name="connsiteX13" fmla="*/ 35860 w 145105"/>
                <a:gd name="connsiteY13" fmla="*/ 13656 h 260514"/>
                <a:gd name="connsiteX14" fmla="*/ 122901 w 145105"/>
                <a:gd name="connsiteY14" fmla="*/ 11102 h 260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5105" h="260514">
                  <a:moveTo>
                    <a:pt x="122901" y="11102"/>
                  </a:moveTo>
                  <a:cubicBezTo>
                    <a:pt x="122901" y="11102"/>
                    <a:pt x="119497" y="37562"/>
                    <a:pt x="119497" y="52958"/>
                  </a:cubicBezTo>
                  <a:cubicBezTo>
                    <a:pt x="119497" y="68316"/>
                    <a:pt x="129748" y="111873"/>
                    <a:pt x="130599" y="137482"/>
                  </a:cubicBezTo>
                  <a:cubicBezTo>
                    <a:pt x="131450" y="163091"/>
                    <a:pt x="143403" y="224560"/>
                    <a:pt x="144254" y="232258"/>
                  </a:cubicBezTo>
                  <a:cubicBezTo>
                    <a:pt x="145106" y="239918"/>
                    <a:pt x="145106" y="255313"/>
                    <a:pt x="145106" y="257867"/>
                  </a:cubicBezTo>
                  <a:cubicBezTo>
                    <a:pt x="145106" y="260420"/>
                    <a:pt x="145106" y="260420"/>
                    <a:pt x="136557" y="260420"/>
                  </a:cubicBezTo>
                  <a:cubicBezTo>
                    <a:pt x="128008" y="260420"/>
                    <a:pt x="91297" y="261271"/>
                    <a:pt x="72534" y="257867"/>
                  </a:cubicBezTo>
                  <a:cubicBezTo>
                    <a:pt x="53772" y="254462"/>
                    <a:pt x="26127" y="251909"/>
                    <a:pt x="24721" y="245913"/>
                  </a:cubicBezTo>
                  <a:cubicBezTo>
                    <a:pt x="22167" y="234811"/>
                    <a:pt x="22167" y="225411"/>
                    <a:pt x="22167" y="210905"/>
                  </a:cubicBezTo>
                  <a:cubicBezTo>
                    <a:pt x="22167" y="196398"/>
                    <a:pt x="17060" y="176747"/>
                    <a:pt x="16209" y="168235"/>
                  </a:cubicBezTo>
                  <a:cubicBezTo>
                    <a:pt x="15358" y="159687"/>
                    <a:pt x="5107" y="111873"/>
                    <a:pt x="6809" y="66613"/>
                  </a:cubicBezTo>
                  <a:cubicBezTo>
                    <a:pt x="7439" y="50367"/>
                    <a:pt x="814" y="17097"/>
                    <a:pt x="0" y="12805"/>
                  </a:cubicBezTo>
                  <a:lnTo>
                    <a:pt x="13656" y="0"/>
                  </a:lnTo>
                  <a:cubicBezTo>
                    <a:pt x="13656" y="0"/>
                    <a:pt x="12805" y="6846"/>
                    <a:pt x="35860" y="13656"/>
                  </a:cubicBezTo>
                  <a:cubicBezTo>
                    <a:pt x="58879" y="20502"/>
                    <a:pt x="96441" y="22204"/>
                    <a:pt x="122901" y="11102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9E3AAC24-3CE6-C6BE-A4B7-446AA7B11CFE}"/>
                </a:ext>
              </a:extLst>
            </p:cNvPr>
            <p:cNvSpPr/>
            <p:nvPr/>
          </p:nvSpPr>
          <p:spPr>
            <a:xfrm>
              <a:off x="5116188" y="5194410"/>
              <a:ext cx="141180" cy="252373"/>
            </a:xfrm>
            <a:custGeom>
              <a:avLst/>
              <a:gdLst>
                <a:gd name="connsiteX0" fmla="*/ 22905 w 141180"/>
                <a:gd name="connsiteY0" fmla="*/ 2961 h 252373"/>
                <a:gd name="connsiteX1" fmla="*/ 16910 w 141180"/>
                <a:gd name="connsiteY1" fmla="*/ 54179 h 252373"/>
                <a:gd name="connsiteX2" fmla="*/ 4106 w 141180"/>
                <a:gd name="connsiteY2" fmla="*/ 136150 h 252373"/>
                <a:gd name="connsiteX3" fmla="*/ 701 w 141180"/>
                <a:gd name="connsiteY3" fmla="*/ 249725 h 252373"/>
                <a:gd name="connsiteX4" fmla="*/ 9250 w 141180"/>
                <a:gd name="connsiteY4" fmla="*/ 252279 h 252373"/>
                <a:gd name="connsiteX5" fmla="*/ 73272 w 141180"/>
                <a:gd name="connsiteY5" fmla="*/ 249725 h 252373"/>
                <a:gd name="connsiteX6" fmla="*/ 121086 w 141180"/>
                <a:gd name="connsiteY6" fmla="*/ 237772 h 252373"/>
                <a:gd name="connsiteX7" fmla="*/ 123639 w 141180"/>
                <a:gd name="connsiteY7" fmla="*/ 202763 h 252373"/>
                <a:gd name="connsiteX8" fmla="*/ 135185 w 141180"/>
                <a:gd name="connsiteY8" fmla="*/ 60618 h 252373"/>
                <a:gd name="connsiteX9" fmla="*/ 141181 w 141180"/>
                <a:gd name="connsiteY9" fmla="*/ 5551 h 252373"/>
                <a:gd name="connsiteX10" fmla="*/ 132632 w 141180"/>
                <a:gd name="connsiteY10" fmla="*/ 0 h 252373"/>
                <a:gd name="connsiteX11" fmla="*/ 104469 w 141180"/>
                <a:gd name="connsiteY11" fmla="*/ 15358 h 252373"/>
                <a:gd name="connsiteX12" fmla="*/ 22905 w 141180"/>
                <a:gd name="connsiteY12" fmla="*/ 2961 h 2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1180" h="252373">
                  <a:moveTo>
                    <a:pt x="22905" y="2961"/>
                  </a:moveTo>
                  <a:cubicBezTo>
                    <a:pt x="22905" y="2961"/>
                    <a:pt x="16910" y="38821"/>
                    <a:pt x="16910" y="54179"/>
                  </a:cubicBezTo>
                  <a:cubicBezTo>
                    <a:pt x="16910" y="89780"/>
                    <a:pt x="6437" y="119422"/>
                    <a:pt x="4106" y="136150"/>
                  </a:cubicBezTo>
                  <a:cubicBezTo>
                    <a:pt x="-2297" y="182261"/>
                    <a:pt x="701" y="247135"/>
                    <a:pt x="701" y="249725"/>
                  </a:cubicBezTo>
                  <a:cubicBezTo>
                    <a:pt x="701" y="252279"/>
                    <a:pt x="701" y="252279"/>
                    <a:pt x="9250" y="252279"/>
                  </a:cubicBezTo>
                  <a:cubicBezTo>
                    <a:pt x="17798" y="252279"/>
                    <a:pt x="54510" y="253130"/>
                    <a:pt x="73272" y="249725"/>
                  </a:cubicBezTo>
                  <a:cubicBezTo>
                    <a:pt x="92072" y="246320"/>
                    <a:pt x="119716" y="243767"/>
                    <a:pt x="121086" y="237772"/>
                  </a:cubicBezTo>
                  <a:cubicBezTo>
                    <a:pt x="123639" y="226670"/>
                    <a:pt x="123639" y="217270"/>
                    <a:pt x="123639" y="202763"/>
                  </a:cubicBezTo>
                  <a:cubicBezTo>
                    <a:pt x="123639" y="188256"/>
                    <a:pt x="128339" y="116092"/>
                    <a:pt x="135185" y="60618"/>
                  </a:cubicBezTo>
                  <a:cubicBezTo>
                    <a:pt x="137184" y="44483"/>
                    <a:pt x="140292" y="9807"/>
                    <a:pt x="141181" y="5551"/>
                  </a:cubicBezTo>
                  <a:lnTo>
                    <a:pt x="132632" y="0"/>
                  </a:lnTo>
                  <a:cubicBezTo>
                    <a:pt x="132632" y="0"/>
                    <a:pt x="127525" y="8549"/>
                    <a:pt x="104469" y="15358"/>
                  </a:cubicBezTo>
                  <a:cubicBezTo>
                    <a:pt x="81414" y="22167"/>
                    <a:pt x="49403" y="14063"/>
                    <a:pt x="22905" y="2961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12DD2AD6-BDC4-9FD1-DAEE-BF5F9AF4BEAA}"/>
                </a:ext>
              </a:extLst>
            </p:cNvPr>
            <p:cNvSpPr/>
            <p:nvPr/>
          </p:nvSpPr>
          <p:spPr>
            <a:xfrm>
              <a:off x="4837706" y="4182802"/>
              <a:ext cx="208572" cy="266415"/>
            </a:xfrm>
            <a:custGeom>
              <a:avLst/>
              <a:gdLst>
                <a:gd name="connsiteX0" fmla="*/ 0 w 208572"/>
                <a:gd name="connsiteY0" fmla="*/ 3344 h 266415"/>
                <a:gd name="connsiteX1" fmla="*/ 9178 w 208572"/>
                <a:gd name="connsiteY1" fmla="*/ 142418 h 266415"/>
                <a:gd name="connsiteX2" fmla="*/ 12397 w 208572"/>
                <a:gd name="connsiteY2" fmla="*/ 185309 h 266415"/>
                <a:gd name="connsiteX3" fmla="*/ 41855 w 208572"/>
                <a:gd name="connsiteY3" fmla="*/ 217950 h 266415"/>
                <a:gd name="connsiteX4" fmla="*/ 102066 w 208572"/>
                <a:gd name="connsiteY4" fmla="*/ 264061 h 266415"/>
                <a:gd name="connsiteX5" fmla="*/ 118719 w 208572"/>
                <a:gd name="connsiteY5" fmla="*/ 262136 h 266415"/>
                <a:gd name="connsiteX6" fmla="*/ 194288 w 208572"/>
                <a:gd name="connsiteY6" fmla="*/ 188492 h 266415"/>
                <a:gd name="connsiteX7" fmla="*/ 208388 w 208572"/>
                <a:gd name="connsiteY7" fmla="*/ 157739 h 266415"/>
                <a:gd name="connsiteX8" fmla="*/ 203725 w 208572"/>
                <a:gd name="connsiteY8" fmla="*/ 7119 h 266415"/>
                <a:gd name="connsiteX9" fmla="*/ 0 w 208572"/>
                <a:gd name="connsiteY9" fmla="*/ 3344 h 26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8572" h="266415">
                  <a:moveTo>
                    <a:pt x="0" y="3344"/>
                  </a:moveTo>
                  <a:cubicBezTo>
                    <a:pt x="0" y="3344"/>
                    <a:pt x="8327" y="128984"/>
                    <a:pt x="9178" y="142418"/>
                  </a:cubicBezTo>
                  <a:cubicBezTo>
                    <a:pt x="10473" y="162920"/>
                    <a:pt x="11102" y="182756"/>
                    <a:pt x="12397" y="185309"/>
                  </a:cubicBezTo>
                  <a:cubicBezTo>
                    <a:pt x="13693" y="187863"/>
                    <a:pt x="18171" y="201333"/>
                    <a:pt x="41855" y="217950"/>
                  </a:cubicBezTo>
                  <a:cubicBezTo>
                    <a:pt x="57990" y="229311"/>
                    <a:pt x="90520" y="257029"/>
                    <a:pt x="102066" y="264061"/>
                  </a:cubicBezTo>
                  <a:cubicBezTo>
                    <a:pt x="106026" y="266503"/>
                    <a:pt x="112946" y="268539"/>
                    <a:pt x="118719" y="262136"/>
                  </a:cubicBezTo>
                  <a:cubicBezTo>
                    <a:pt x="125492" y="254587"/>
                    <a:pt x="180188" y="205774"/>
                    <a:pt x="194288" y="188492"/>
                  </a:cubicBezTo>
                  <a:cubicBezTo>
                    <a:pt x="208388" y="171210"/>
                    <a:pt x="207093" y="164807"/>
                    <a:pt x="208388" y="157739"/>
                  </a:cubicBezTo>
                  <a:cubicBezTo>
                    <a:pt x="209683" y="150708"/>
                    <a:pt x="203725" y="20590"/>
                    <a:pt x="203725" y="7119"/>
                  </a:cubicBezTo>
                  <a:cubicBezTo>
                    <a:pt x="203651" y="-6277"/>
                    <a:pt x="0" y="3344"/>
                    <a:pt x="0" y="3344"/>
                  </a:cubicBezTo>
                  <a:close/>
                </a:path>
              </a:pathLst>
            </a:custGeom>
            <a:solidFill>
              <a:srgbClr val="E09C6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45F71BF4-BD6B-33D3-F80E-391DCC543E9D}"/>
                </a:ext>
              </a:extLst>
            </p:cNvPr>
            <p:cNvSpPr/>
            <p:nvPr/>
          </p:nvSpPr>
          <p:spPr>
            <a:xfrm>
              <a:off x="5100791" y="4568098"/>
              <a:ext cx="23573" cy="163128"/>
            </a:xfrm>
            <a:custGeom>
              <a:avLst/>
              <a:gdLst>
                <a:gd name="connsiteX0" fmla="*/ 23574 w 23573"/>
                <a:gd name="connsiteY0" fmla="*/ 163128 h 163128"/>
                <a:gd name="connsiteX1" fmla="*/ 21501 w 23573"/>
                <a:gd name="connsiteY1" fmla="*/ 74274 h 163128"/>
                <a:gd name="connsiteX2" fmla="*/ 11102 w 23573"/>
                <a:gd name="connsiteY2" fmla="*/ 0 h 163128"/>
                <a:gd name="connsiteX3" fmla="*/ 0 w 23573"/>
                <a:gd name="connsiteY3" fmla="*/ 4145 h 163128"/>
                <a:gd name="connsiteX4" fmla="*/ 8327 w 23573"/>
                <a:gd name="connsiteY4" fmla="*/ 91593 h 163128"/>
                <a:gd name="connsiteX5" fmla="*/ 8327 w 23573"/>
                <a:gd name="connsiteY5" fmla="*/ 160316 h 163128"/>
                <a:gd name="connsiteX6" fmla="*/ 23574 w 23573"/>
                <a:gd name="connsiteY6" fmla="*/ 163128 h 16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573" h="163128">
                  <a:moveTo>
                    <a:pt x="23574" y="163128"/>
                  </a:moveTo>
                  <a:cubicBezTo>
                    <a:pt x="23574" y="163128"/>
                    <a:pt x="23574" y="109690"/>
                    <a:pt x="21501" y="74274"/>
                  </a:cubicBezTo>
                  <a:cubicBezTo>
                    <a:pt x="19429" y="38858"/>
                    <a:pt x="11102" y="0"/>
                    <a:pt x="11102" y="0"/>
                  </a:cubicBezTo>
                  <a:lnTo>
                    <a:pt x="0" y="4145"/>
                  </a:lnTo>
                  <a:cubicBezTo>
                    <a:pt x="0" y="4145"/>
                    <a:pt x="6957" y="55511"/>
                    <a:pt x="8327" y="91593"/>
                  </a:cubicBezTo>
                  <a:cubicBezTo>
                    <a:pt x="9733" y="127675"/>
                    <a:pt x="8327" y="160316"/>
                    <a:pt x="8327" y="160316"/>
                  </a:cubicBezTo>
                  <a:lnTo>
                    <a:pt x="23574" y="163128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47CF554E-ECC6-D5DC-8E12-93F594F17399}"/>
                </a:ext>
              </a:extLst>
            </p:cNvPr>
            <p:cNvSpPr/>
            <p:nvPr/>
          </p:nvSpPr>
          <p:spPr>
            <a:xfrm>
              <a:off x="5084723" y="4733299"/>
              <a:ext cx="67468" cy="50712"/>
            </a:xfrm>
            <a:custGeom>
              <a:avLst/>
              <a:gdLst>
                <a:gd name="connsiteX0" fmla="*/ 16031 w 67468"/>
                <a:gd name="connsiteY0" fmla="*/ 3479 h 50712"/>
                <a:gd name="connsiteX1" fmla="*/ 81 w 67468"/>
                <a:gd name="connsiteY1" fmla="*/ 25683 h 50712"/>
                <a:gd name="connsiteX2" fmla="*/ 34794 w 67468"/>
                <a:gd name="connsiteY2" fmla="*/ 50663 h 50712"/>
                <a:gd name="connsiteX3" fmla="*/ 67434 w 67468"/>
                <a:gd name="connsiteY3" fmla="*/ 22908 h 50712"/>
                <a:gd name="connsiteX4" fmla="*/ 45933 w 67468"/>
                <a:gd name="connsiteY4" fmla="*/ 0 h 50712"/>
                <a:gd name="connsiteX5" fmla="*/ 16031 w 67468"/>
                <a:gd name="connsiteY5" fmla="*/ 3479 h 50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468" h="50712">
                  <a:moveTo>
                    <a:pt x="16031" y="3479"/>
                  </a:moveTo>
                  <a:cubicBezTo>
                    <a:pt x="16031" y="3479"/>
                    <a:pt x="-1325" y="11102"/>
                    <a:pt x="81" y="25683"/>
                  </a:cubicBezTo>
                  <a:cubicBezTo>
                    <a:pt x="1487" y="40264"/>
                    <a:pt x="19547" y="51551"/>
                    <a:pt x="34794" y="50663"/>
                  </a:cubicBezTo>
                  <a:cubicBezTo>
                    <a:pt x="59071" y="49257"/>
                    <a:pt x="68100" y="33307"/>
                    <a:pt x="67434" y="22908"/>
                  </a:cubicBezTo>
                  <a:cubicBezTo>
                    <a:pt x="66731" y="12508"/>
                    <a:pt x="45933" y="0"/>
                    <a:pt x="45933" y="0"/>
                  </a:cubicBezTo>
                  <a:lnTo>
                    <a:pt x="16031" y="3479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098B00B7-2E9A-820A-D36A-369434CD5B74}"/>
                </a:ext>
              </a:extLst>
            </p:cNvPr>
            <p:cNvSpPr/>
            <p:nvPr/>
          </p:nvSpPr>
          <p:spPr>
            <a:xfrm>
              <a:off x="5087580" y="4733299"/>
              <a:ext cx="63164" cy="44418"/>
            </a:xfrm>
            <a:custGeom>
              <a:avLst/>
              <a:gdLst>
                <a:gd name="connsiteX0" fmla="*/ 13175 w 63164"/>
                <a:gd name="connsiteY0" fmla="*/ 3479 h 44418"/>
                <a:gd name="connsiteX1" fmla="*/ 0 w 63164"/>
                <a:gd name="connsiteY1" fmla="*/ 19429 h 44418"/>
                <a:gd name="connsiteX2" fmla="*/ 32603 w 63164"/>
                <a:gd name="connsiteY2" fmla="*/ 44409 h 44418"/>
                <a:gd name="connsiteX3" fmla="*/ 63134 w 63164"/>
                <a:gd name="connsiteY3" fmla="*/ 22908 h 44418"/>
                <a:gd name="connsiteX4" fmla="*/ 43002 w 63164"/>
                <a:gd name="connsiteY4" fmla="*/ 0 h 44418"/>
                <a:gd name="connsiteX5" fmla="*/ 13175 w 63164"/>
                <a:gd name="connsiteY5" fmla="*/ 3479 h 4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164" h="44418">
                  <a:moveTo>
                    <a:pt x="13175" y="3479"/>
                  </a:moveTo>
                  <a:cubicBezTo>
                    <a:pt x="13175" y="3479"/>
                    <a:pt x="0" y="10436"/>
                    <a:pt x="0" y="19429"/>
                  </a:cubicBezTo>
                  <a:cubicBezTo>
                    <a:pt x="0" y="34084"/>
                    <a:pt x="17356" y="44779"/>
                    <a:pt x="32603" y="44409"/>
                  </a:cubicBezTo>
                  <a:cubicBezTo>
                    <a:pt x="52254" y="43965"/>
                    <a:pt x="63838" y="33307"/>
                    <a:pt x="63134" y="22908"/>
                  </a:cubicBezTo>
                  <a:cubicBezTo>
                    <a:pt x="62431" y="12508"/>
                    <a:pt x="43002" y="0"/>
                    <a:pt x="43002" y="0"/>
                  </a:cubicBezTo>
                  <a:lnTo>
                    <a:pt x="13175" y="3479"/>
                  </a:lnTo>
                  <a:close/>
                </a:path>
              </a:pathLst>
            </a:custGeom>
            <a:solidFill>
              <a:srgbClr val="9C9EA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38DB22B0-5297-873B-EE41-ADA69A757FD7}"/>
                </a:ext>
              </a:extLst>
            </p:cNvPr>
            <p:cNvSpPr/>
            <p:nvPr/>
          </p:nvSpPr>
          <p:spPr>
            <a:xfrm>
              <a:off x="5100015" y="4730866"/>
              <a:ext cx="36166" cy="37155"/>
            </a:xfrm>
            <a:custGeom>
              <a:avLst/>
              <a:gdLst>
                <a:gd name="connsiteX0" fmla="*/ 36155 w 36166"/>
                <a:gd name="connsiteY0" fmla="*/ 18754 h 37155"/>
                <a:gd name="connsiteX1" fmla="*/ 18095 w 36166"/>
                <a:gd name="connsiteY1" fmla="*/ 361 h 37155"/>
                <a:gd name="connsiteX2" fmla="*/ 36 w 36166"/>
                <a:gd name="connsiteY2" fmla="*/ 18754 h 37155"/>
                <a:gd name="connsiteX3" fmla="*/ 18095 w 36166"/>
                <a:gd name="connsiteY3" fmla="*/ 37146 h 37155"/>
                <a:gd name="connsiteX4" fmla="*/ 36155 w 36166"/>
                <a:gd name="connsiteY4" fmla="*/ 18754 h 3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66" h="37155">
                  <a:moveTo>
                    <a:pt x="36155" y="18754"/>
                  </a:moveTo>
                  <a:cubicBezTo>
                    <a:pt x="36525" y="-3821"/>
                    <a:pt x="28087" y="361"/>
                    <a:pt x="18095" y="361"/>
                  </a:cubicBezTo>
                  <a:cubicBezTo>
                    <a:pt x="8140" y="361"/>
                    <a:pt x="-630" y="-4154"/>
                    <a:pt x="36" y="18754"/>
                  </a:cubicBezTo>
                  <a:cubicBezTo>
                    <a:pt x="332" y="28931"/>
                    <a:pt x="2108" y="36813"/>
                    <a:pt x="18095" y="37146"/>
                  </a:cubicBezTo>
                  <a:cubicBezTo>
                    <a:pt x="33083" y="37479"/>
                    <a:pt x="36007" y="28894"/>
                    <a:pt x="36155" y="18754"/>
                  </a:cubicBezTo>
                  <a:close/>
                </a:path>
              </a:pathLst>
            </a:custGeom>
            <a:solidFill>
              <a:srgbClr val="C2C6CD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DE26BC34-64C9-1C29-457F-CD3A73B1207B}"/>
                </a:ext>
              </a:extLst>
            </p:cNvPr>
            <p:cNvSpPr/>
            <p:nvPr/>
          </p:nvSpPr>
          <p:spPr>
            <a:xfrm>
              <a:off x="5095573" y="4720457"/>
              <a:ext cx="45111" cy="35749"/>
            </a:xfrm>
            <a:custGeom>
              <a:avLst/>
              <a:gdLst>
                <a:gd name="connsiteX0" fmla="*/ 45112 w 45111"/>
                <a:gd name="connsiteY0" fmla="*/ 17875 h 35749"/>
                <a:gd name="connsiteX1" fmla="*/ 22574 w 45111"/>
                <a:gd name="connsiteY1" fmla="*/ 35749 h 35749"/>
                <a:gd name="connsiteX2" fmla="*/ 0 w 45111"/>
                <a:gd name="connsiteY2" fmla="*/ 17875 h 35749"/>
                <a:gd name="connsiteX3" fmla="*/ 22574 w 45111"/>
                <a:gd name="connsiteY3" fmla="*/ 0 h 35749"/>
                <a:gd name="connsiteX4" fmla="*/ 45112 w 45111"/>
                <a:gd name="connsiteY4" fmla="*/ 17875 h 35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11" h="35749">
                  <a:moveTo>
                    <a:pt x="45112" y="17875"/>
                  </a:moveTo>
                  <a:cubicBezTo>
                    <a:pt x="45112" y="27755"/>
                    <a:pt x="35009" y="35749"/>
                    <a:pt x="22574" y="35749"/>
                  </a:cubicBezTo>
                  <a:cubicBezTo>
                    <a:pt x="10103" y="35749"/>
                    <a:pt x="0" y="27755"/>
                    <a:pt x="0" y="17875"/>
                  </a:cubicBezTo>
                  <a:cubicBezTo>
                    <a:pt x="0" y="7994"/>
                    <a:pt x="10103" y="0"/>
                    <a:pt x="22574" y="0"/>
                  </a:cubicBezTo>
                  <a:cubicBezTo>
                    <a:pt x="35009" y="0"/>
                    <a:pt x="45112" y="8031"/>
                    <a:pt x="45112" y="17875"/>
                  </a:cubicBezTo>
                  <a:close/>
                </a:path>
              </a:pathLst>
            </a:custGeom>
            <a:solidFill>
              <a:srgbClr val="B2B5BF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89FC48F7-B2D8-F455-FD5A-5C80D13B54BA}"/>
                </a:ext>
              </a:extLst>
            </p:cNvPr>
            <p:cNvSpPr/>
            <p:nvPr/>
          </p:nvSpPr>
          <p:spPr>
            <a:xfrm>
              <a:off x="5093154" y="4718364"/>
              <a:ext cx="51026" cy="41334"/>
            </a:xfrm>
            <a:custGeom>
              <a:avLst/>
              <a:gdLst>
                <a:gd name="connsiteX0" fmla="*/ 51010 w 51026"/>
                <a:gd name="connsiteY0" fmla="*/ 19450 h 41334"/>
                <a:gd name="connsiteX1" fmla="*/ 24624 w 51026"/>
                <a:gd name="connsiteY1" fmla="*/ 21 h 41334"/>
                <a:gd name="connsiteX2" fmla="*/ 347 w 51026"/>
                <a:gd name="connsiteY2" fmla="*/ 22929 h 41334"/>
                <a:gd name="connsiteX3" fmla="*/ 25660 w 51026"/>
                <a:gd name="connsiteY3" fmla="*/ 41321 h 41334"/>
                <a:gd name="connsiteX4" fmla="*/ 51010 w 51026"/>
                <a:gd name="connsiteY4" fmla="*/ 19450 h 41334"/>
                <a:gd name="connsiteX5" fmla="*/ 25993 w 51026"/>
                <a:gd name="connsiteY5" fmla="*/ 35067 h 41334"/>
                <a:gd name="connsiteX6" fmla="*/ 4492 w 51026"/>
                <a:gd name="connsiteY6" fmla="*/ 17007 h 41334"/>
                <a:gd name="connsiteX7" fmla="*/ 25660 w 51026"/>
                <a:gd name="connsiteY7" fmla="*/ 4499 h 41334"/>
                <a:gd name="connsiteX8" fmla="*/ 45089 w 51026"/>
                <a:gd name="connsiteY8" fmla="*/ 18377 h 41334"/>
                <a:gd name="connsiteX9" fmla="*/ 25993 w 51026"/>
                <a:gd name="connsiteY9" fmla="*/ 35067 h 41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026" h="41334">
                  <a:moveTo>
                    <a:pt x="51010" y="19450"/>
                  </a:moveTo>
                  <a:cubicBezTo>
                    <a:pt x="50344" y="4092"/>
                    <a:pt x="32950" y="-349"/>
                    <a:pt x="24624" y="21"/>
                  </a:cubicBezTo>
                  <a:cubicBezTo>
                    <a:pt x="16260" y="354"/>
                    <a:pt x="-2799" y="6275"/>
                    <a:pt x="347" y="22929"/>
                  </a:cubicBezTo>
                  <a:cubicBezTo>
                    <a:pt x="3456" y="39582"/>
                    <a:pt x="19073" y="40988"/>
                    <a:pt x="25660" y="41321"/>
                  </a:cubicBezTo>
                  <a:cubicBezTo>
                    <a:pt x="32247" y="41654"/>
                    <a:pt x="51676" y="35770"/>
                    <a:pt x="51010" y="19450"/>
                  </a:cubicBezTo>
                  <a:close/>
                  <a:moveTo>
                    <a:pt x="25993" y="35067"/>
                  </a:moveTo>
                  <a:cubicBezTo>
                    <a:pt x="19036" y="35437"/>
                    <a:pt x="2752" y="30219"/>
                    <a:pt x="4492" y="17007"/>
                  </a:cubicBezTo>
                  <a:cubicBezTo>
                    <a:pt x="5528" y="9014"/>
                    <a:pt x="16297" y="3463"/>
                    <a:pt x="25660" y="4499"/>
                  </a:cubicBezTo>
                  <a:cubicBezTo>
                    <a:pt x="34986" y="5535"/>
                    <a:pt x="43201" y="7719"/>
                    <a:pt x="45089" y="18377"/>
                  </a:cubicBezTo>
                  <a:cubicBezTo>
                    <a:pt x="47161" y="30219"/>
                    <a:pt x="32247" y="34734"/>
                    <a:pt x="25993" y="35067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BA4E9222-2915-3DF5-90E0-9FF933E51909}"/>
                </a:ext>
              </a:extLst>
            </p:cNvPr>
            <p:cNvSpPr/>
            <p:nvPr/>
          </p:nvSpPr>
          <p:spPr>
            <a:xfrm>
              <a:off x="4701406" y="4524763"/>
              <a:ext cx="98109" cy="314610"/>
            </a:xfrm>
            <a:custGeom>
              <a:avLst/>
              <a:gdLst>
                <a:gd name="connsiteX0" fmla="*/ 98109 w 98109"/>
                <a:gd name="connsiteY0" fmla="*/ 3257 h 314610"/>
                <a:gd name="connsiteX1" fmla="*/ 54848 w 98109"/>
                <a:gd name="connsiteY1" fmla="*/ 164275 h 314610"/>
                <a:gd name="connsiteX2" fmla="*/ 53922 w 98109"/>
                <a:gd name="connsiteY2" fmla="*/ 212866 h 314610"/>
                <a:gd name="connsiteX3" fmla="*/ 68281 w 98109"/>
                <a:gd name="connsiteY3" fmla="*/ 225818 h 314610"/>
                <a:gd name="connsiteX4" fmla="*/ 82159 w 98109"/>
                <a:gd name="connsiteY4" fmla="*/ 273484 h 314610"/>
                <a:gd name="connsiteX5" fmla="*/ 83084 w 98109"/>
                <a:gd name="connsiteY5" fmla="*/ 302165 h 314610"/>
                <a:gd name="connsiteX6" fmla="*/ 71501 w 98109"/>
                <a:gd name="connsiteY6" fmla="*/ 301720 h 314610"/>
                <a:gd name="connsiteX7" fmla="*/ 69169 w 98109"/>
                <a:gd name="connsiteY7" fmla="*/ 261457 h 314610"/>
                <a:gd name="connsiteX8" fmla="*/ 46965 w 98109"/>
                <a:gd name="connsiteY8" fmla="*/ 232295 h 314610"/>
                <a:gd name="connsiteX9" fmla="*/ 18284 w 98109"/>
                <a:gd name="connsiteY9" fmla="*/ 263751 h 314610"/>
                <a:gd name="connsiteX10" fmla="*/ 13658 w 98109"/>
                <a:gd name="connsiteY10" fmla="*/ 313711 h 314610"/>
                <a:gd name="connsiteX11" fmla="*/ 225 w 98109"/>
                <a:gd name="connsiteY11" fmla="*/ 313267 h 314610"/>
                <a:gd name="connsiteX12" fmla="*/ 4407 w 98109"/>
                <a:gd name="connsiteY12" fmla="*/ 253093 h 314610"/>
                <a:gd name="connsiteX13" fmla="*/ 27092 w 98109"/>
                <a:gd name="connsiteY13" fmla="*/ 221156 h 314610"/>
                <a:gd name="connsiteX14" fmla="*/ 35863 w 98109"/>
                <a:gd name="connsiteY14" fmla="*/ 198026 h 314610"/>
                <a:gd name="connsiteX15" fmla="*/ 47890 w 98109"/>
                <a:gd name="connsiteY15" fmla="*/ 138814 h 314610"/>
                <a:gd name="connsiteX16" fmla="*/ 86970 w 98109"/>
                <a:gd name="connsiteY16" fmla="*/ 0 h 314610"/>
                <a:gd name="connsiteX17" fmla="*/ 98109 w 98109"/>
                <a:gd name="connsiteY17" fmla="*/ 3257 h 314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8109" h="314610">
                  <a:moveTo>
                    <a:pt x="98109" y="3257"/>
                  </a:moveTo>
                  <a:cubicBezTo>
                    <a:pt x="98109" y="3257"/>
                    <a:pt x="58548" y="139740"/>
                    <a:pt x="54848" y="164275"/>
                  </a:cubicBezTo>
                  <a:cubicBezTo>
                    <a:pt x="51147" y="188811"/>
                    <a:pt x="52812" y="208425"/>
                    <a:pt x="53922" y="212866"/>
                  </a:cubicBezTo>
                  <a:cubicBezTo>
                    <a:pt x="55773" y="220267"/>
                    <a:pt x="62249" y="219823"/>
                    <a:pt x="68281" y="225818"/>
                  </a:cubicBezTo>
                  <a:cubicBezTo>
                    <a:pt x="74276" y="231851"/>
                    <a:pt x="81678" y="248504"/>
                    <a:pt x="82159" y="273484"/>
                  </a:cubicBezTo>
                  <a:cubicBezTo>
                    <a:pt x="82640" y="298464"/>
                    <a:pt x="83084" y="302165"/>
                    <a:pt x="83084" y="302165"/>
                  </a:cubicBezTo>
                  <a:cubicBezTo>
                    <a:pt x="83084" y="302165"/>
                    <a:pt x="71982" y="304496"/>
                    <a:pt x="71501" y="301720"/>
                  </a:cubicBezTo>
                  <a:cubicBezTo>
                    <a:pt x="71020" y="298945"/>
                    <a:pt x="71982" y="279516"/>
                    <a:pt x="69169" y="261457"/>
                  </a:cubicBezTo>
                  <a:cubicBezTo>
                    <a:pt x="66394" y="243397"/>
                    <a:pt x="62693" y="230925"/>
                    <a:pt x="46965" y="232295"/>
                  </a:cubicBezTo>
                  <a:cubicBezTo>
                    <a:pt x="31237" y="233701"/>
                    <a:pt x="19210" y="248985"/>
                    <a:pt x="18284" y="263751"/>
                  </a:cubicBezTo>
                  <a:cubicBezTo>
                    <a:pt x="16915" y="285511"/>
                    <a:pt x="13658" y="313711"/>
                    <a:pt x="13658" y="313711"/>
                  </a:cubicBezTo>
                  <a:cubicBezTo>
                    <a:pt x="13658" y="313711"/>
                    <a:pt x="1150" y="316005"/>
                    <a:pt x="225" y="313267"/>
                  </a:cubicBezTo>
                  <a:cubicBezTo>
                    <a:pt x="-700" y="310491"/>
                    <a:pt x="1335" y="266119"/>
                    <a:pt x="4407" y="253093"/>
                  </a:cubicBezTo>
                  <a:cubicBezTo>
                    <a:pt x="8107" y="237365"/>
                    <a:pt x="24317" y="223931"/>
                    <a:pt x="27092" y="221156"/>
                  </a:cubicBezTo>
                  <a:cubicBezTo>
                    <a:pt x="29868" y="218380"/>
                    <a:pt x="33124" y="214198"/>
                    <a:pt x="35863" y="198026"/>
                  </a:cubicBezTo>
                  <a:cubicBezTo>
                    <a:pt x="38638" y="181817"/>
                    <a:pt x="42820" y="160538"/>
                    <a:pt x="47890" y="138814"/>
                  </a:cubicBezTo>
                  <a:cubicBezTo>
                    <a:pt x="52997" y="117054"/>
                    <a:pt x="86970" y="0"/>
                    <a:pt x="86970" y="0"/>
                  </a:cubicBezTo>
                  <a:lnTo>
                    <a:pt x="98109" y="3257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C176C3AD-60F6-BA85-0F05-3CE5B210A61F}"/>
                </a:ext>
              </a:extLst>
            </p:cNvPr>
            <p:cNvSpPr/>
            <p:nvPr/>
          </p:nvSpPr>
          <p:spPr>
            <a:xfrm>
              <a:off x="4702579" y="4836512"/>
              <a:ext cx="36799" cy="126342"/>
            </a:xfrm>
            <a:custGeom>
              <a:avLst/>
              <a:gdLst>
                <a:gd name="connsiteX0" fmla="*/ 19110 w 36799"/>
                <a:gd name="connsiteY0" fmla="*/ 126343 h 126342"/>
                <a:gd name="connsiteX1" fmla="*/ 17149 w 36799"/>
                <a:gd name="connsiteY1" fmla="*/ 126121 h 126342"/>
                <a:gd name="connsiteX2" fmla="*/ 1161 w 36799"/>
                <a:gd name="connsiteY2" fmla="*/ 85857 h 126342"/>
                <a:gd name="connsiteX3" fmla="*/ 680 w 36799"/>
                <a:gd name="connsiteY3" fmla="*/ 0 h 126342"/>
                <a:gd name="connsiteX4" fmla="*/ 4825 w 36799"/>
                <a:gd name="connsiteY4" fmla="*/ 111 h 126342"/>
                <a:gd name="connsiteX5" fmla="*/ 5269 w 36799"/>
                <a:gd name="connsiteY5" fmla="*/ 85450 h 126342"/>
                <a:gd name="connsiteX6" fmla="*/ 18000 w 36799"/>
                <a:gd name="connsiteY6" fmla="*/ 122013 h 126342"/>
                <a:gd name="connsiteX7" fmla="*/ 25882 w 36799"/>
                <a:gd name="connsiteY7" fmla="*/ 116536 h 126342"/>
                <a:gd name="connsiteX8" fmla="*/ 32137 w 36799"/>
                <a:gd name="connsiteY8" fmla="*/ 107506 h 126342"/>
                <a:gd name="connsiteX9" fmla="*/ 36799 w 36799"/>
                <a:gd name="connsiteY9" fmla="*/ 111429 h 126342"/>
                <a:gd name="connsiteX10" fmla="*/ 28843 w 36799"/>
                <a:gd name="connsiteY10" fmla="*/ 120792 h 126342"/>
                <a:gd name="connsiteX11" fmla="*/ 19110 w 36799"/>
                <a:gd name="connsiteY11" fmla="*/ 126343 h 126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799" h="126342">
                  <a:moveTo>
                    <a:pt x="19110" y="126343"/>
                  </a:moveTo>
                  <a:cubicBezTo>
                    <a:pt x="18481" y="126343"/>
                    <a:pt x="17815" y="126269"/>
                    <a:pt x="17149" y="126121"/>
                  </a:cubicBezTo>
                  <a:cubicBezTo>
                    <a:pt x="8378" y="124233"/>
                    <a:pt x="3456" y="111799"/>
                    <a:pt x="1161" y="85857"/>
                  </a:cubicBezTo>
                  <a:cubicBezTo>
                    <a:pt x="-1133" y="59656"/>
                    <a:pt x="680" y="592"/>
                    <a:pt x="680" y="0"/>
                  </a:cubicBezTo>
                  <a:lnTo>
                    <a:pt x="4825" y="111"/>
                  </a:lnTo>
                  <a:cubicBezTo>
                    <a:pt x="4788" y="703"/>
                    <a:pt x="3012" y="59508"/>
                    <a:pt x="5269" y="85450"/>
                  </a:cubicBezTo>
                  <a:cubicBezTo>
                    <a:pt x="7268" y="108320"/>
                    <a:pt x="11560" y="120607"/>
                    <a:pt x="18000" y="122013"/>
                  </a:cubicBezTo>
                  <a:cubicBezTo>
                    <a:pt x="20442" y="122531"/>
                    <a:pt x="23070" y="119756"/>
                    <a:pt x="25882" y="116536"/>
                  </a:cubicBezTo>
                  <a:cubicBezTo>
                    <a:pt x="32173" y="109357"/>
                    <a:pt x="32099" y="107543"/>
                    <a:pt x="32137" y="107506"/>
                  </a:cubicBezTo>
                  <a:lnTo>
                    <a:pt x="36799" y="111429"/>
                  </a:lnTo>
                  <a:cubicBezTo>
                    <a:pt x="36725" y="111503"/>
                    <a:pt x="35282" y="113427"/>
                    <a:pt x="28843" y="120792"/>
                  </a:cubicBezTo>
                  <a:cubicBezTo>
                    <a:pt x="27585" y="122309"/>
                    <a:pt x="24032" y="126343"/>
                    <a:pt x="19110" y="126343"/>
                  </a:cubicBezTo>
                  <a:close/>
                </a:path>
              </a:pathLst>
            </a:custGeom>
            <a:solidFill>
              <a:srgbClr val="9A9CA7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AE46795C-3460-973B-ED3B-7A4BCAAB47B7}"/>
                </a:ext>
              </a:extLst>
            </p:cNvPr>
            <p:cNvSpPr/>
            <p:nvPr/>
          </p:nvSpPr>
          <p:spPr>
            <a:xfrm>
              <a:off x="4701779" y="4826261"/>
              <a:ext cx="79592" cy="148362"/>
            </a:xfrm>
            <a:custGeom>
              <a:avLst/>
              <a:gdLst>
                <a:gd name="connsiteX0" fmla="*/ 35268 w 79592"/>
                <a:gd name="connsiteY0" fmla="*/ 148362 h 148362"/>
                <a:gd name="connsiteX1" fmla="*/ 19614 w 79592"/>
                <a:gd name="connsiteY1" fmla="*/ 145587 h 148362"/>
                <a:gd name="connsiteX2" fmla="*/ 0 w 79592"/>
                <a:gd name="connsiteY2" fmla="*/ 139999 h 148362"/>
                <a:gd name="connsiteX3" fmla="*/ 1998 w 79592"/>
                <a:gd name="connsiteY3" fmla="*/ 135151 h 148362"/>
                <a:gd name="connsiteX4" fmla="*/ 20872 w 79592"/>
                <a:gd name="connsiteY4" fmla="*/ 141590 h 148362"/>
                <a:gd name="connsiteX5" fmla="*/ 49516 w 79592"/>
                <a:gd name="connsiteY5" fmla="*/ 139629 h 148362"/>
                <a:gd name="connsiteX6" fmla="*/ 73719 w 79592"/>
                <a:gd name="connsiteY6" fmla="*/ 61469 h 148362"/>
                <a:gd name="connsiteX7" fmla="*/ 74644 w 79592"/>
                <a:gd name="connsiteY7" fmla="*/ 296 h 148362"/>
                <a:gd name="connsiteX8" fmla="*/ 78789 w 79592"/>
                <a:gd name="connsiteY8" fmla="*/ 0 h 148362"/>
                <a:gd name="connsiteX9" fmla="*/ 77863 w 79592"/>
                <a:gd name="connsiteY9" fmla="*/ 61913 h 148362"/>
                <a:gd name="connsiteX10" fmla="*/ 52069 w 79592"/>
                <a:gd name="connsiteY10" fmla="*/ 142922 h 148362"/>
                <a:gd name="connsiteX11" fmla="*/ 35268 w 79592"/>
                <a:gd name="connsiteY11" fmla="*/ 148362 h 14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9592" h="148362">
                  <a:moveTo>
                    <a:pt x="35268" y="148362"/>
                  </a:moveTo>
                  <a:cubicBezTo>
                    <a:pt x="29569" y="148362"/>
                    <a:pt x="24055" y="146993"/>
                    <a:pt x="19614" y="145587"/>
                  </a:cubicBezTo>
                  <a:cubicBezTo>
                    <a:pt x="12249" y="143292"/>
                    <a:pt x="111" y="140073"/>
                    <a:pt x="0" y="139999"/>
                  </a:cubicBezTo>
                  <a:lnTo>
                    <a:pt x="1998" y="135151"/>
                  </a:lnTo>
                  <a:cubicBezTo>
                    <a:pt x="2109" y="135188"/>
                    <a:pt x="13619" y="139332"/>
                    <a:pt x="20872" y="141590"/>
                  </a:cubicBezTo>
                  <a:cubicBezTo>
                    <a:pt x="28866" y="144069"/>
                    <a:pt x="40486" y="146586"/>
                    <a:pt x="49516" y="139629"/>
                  </a:cubicBezTo>
                  <a:cubicBezTo>
                    <a:pt x="58916" y="132375"/>
                    <a:pt x="70425" y="90927"/>
                    <a:pt x="73719" y="61469"/>
                  </a:cubicBezTo>
                  <a:cubicBezTo>
                    <a:pt x="76901" y="32862"/>
                    <a:pt x="74644" y="629"/>
                    <a:pt x="74644" y="296"/>
                  </a:cubicBezTo>
                  <a:lnTo>
                    <a:pt x="78789" y="0"/>
                  </a:lnTo>
                  <a:cubicBezTo>
                    <a:pt x="78826" y="333"/>
                    <a:pt x="81083" y="32899"/>
                    <a:pt x="77863" y="61913"/>
                  </a:cubicBezTo>
                  <a:cubicBezTo>
                    <a:pt x="74755" y="89817"/>
                    <a:pt x="63468" y="134114"/>
                    <a:pt x="52069" y="142922"/>
                  </a:cubicBezTo>
                  <a:cubicBezTo>
                    <a:pt x="46777" y="147030"/>
                    <a:pt x="40930" y="148362"/>
                    <a:pt x="35268" y="148362"/>
                  </a:cubicBezTo>
                  <a:close/>
                </a:path>
              </a:pathLst>
            </a:custGeom>
            <a:solidFill>
              <a:srgbClr val="9597A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307435E6-882D-3A51-22E3-4DD1AA2F5047}"/>
                </a:ext>
              </a:extLst>
            </p:cNvPr>
            <p:cNvSpPr/>
            <p:nvPr/>
          </p:nvSpPr>
          <p:spPr>
            <a:xfrm>
              <a:off x="4729121" y="4929155"/>
              <a:ext cx="23687" cy="23834"/>
            </a:xfrm>
            <a:custGeom>
              <a:avLst/>
              <a:gdLst>
                <a:gd name="connsiteX0" fmla="*/ 20175 w 23687"/>
                <a:gd name="connsiteY0" fmla="*/ 1837 h 23834"/>
                <a:gd name="connsiteX1" fmla="*/ 20619 w 23687"/>
                <a:gd name="connsiteY1" fmla="*/ 14789 h 23834"/>
                <a:gd name="connsiteX2" fmla="*/ 9998 w 23687"/>
                <a:gd name="connsiteY2" fmla="*/ 23597 h 23834"/>
                <a:gd name="connsiteX3" fmla="*/ 265 w 23687"/>
                <a:gd name="connsiteY3" fmla="*/ 15714 h 23834"/>
                <a:gd name="connsiteX4" fmla="*/ 10886 w 23687"/>
                <a:gd name="connsiteY4" fmla="*/ 911 h 23834"/>
                <a:gd name="connsiteX5" fmla="*/ 20175 w 23687"/>
                <a:gd name="connsiteY5" fmla="*/ 1837 h 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7" h="23834">
                  <a:moveTo>
                    <a:pt x="20175" y="1837"/>
                  </a:moveTo>
                  <a:cubicBezTo>
                    <a:pt x="25208" y="5204"/>
                    <a:pt x="24357" y="10163"/>
                    <a:pt x="20619" y="14789"/>
                  </a:cubicBezTo>
                  <a:cubicBezTo>
                    <a:pt x="16918" y="19415"/>
                    <a:pt x="11737" y="22820"/>
                    <a:pt x="9998" y="23597"/>
                  </a:cubicBezTo>
                  <a:cubicBezTo>
                    <a:pt x="6741" y="25003"/>
                    <a:pt x="-1585" y="19896"/>
                    <a:pt x="265" y="15714"/>
                  </a:cubicBezTo>
                  <a:cubicBezTo>
                    <a:pt x="2116" y="11569"/>
                    <a:pt x="8148" y="1837"/>
                    <a:pt x="10886" y="911"/>
                  </a:cubicBezTo>
                  <a:cubicBezTo>
                    <a:pt x="13699" y="23"/>
                    <a:pt x="16030" y="-939"/>
                    <a:pt x="20175" y="1837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36FA2299-02E7-DF76-B0E7-4C9C099649F7}"/>
                </a:ext>
              </a:extLst>
            </p:cNvPr>
            <p:cNvSpPr/>
            <p:nvPr/>
          </p:nvSpPr>
          <p:spPr>
            <a:xfrm>
              <a:off x="4691751" y="4956614"/>
              <a:ext cx="23476" cy="17171"/>
            </a:xfrm>
            <a:custGeom>
              <a:avLst/>
              <a:gdLst>
                <a:gd name="connsiteX0" fmla="*/ 20537 w 23476"/>
                <a:gd name="connsiteY0" fmla="*/ 16973 h 17171"/>
                <a:gd name="connsiteX1" fmla="*/ 2034 w 23476"/>
                <a:gd name="connsiteY1" fmla="*/ 13716 h 17171"/>
                <a:gd name="connsiteX2" fmla="*/ 5734 w 23476"/>
                <a:gd name="connsiteY2" fmla="*/ 283 h 17171"/>
                <a:gd name="connsiteX3" fmla="*/ 23313 w 23476"/>
                <a:gd name="connsiteY3" fmla="*/ 5353 h 17171"/>
                <a:gd name="connsiteX4" fmla="*/ 20537 w 23476"/>
                <a:gd name="connsiteY4" fmla="*/ 16973 h 1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76" h="17171">
                  <a:moveTo>
                    <a:pt x="20537" y="16973"/>
                  </a:moveTo>
                  <a:cubicBezTo>
                    <a:pt x="20537" y="16973"/>
                    <a:pt x="6660" y="18379"/>
                    <a:pt x="2034" y="13716"/>
                  </a:cubicBezTo>
                  <a:cubicBezTo>
                    <a:pt x="-2592" y="9090"/>
                    <a:pt x="1553" y="1689"/>
                    <a:pt x="5734" y="283"/>
                  </a:cubicBezTo>
                  <a:cubicBezTo>
                    <a:pt x="9879" y="-1124"/>
                    <a:pt x="22869" y="3058"/>
                    <a:pt x="23313" y="5353"/>
                  </a:cubicBezTo>
                  <a:cubicBezTo>
                    <a:pt x="23794" y="7721"/>
                    <a:pt x="23313" y="14641"/>
                    <a:pt x="20537" y="16973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408C965B-74B3-DFC5-D716-A50B368DE61B}"/>
                </a:ext>
              </a:extLst>
            </p:cNvPr>
            <p:cNvSpPr/>
            <p:nvPr/>
          </p:nvSpPr>
          <p:spPr>
            <a:xfrm>
              <a:off x="4732067" y="4365858"/>
              <a:ext cx="188091" cy="494708"/>
            </a:xfrm>
            <a:custGeom>
              <a:avLst/>
              <a:gdLst>
                <a:gd name="connsiteX0" fmla="*/ 115483 w 188091"/>
                <a:gd name="connsiteY0" fmla="*/ 329 h 494708"/>
                <a:gd name="connsiteX1" fmla="*/ 134283 w 188091"/>
                <a:gd name="connsiteY1" fmla="*/ 160015 h 494708"/>
                <a:gd name="connsiteX2" fmla="*/ 181245 w 188091"/>
                <a:gd name="connsiteY2" fmla="*/ 425542 h 494708"/>
                <a:gd name="connsiteX3" fmla="*/ 188091 w 188091"/>
                <a:gd name="connsiteY3" fmla="*/ 494709 h 494708"/>
                <a:gd name="connsiteX4" fmla="*/ 142831 w 188091"/>
                <a:gd name="connsiteY4" fmla="*/ 393124 h 494708"/>
                <a:gd name="connsiteX5" fmla="*/ 15600 w 188091"/>
                <a:gd name="connsiteY5" fmla="*/ 198466 h 494708"/>
                <a:gd name="connsiteX6" fmla="*/ 18154 w 188091"/>
                <a:gd name="connsiteY6" fmla="*/ 189066 h 494708"/>
                <a:gd name="connsiteX7" fmla="*/ 60860 w 188091"/>
                <a:gd name="connsiteY7" fmla="*/ 154908 h 494708"/>
                <a:gd name="connsiteX8" fmla="*/ 18154 w 188091"/>
                <a:gd name="connsiteY8" fmla="*/ 142103 h 494708"/>
                <a:gd name="connsiteX9" fmla="*/ 205 w 188091"/>
                <a:gd name="connsiteY9" fmla="*/ 131852 h 494708"/>
                <a:gd name="connsiteX10" fmla="*/ 30958 w 188091"/>
                <a:gd name="connsiteY10" fmla="*/ 89997 h 494708"/>
                <a:gd name="connsiteX11" fmla="*/ 88172 w 188091"/>
                <a:gd name="connsiteY11" fmla="*/ 32784 h 494708"/>
                <a:gd name="connsiteX12" fmla="*/ 115483 w 188091"/>
                <a:gd name="connsiteY12" fmla="*/ 329 h 494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8091" h="494708">
                  <a:moveTo>
                    <a:pt x="115483" y="329"/>
                  </a:moveTo>
                  <a:cubicBezTo>
                    <a:pt x="112078" y="16538"/>
                    <a:pt x="108637" y="33635"/>
                    <a:pt x="134283" y="160015"/>
                  </a:cubicBezTo>
                  <a:cubicBezTo>
                    <a:pt x="159892" y="286358"/>
                    <a:pt x="176989" y="390533"/>
                    <a:pt x="181245" y="425542"/>
                  </a:cubicBezTo>
                  <a:cubicBezTo>
                    <a:pt x="185501" y="460551"/>
                    <a:pt x="188091" y="494709"/>
                    <a:pt x="188091" y="494709"/>
                  </a:cubicBezTo>
                  <a:cubicBezTo>
                    <a:pt x="188091" y="494709"/>
                    <a:pt x="172733" y="435793"/>
                    <a:pt x="142831" y="393124"/>
                  </a:cubicBezTo>
                  <a:cubicBezTo>
                    <a:pt x="112929" y="350455"/>
                    <a:pt x="18191" y="201870"/>
                    <a:pt x="15600" y="198466"/>
                  </a:cubicBezTo>
                  <a:cubicBezTo>
                    <a:pt x="13047" y="195061"/>
                    <a:pt x="12196" y="193359"/>
                    <a:pt x="18154" y="189066"/>
                  </a:cubicBezTo>
                  <a:cubicBezTo>
                    <a:pt x="24149" y="184810"/>
                    <a:pt x="60860" y="154908"/>
                    <a:pt x="60860" y="154908"/>
                  </a:cubicBezTo>
                  <a:cubicBezTo>
                    <a:pt x="60860" y="154908"/>
                    <a:pt x="32698" y="147210"/>
                    <a:pt x="18154" y="142103"/>
                  </a:cubicBezTo>
                  <a:cubicBezTo>
                    <a:pt x="7644" y="138403"/>
                    <a:pt x="-1497" y="136108"/>
                    <a:pt x="205" y="131852"/>
                  </a:cubicBezTo>
                  <a:cubicBezTo>
                    <a:pt x="1908" y="127597"/>
                    <a:pt x="16414" y="107946"/>
                    <a:pt x="30958" y="89997"/>
                  </a:cubicBezTo>
                  <a:cubicBezTo>
                    <a:pt x="45465" y="72086"/>
                    <a:pt x="76218" y="44737"/>
                    <a:pt x="88172" y="32784"/>
                  </a:cubicBezTo>
                  <a:cubicBezTo>
                    <a:pt x="100088" y="20831"/>
                    <a:pt x="108637" y="-3076"/>
                    <a:pt x="115483" y="329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457EA471-D663-FB4C-7B92-A3FC83B31739}"/>
                </a:ext>
              </a:extLst>
            </p:cNvPr>
            <p:cNvSpPr/>
            <p:nvPr/>
          </p:nvSpPr>
          <p:spPr>
            <a:xfrm>
              <a:off x="4966640" y="4342366"/>
              <a:ext cx="206232" cy="460543"/>
            </a:xfrm>
            <a:custGeom>
              <a:avLst/>
              <a:gdLst>
                <a:gd name="connsiteX0" fmla="*/ 82378 w 206232"/>
                <a:gd name="connsiteY0" fmla="*/ 1616 h 460543"/>
                <a:gd name="connsiteX1" fmla="*/ 90927 w 206232"/>
                <a:gd name="connsiteY1" fmla="*/ 6723 h 460543"/>
                <a:gd name="connsiteX2" fmla="*/ 110578 w 206232"/>
                <a:gd name="connsiteY2" fmla="*/ 28928 h 460543"/>
                <a:gd name="connsiteX3" fmla="*/ 161796 w 206232"/>
                <a:gd name="connsiteY3" fmla="*/ 74188 h 460543"/>
                <a:gd name="connsiteX4" fmla="*/ 206205 w 206232"/>
                <a:gd name="connsiteY4" fmla="*/ 161266 h 460543"/>
                <a:gd name="connsiteX5" fmla="*/ 148140 w 206232"/>
                <a:gd name="connsiteY5" fmla="*/ 178326 h 460543"/>
                <a:gd name="connsiteX6" fmla="*/ 186554 w 206232"/>
                <a:gd name="connsiteY6" fmla="*/ 211633 h 460543"/>
                <a:gd name="connsiteX7" fmla="*/ 181447 w 206232"/>
                <a:gd name="connsiteY7" fmla="*/ 222735 h 460543"/>
                <a:gd name="connsiteX8" fmla="*/ 65318 w 206232"/>
                <a:gd name="connsiteY8" fmla="*/ 377277 h 460543"/>
                <a:gd name="connsiteX9" fmla="*/ 11509 w 206232"/>
                <a:gd name="connsiteY9" fmla="*/ 441337 h 460543"/>
                <a:gd name="connsiteX10" fmla="*/ 0 w 206232"/>
                <a:gd name="connsiteY10" fmla="*/ 460544 h 460543"/>
                <a:gd name="connsiteX11" fmla="*/ 14951 w 206232"/>
                <a:gd name="connsiteY11" fmla="*/ 378128 h 460543"/>
                <a:gd name="connsiteX12" fmla="*/ 83266 w 206232"/>
                <a:gd name="connsiteY12" fmla="*/ 123703 h 460543"/>
                <a:gd name="connsiteX13" fmla="*/ 90964 w 206232"/>
                <a:gd name="connsiteY13" fmla="*/ 32332 h 460543"/>
                <a:gd name="connsiteX14" fmla="*/ 82378 w 206232"/>
                <a:gd name="connsiteY14" fmla="*/ 1616 h 460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6232" h="460543">
                  <a:moveTo>
                    <a:pt x="82378" y="1616"/>
                  </a:moveTo>
                  <a:cubicBezTo>
                    <a:pt x="82378" y="1616"/>
                    <a:pt x="83229" y="-4379"/>
                    <a:pt x="90927" y="6723"/>
                  </a:cubicBezTo>
                  <a:cubicBezTo>
                    <a:pt x="98624" y="17825"/>
                    <a:pt x="103731" y="21230"/>
                    <a:pt x="110578" y="28928"/>
                  </a:cubicBezTo>
                  <a:cubicBezTo>
                    <a:pt x="117387" y="36625"/>
                    <a:pt x="147326" y="58793"/>
                    <a:pt x="161796" y="74188"/>
                  </a:cubicBezTo>
                  <a:cubicBezTo>
                    <a:pt x="188256" y="102350"/>
                    <a:pt x="207056" y="160415"/>
                    <a:pt x="206205" y="161266"/>
                  </a:cubicBezTo>
                  <a:cubicBezTo>
                    <a:pt x="205353" y="162117"/>
                    <a:pt x="148140" y="178326"/>
                    <a:pt x="148140" y="178326"/>
                  </a:cubicBezTo>
                  <a:cubicBezTo>
                    <a:pt x="148140" y="178326"/>
                    <a:pt x="184000" y="209930"/>
                    <a:pt x="186554" y="211633"/>
                  </a:cubicBezTo>
                  <a:cubicBezTo>
                    <a:pt x="189107" y="213335"/>
                    <a:pt x="184851" y="219330"/>
                    <a:pt x="181447" y="222735"/>
                  </a:cubicBezTo>
                  <a:cubicBezTo>
                    <a:pt x="178042" y="226140"/>
                    <a:pt x="76420" y="361919"/>
                    <a:pt x="65318" y="377277"/>
                  </a:cubicBezTo>
                  <a:cubicBezTo>
                    <a:pt x="54216" y="392635"/>
                    <a:pt x="15358" y="434083"/>
                    <a:pt x="11509" y="441337"/>
                  </a:cubicBezTo>
                  <a:cubicBezTo>
                    <a:pt x="7660" y="448590"/>
                    <a:pt x="0" y="460544"/>
                    <a:pt x="0" y="460544"/>
                  </a:cubicBezTo>
                  <a:cubicBezTo>
                    <a:pt x="0" y="460544"/>
                    <a:pt x="3849" y="419133"/>
                    <a:pt x="14951" y="378128"/>
                  </a:cubicBezTo>
                  <a:cubicBezTo>
                    <a:pt x="26053" y="337161"/>
                    <a:pt x="78122" y="142466"/>
                    <a:pt x="83266" y="123703"/>
                  </a:cubicBezTo>
                  <a:cubicBezTo>
                    <a:pt x="88373" y="104904"/>
                    <a:pt x="94369" y="52834"/>
                    <a:pt x="90964" y="32332"/>
                  </a:cubicBezTo>
                  <a:cubicBezTo>
                    <a:pt x="87522" y="11867"/>
                    <a:pt x="82378" y="1616"/>
                    <a:pt x="82378" y="1616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B90AE27F-5066-C952-421E-1C4F57807F59}"/>
                </a:ext>
              </a:extLst>
            </p:cNvPr>
            <p:cNvSpPr/>
            <p:nvPr/>
          </p:nvSpPr>
          <p:spPr>
            <a:xfrm>
              <a:off x="4789042" y="4135321"/>
              <a:ext cx="68907" cy="110482"/>
            </a:xfrm>
            <a:custGeom>
              <a:avLst/>
              <a:gdLst>
                <a:gd name="connsiteX0" fmla="*/ 24610 w 68907"/>
                <a:gd name="connsiteY0" fmla="*/ 8415 h 110482"/>
                <a:gd name="connsiteX1" fmla="*/ 5625 w 68907"/>
                <a:gd name="connsiteY1" fmla="*/ 681 h 110482"/>
                <a:gd name="connsiteX2" fmla="*/ 2813 w 68907"/>
                <a:gd name="connsiteY2" fmla="*/ 40056 h 110482"/>
                <a:gd name="connsiteX3" fmla="*/ 21094 w 68907"/>
                <a:gd name="connsiteY3" fmla="*/ 90682 h 110482"/>
                <a:gd name="connsiteX4" fmla="*/ 40782 w 68907"/>
                <a:gd name="connsiteY4" fmla="*/ 108964 h 110482"/>
                <a:gd name="connsiteX5" fmla="*/ 68908 w 68907"/>
                <a:gd name="connsiteY5" fmla="*/ 110370 h 110482"/>
                <a:gd name="connsiteX6" fmla="*/ 42891 w 68907"/>
                <a:gd name="connsiteY6" fmla="*/ 8415 h 110482"/>
                <a:gd name="connsiteX7" fmla="*/ 24610 w 68907"/>
                <a:gd name="connsiteY7" fmla="*/ 8415 h 11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907" h="110482">
                  <a:moveTo>
                    <a:pt x="24610" y="8415"/>
                  </a:moveTo>
                  <a:cubicBezTo>
                    <a:pt x="24610" y="8415"/>
                    <a:pt x="14063" y="-2835"/>
                    <a:pt x="5625" y="681"/>
                  </a:cubicBezTo>
                  <a:cubicBezTo>
                    <a:pt x="-2813" y="4196"/>
                    <a:pt x="0" y="27400"/>
                    <a:pt x="2813" y="40056"/>
                  </a:cubicBezTo>
                  <a:cubicBezTo>
                    <a:pt x="5625" y="52713"/>
                    <a:pt x="14766" y="80838"/>
                    <a:pt x="21094" y="90682"/>
                  </a:cubicBezTo>
                  <a:cubicBezTo>
                    <a:pt x="27422" y="100526"/>
                    <a:pt x="33751" y="106854"/>
                    <a:pt x="40782" y="108964"/>
                  </a:cubicBezTo>
                  <a:cubicBezTo>
                    <a:pt x="47813" y="111073"/>
                    <a:pt x="68908" y="110370"/>
                    <a:pt x="68908" y="110370"/>
                  </a:cubicBezTo>
                  <a:lnTo>
                    <a:pt x="42891" y="8415"/>
                  </a:lnTo>
                  <a:lnTo>
                    <a:pt x="24610" y="8415"/>
                  </a:lnTo>
                  <a:close/>
                </a:path>
              </a:pathLst>
            </a:custGeom>
            <a:solidFill>
              <a:srgbClr val="E09C6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0BAFFC4D-A5FA-72C1-F607-03C4BE2C00E6}"/>
                </a:ext>
              </a:extLst>
            </p:cNvPr>
            <p:cNvSpPr/>
            <p:nvPr/>
          </p:nvSpPr>
          <p:spPr>
            <a:xfrm>
              <a:off x="5027369" y="4135321"/>
              <a:ext cx="68907" cy="110482"/>
            </a:xfrm>
            <a:custGeom>
              <a:avLst/>
              <a:gdLst>
                <a:gd name="connsiteX0" fmla="*/ 44298 w 68907"/>
                <a:gd name="connsiteY0" fmla="*/ 8415 h 110482"/>
                <a:gd name="connsiteX1" fmla="*/ 63283 w 68907"/>
                <a:gd name="connsiteY1" fmla="*/ 681 h 110482"/>
                <a:gd name="connsiteX2" fmla="*/ 66095 w 68907"/>
                <a:gd name="connsiteY2" fmla="*/ 40056 h 110482"/>
                <a:gd name="connsiteX3" fmla="*/ 47813 w 68907"/>
                <a:gd name="connsiteY3" fmla="*/ 90682 h 110482"/>
                <a:gd name="connsiteX4" fmla="*/ 28126 w 68907"/>
                <a:gd name="connsiteY4" fmla="*/ 108964 h 110482"/>
                <a:gd name="connsiteX5" fmla="*/ 0 w 68907"/>
                <a:gd name="connsiteY5" fmla="*/ 110370 h 110482"/>
                <a:gd name="connsiteX6" fmla="*/ 26016 w 68907"/>
                <a:gd name="connsiteY6" fmla="*/ 8415 h 110482"/>
                <a:gd name="connsiteX7" fmla="*/ 44298 w 68907"/>
                <a:gd name="connsiteY7" fmla="*/ 8415 h 11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907" h="110482">
                  <a:moveTo>
                    <a:pt x="44298" y="8415"/>
                  </a:moveTo>
                  <a:cubicBezTo>
                    <a:pt x="44298" y="8415"/>
                    <a:pt x="54845" y="-2835"/>
                    <a:pt x="63283" y="681"/>
                  </a:cubicBezTo>
                  <a:cubicBezTo>
                    <a:pt x="71720" y="4196"/>
                    <a:pt x="68908" y="27400"/>
                    <a:pt x="66095" y="40056"/>
                  </a:cubicBezTo>
                  <a:cubicBezTo>
                    <a:pt x="63283" y="52713"/>
                    <a:pt x="54142" y="80838"/>
                    <a:pt x="47813" y="90682"/>
                  </a:cubicBezTo>
                  <a:cubicBezTo>
                    <a:pt x="41485" y="100526"/>
                    <a:pt x="35157" y="106854"/>
                    <a:pt x="28126" y="108964"/>
                  </a:cubicBezTo>
                  <a:cubicBezTo>
                    <a:pt x="21094" y="111073"/>
                    <a:pt x="0" y="110370"/>
                    <a:pt x="0" y="110370"/>
                  </a:cubicBezTo>
                  <a:lnTo>
                    <a:pt x="26016" y="8415"/>
                  </a:lnTo>
                  <a:lnTo>
                    <a:pt x="44298" y="8415"/>
                  </a:lnTo>
                  <a:close/>
                </a:path>
              </a:pathLst>
            </a:custGeom>
            <a:solidFill>
              <a:srgbClr val="E09C6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5FB08866-302E-AD75-7243-FA520AB62487}"/>
                </a:ext>
              </a:extLst>
            </p:cNvPr>
            <p:cNvSpPr/>
            <p:nvPr/>
          </p:nvSpPr>
          <p:spPr>
            <a:xfrm>
              <a:off x="4815839" y="3980599"/>
              <a:ext cx="259375" cy="388192"/>
            </a:xfrm>
            <a:custGeom>
              <a:avLst/>
              <a:gdLst>
                <a:gd name="connsiteX0" fmla="*/ 129670 w 259375"/>
                <a:gd name="connsiteY0" fmla="*/ 5708 h 388192"/>
                <a:gd name="connsiteX1" fmla="*/ 3438 w 259375"/>
                <a:gd name="connsiteY1" fmla="*/ 156105 h 388192"/>
                <a:gd name="connsiteX2" fmla="*/ 14688 w 259375"/>
                <a:gd name="connsiteY2" fmla="*/ 218685 h 388192"/>
                <a:gd name="connsiteX3" fmla="*/ 23126 w 259375"/>
                <a:gd name="connsiteY3" fmla="*/ 302358 h 388192"/>
                <a:gd name="connsiteX4" fmla="*/ 46329 w 259375"/>
                <a:gd name="connsiteY4" fmla="*/ 338736 h 388192"/>
                <a:gd name="connsiteX5" fmla="*/ 77268 w 259375"/>
                <a:gd name="connsiteY5" fmla="*/ 363531 h 388192"/>
                <a:gd name="connsiteX6" fmla="*/ 106096 w 259375"/>
                <a:gd name="connsiteY6" fmla="*/ 386735 h 388192"/>
                <a:gd name="connsiteX7" fmla="*/ 129670 w 259375"/>
                <a:gd name="connsiteY7" fmla="*/ 385439 h 388192"/>
                <a:gd name="connsiteX8" fmla="*/ 153281 w 259375"/>
                <a:gd name="connsiteY8" fmla="*/ 386735 h 388192"/>
                <a:gd name="connsiteX9" fmla="*/ 182109 w 259375"/>
                <a:gd name="connsiteY9" fmla="*/ 363531 h 388192"/>
                <a:gd name="connsiteX10" fmla="*/ 213047 w 259375"/>
                <a:gd name="connsiteY10" fmla="*/ 338736 h 388192"/>
                <a:gd name="connsiteX11" fmla="*/ 236251 w 259375"/>
                <a:gd name="connsiteY11" fmla="*/ 302358 h 388192"/>
                <a:gd name="connsiteX12" fmla="*/ 244688 w 259375"/>
                <a:gd name="connsiteY12" fmla="*/ 218685 h 388192"/>
                <a:gd name="connsiteX13" fmla="*/ 255939 w 259375"/>
                <a:gd name="connsiteY13" fmla="*/ 156105 h 388192"/>
                <a:gd name="connsiteX14" fmla="*/ 129670 w 259375"/>
                <a:gd name="connsiteY14" fmla="*/ 5708 h 38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9375" h="388192">
                  <a:moveTo>
                    <a:pt x="129670" y="5708"/>
                  </a:moveTo>
                  <a:cubicBezTo>
                    <a:pt x="99546" y="-2693"/>
                    <a:pt x="-21838" y="-25860"/>
                    <a:pt x="3438" y="156105"/>
                  </a:cubicBezTo>
                  <a:cubicBezTo>
                    <a:pt x="3438" y="156105"/>
                    <a:pt x="13282" y="194075"/>
                    <a:pt x="14688" y="218685"/>
                  </a:cubicBezTo>
                  <a:cubicBezTo>
                    <a:pt x="16094" y="243294"/>
                    <a:pt x="21016" y="291108"/>
                    <a:pt x="23126" y="302358"/>
                  </a:cubicBezTo>
                  <a:cubicBezTo>
                    <a:pt x="25235" y="313608"/>
                    <a:pt x="36004" y="330372"/>
                    <a:pt x="46329" y="338736"/>
                  </a:cubicBezTo>
                  <a:cubicBezTo>
                    <a:pt x="61095" y="350689"/>
                    <a:pt x="70236" y="357055"/>
                    <a:pt x="77268" y="363531"/>
                  </a:cubicBezTo>
                  <a:cubicBezTo>
                    <a:pt x="86408" y="371969"/>
                    <a:pt x="98584" y="384477"/>
                    <a:pt x="106096" y="386735"/>
                  </a:cubicBezTo>
                  <a:cubicBezTo>
                    <a:pt x="116902" y="389991"/>
                    <a:pt x="126043" y="386994"/>
                    <a:pt x="129670" y="385439"/>
                  </a:cubicBezTo>
                  <a:cubicBezTo>
                    <a:pt x="133334" y="386994"/>
                    <a:pt x="142437" y="389991"/>
                    <a:pt x="153281" y="386735"/>
                  </a:cubicBezTo>
                  <a:cubicBezTo>
                    <a:pt x="160793" y="384477"/>
                    <a:pt x="173597" y="371266"/>
                    <a:pt x="182109" y="363531"/>
                  </a:cubicBezTo>
                  <a:cubicBezTo>
                    <a:pt x="189178" y="357092"/>
                    <a:pt x="198281" y="350689"/>
                    <a:pt x="213047" y="338736"/>
                  </a:cubicBezTo>
                  <a:cubicBezTo>
                    <a:pt x="223335" y="330372"/>
                    <a:pt x="234141" y="313608"/>
                    <a:pt x="236251" y="302358"/>
                  </a:cubicBezTo>
                  <a:cubicBezTo>
                    <a:pt x="238360" y="291108"/>
                    <a:pt x="243282" y="243294"/>
                    <a:pt x="244688" y="218685"/>
                  </a:cubicBezTo>
                  <a:cubicBezTo>
                    <a:pt x="246095" y="194075"/>
                    <a:pt x="255939" y="156105"/>
                    <a:pt x="255939" y="156105"/>
                  </a:cubicBezTo>
                  <a:cubicBezTo>
                    <a:pt x="281215" y="-25860"/>
                    <a:pt x="159794" y="-2693"/>
                    <a:pt x="129670" y="5708"/>
                  </a:cubicBezTo>
                  <a:close/>
                </a:path>
              </a:pathLst>
            </a:custGeom>
            <a:solidFill>
              <a:srgbClr val="F5B97E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2771CDF9-4F2F-C066-95E9-E15A425FDFC5}"/>
                </a:ext>
              </a:extLst>
            </p:cNvPr>
            <p:cNvSpPr/>
            <p:nvPr/>
          </p:nvSpPr>
          <p:spPr>
            <a:xfrm>
              <a:off x="4799244" y="3928698"/>
              <a:ext cx="280156" cy="252851"/>
            </a:xfrm>
            <a:custGeom>
              <a:avLst/>
              <a:gdLst>
                <a:gd name="connsiteX0" fmla="*/ 235156 w 280156"/>
                <a:gd name="connsiteY0" fmla="*/ 106052 h 252851"/>
                <a:gd name="connsiteX1" fmla="*/ 247109 w 280156"/>
                <a:gd name="connsiteY1" fmla="*/ 144021 h 252851"/>
                <a:gd name="connsiteX2" fmla="*/ 248516 w 280156"/>
                <a:gd name="connsiteY2" fmla="*/ 184803 h 252851"/>
                <a:gd name="connsiteX3" fmla="*/ 254844 w 280156"/>
                <a:gd name="connsiteY3" fmla="*/ 212225 h 252851"/>
                <a:gd name="connsiteX4" fmla="*/ 259766 w 280156"/>
                <a:gd name="connsiteY4" fmla="*/ 251601 h 252851"/>
                <a:gd name="connsiteX5" fmla="*/ 263282 w 280156"/>
                <a:gd name="connsiteY5" fmla="*/ 251601 h 252851"/>
                <a:gd name="connsiteX6" fmla="*/ 272422 w 280156"/>
                <a:gd name="connsiteY6" fmla="*/ 224179 h 252851"/>
                <a:gd name="connsiteX7" fmla="*/ 280157 w 280156"/>
                <a:gd name="connsiteY7" fmla="*/ 208007 h 252851"/>
                <a:gd name="connsiteX8" fmla="*/ 279454 w 280156"/>
                <a:gd name="connsiteY8" fmla="*/ 161599 h 252851"/>
                <a:gd name="connsiteX9" fmla="*/ 278047 w 280156"/>
                <a:gd name="connsiteY9" fmla="*/ 96911 h 252851"/>
                <a:gd name="connsiteX10" fmla="*/ 253438 w 280156"/>
                <a:gd name="connsiteY10" fmla="*/ 61051 h 252851"/>
                <a:gd name="connsiteX11" fmla="*/ 245000 w 280156"/>
                <a:gd name="connsiteY11" fmla="*/ 43472 h 252851"/>
                <a:gd name="connsiteX12" fmla="*/ 195077 w 280156"/>
                <a:gd name="connsiteY12" fmla="*/ 3393 h 252851"/>
                <a:gd name="connsiteX13" fmla="*/ 62184 w 280156"/>
                <a:gd name="connsiteY13" fmla="*/ 18862 h 252851"/>
                <a:gd name="connsiteX14" fmla="*/ 8745 w 280156"/>
                <a:gd name="connsiteY14" fmla="*/ 87770 h 252851"/>
                <a:gd name="connsiteX15" fmla="*/ 308 w 280156"/>
                <a:gd name="connsiteY15" fmla="*/ 178475 h 252851"/>
                <a:gd name="connsiteX16" fmla="*/ 5230 w 280156"/>
                <a:gd name="connsiteY16" fmla="*/ 208710 h 252851"/>
                <a:gd name="connsiteX17" fmla="*/ 12964 w 280156"/>
                <a:gd name="connsiteY17" fmla="*/ 223476 h 252851"/>
                <a:gd name="connsiteX18" fmla="*/ 22105 w 280156"/>
                <a:gd name="connsiteY18" fmla="*/ 243867 h 252851"/>
                <a:gd name="connsiteX19" fmla="*/ 27027 w 280156"/>
                <a:gd name="connsiteY19" fmla="*/ 243867 h 252851"/>
                <a:gd name="connsiteX20" fmla="*/ 29840 w 280156"/>
                <a:gd name="connsiteY20" fmla="*/ 217147 h 252851"/>
                <a:gd name="connsiteX21" fmla="*/ 34762 w 280156"/>
                <a:gd name="connsiteY21" fmla="*/ 181990 h 252851"/>
                <a:gd name="connsiteX22" fmla="*/ 31949 w 280156"/>
                <a:gd name="connsiteY22" fmla="*/ 139099 h 252851"/>
                <a:gd name="connsiteX23" fmla="*/ 41090 w 280156"/>
                <a:gd name="connsiteY23" fmla="*/ 115192 h 252851"/>
                <a:gd name="connsiteX24" fmla="*/ 68512 w 280156"/>
                <a:gd name="connsiteY24" fmla="*/ 134177 h 252851"/>
                <a:gd name="connsiteX25" fmla="*/ 100857 w 280156"/>
                <a:gd name="connsiteY25" fmla="*/ 125739 h 252851"/>
                <a:gd name="connsiteX26" fmla="*/ 133201 w 280156"/>
                <a:gd name="connsiteY26" fmla="*/ 120114 h 252851"/>
                <a:gd name="connsiteX27" fmla="*/ 166952 w 280156"/>
                <a:gd name="connsiteY27" fmla="*/ 111677 h 252851"/>
                <a:gd name="connsiteX28" fmla="*/ 190858 w 280156"/>
                <a:gd name="connsiteY28" fmla="*/ 107458 h 252851"/>
                <a:gd name="connsiteX29" fmla="*/ 235156 w 280156"/>
                <a:gd name="connsiteY29" fmla="*/ 106052 h 252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80156" h="252851">
                  <a:moveTo>
                    <a:pt x="235156" y="106052"/>
                  </a:moveTo>
                  <a:cubicBezTo>
                    <a:pt x="235156" y="106052"/>
                    <a:pt x="246406" y="127849"/>
                    <a:pt x="247109" y="144021"/>
                  </a:cubicBezTo>
                  <a:cubicBezTo>
                    <a:pt x="247813" y="160193"/>
                    <a:pt x="246406" y="174959"/>
                    <a:pt x="248516" y="184803"/>
                  </a:cubicBezTo>
                  <a:cubicBezTo>
                    <a:pt x="250625" y="194647"/>
                    <a:pt x="254844" y="202382"/>
                    <a:pt x="254844" y="212225"/>
                  </a:cubicBezTo>
                  <a:cubicBezTo>
                    <a:pt x="254844" y="222069"/>
                    <a:pt x="259766" y="248789"/>
                    <a:pt x="259766" y="251601"/>
                  </a:cubicBezTo>
                  <a:cubicBezTo>
                    <a:pt x="259766" y="254414"/>
                    <a:pt x="263282" y="251601"/>
                    <a:pt x="263282" y="251601"/>
                  </a:cubicBezTo>
                  <a:cubicBezTo>
                    <a:pt x="263282" y="251601"/>
                    <a:pt x="268204" y="229804"/>
                    <a:pt x="272422" y="224179"/>
                  </a:cubicBezTo>
                  <a:cubicBezTo>
                    <a:pt x="276641" y="218554"/>
                    <a:pt x="280157" y="208007"/>
                    <a:pt x="280157" y="208007"/>
                  </a:cubicBezTo>
                  <a:cubicBezTo>
                    <a:pt x="280157" y="208007"/>
                    <a:pt x="280157" y="181990"/>
                    <a:pt x="279454" y="161599"/>
                  </a:cubicBezTo>
                  <a:cubicBezTo>
                    <a:pt x="278751" y="141208"/>
                    <a:pt x="280157" y="110974"/>
                    <a:pt x="278047" y="96911"/>
                  </a:cubicBezTo>
                  <a:cubicBezTo>
                    <a:pt x="275938" y="82848"/>
                    <a:pt x="253438" y="61051"/>
                    <a:pt x="253438" y="61051"/>
                  </a:cubicBezTo>
                  <a:cubicBezTo>
                    <a:pt x="253438" y="61051"/>
                    <a:pt x="253438" y="50504"/>
                    <a:pt x="245000" y="43472"/>
                  </a:cubicBezTo>
                  <a:cubicBezTo>
                    <a:pt x="236562" y="36441"/>
                    <a:pt x="237969" y="11128"/>
                    <a:pt x="195077" y="3393"/>
                  </a:cubicBezTo>
                  <a:cubicBezTo>
                    <a:pt x="152186" y="-4341"/>
                    <a:pt x="85388" y="1284"/>
                    <a:pt x="62184" y="18862"/>
                  </a:cubicBezTo>
                  <a:cubicBezTo>
                    <a:pt x="38980" y="36441"/>
                    <a:pt x="15074" y="63863"/>
                    <a:pt x="8745" y="87770"/>
                  </a:cubicBezTo>
                  <a:cubicBezTo>
                    <a:pt x="2417" y="111677"/>
                    <a:pt x="-1098" y="158787"/>
                    <a:pt x="308" y="178475"/>
                  </a:cubicBezTo>
                  <a:cubicBezTo>
                    <a:pt x="1714" y="198163"/>
                    <a:pt x="5230" y="208710"/>
                    <a:pt x="5230" y="208710"/>
                  </a:cubicBezTo>
                  <a:cubicBezTo>
                    <a:pt x="5230" y="208710"/>
                    <a:pt x="12261" y="219960"/>
                    <a:pt x="12964" y="223476"/>
                  </a:cubicBezTo>
                  <a:cubicBezTo>
                    <a:pt x="13667" y="226991"/>
                    <a:pt x="22105" y="243867"/>
                    <a:pt x="22105" y="243867"/>
                  </a:cubicBezTo>
                  <a:cubicBezTo>
                    <a:pt x="22105" y="243867"/>
                    <a:pt x="25621" y="248789"/>
                    <a:pt x="27027" y="243867"/>
                  </a:cubicBezTo>
                  <a:cubicBezTo>
                    <a:pt x="28507" y="238723"/>
                    <a:pt x="25621" y="230507"/>
                    <a:pt x="29840" y="217147"/>
                  </a:cubicBezTo>
                  <a:cubicBezTo>
                    <a:pt x="34058" y="203788"/>
                    <a:pt x="38980" y="194647"/>
                    <a:pt x="34762" y="181990"/>
                  </a:cubicBezTo>
                  <a:cubicBezTo>
                    <a:pt x="30543" y="169334"/>
                    <a:pt x="28433" y="151756"/>
                    <a:pt x="31949" y="139099"/>
                  </a:cubicBezTo>
                  <a:cubicBezTo>
                    <a:pt x="35465" y="126443"/>
                    <a:pt x="41090" y="115192"/>
                    <a:pt x="41090" y="115192"/>
                  </a:cubicBezTo>
                  <a:cubicBezTo>
                    <a:pt x="41090" y="115192"/>
                    <a:pt x="57965" y="132771"/>
                    <a:pt x="68512" y="134177"/>
                  </a:cubicBezTo>
                  <a:cubicBezTo>
                    <a:pt x="79059" y="135583"/>
                    <a:pt x="93122" y="129958"/>
                    <a:pt x="100857" y="125739"/>
                  </a:cubicBezTo>
                  <a:cubicBezTo>
                    <a:pt x="108591" y="121521"/>
                    <a:pt x="124763" y="120114"/>
                    <a:pt x="133201" y="120114"/>
                  </a:cubicBezTo>
                  <a:cubicBezTo>
                    <a:pt x="141639" y="120114"/>
                    <a:pt x="159217" y="116599"/>
                    <a:pt x="166952" y="111677"/>
                  </a:cubicBezTo>
                  <a:cubicBezTo>
                    <a:pt x="174686" y="106755"/>
                    <a:pt x="183827" y="107458"/>
                    <a:pt x="190858" y="107458"/>
                  </a:cubicBezTo>
                  <a:cubicBezTo>
                    <a:pt x="197890" y="107458"/>
                    <a:pt x="224609" y="114489"/>
                    <a:pt x="235156" y="106052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549" name="Graphic 548">
            <a:extLst>
              <a:ext uri="{FF2B5EF4-FFF2-40B4-BE49-F238E27FC236}">
                <a16:creationId xmlns:a16="http://schemas.microsoft.com/office/drawing/2014/main" id="{94135BBD-FF49-081F-EDEB-C1CC7897DF1D}"/>
              </a:ext>
            </a:extLst>
          </p:cNvPr>
          <p:cNvPicPr>
            <a:picLocks noChangeAspect="1"/>
          </p:cNvPicPr>
          <p:nvPr/>
        </p:nvPicPr>
        <p:blipFill>
          <a:blip r:embed="rId85">
            <a:extLst>
              <a:ext uri="{96DAC541-7B7A-43D3-8B79-37D633B846F1}">
                <asvg:svgBlip xmlns:asvg="http://schemas.microsoft.com/office/drawing/2016/SVG/main" r:embed="rId86"/>
              </a:ext>
            </a:extLst>
          </a:blip>
          <a:stretch>
            <a:fillRect/>
          </a:stretch>
        </p:blipFill>
        <p:spPr>
          <a:xfrm flipH="1">
            <a:off x="17604796" y="-1332510"/>
            <a:ext cx="929431" cy="27168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50" name="Graphic 549">
            <a:extLst>
              <a:ext uri="{FF2B5EF4-FFF2-40B4-BE49-F238E27FC236}">
                <a16:creationId xmlns:a16="http://schemas.microsoft.com/office/drawing/2014/main" id="{7673957A-9FE8-47BB-A4A1-0AF7F4F889F2}"/>
              </a:ext>
            </a:extLst>
          </p:cNvPr>
          <p:cNvPicPr>
            <a:picLocks noChangeAspect="1"/>
          </p:cNvPicPr>
          <p:nvPr/>
        </p:nvPicPr>
        <p:blipFill>
          <a:blip r:embed="rId87">
            <a:extLst>
              <a:ext uri="{96DAC541-7B7A-43D3-8B79-37D633B846F1}">
                <asvg:svgBlip xmlns:asvg="http://schemas.microsoft.com/office/drawing/2016/SVG/main" r:embed="rId88"/>
              </a:ext>
            </a:extLst>
          </a:blip>
          <a:stretch>
            <a:fillRect/>
          </a:stretch>
        </p:blipFill>
        <p:spPr>
          <a:xfrm>
            <a:off x="19406371" y="-1463854"/>
            <a:ext cx="974364" cy="284815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51" name="Graphic 550">
            <a:extLst>
              <a:ext uri="{FF2B5EF4-FFF2-40B4-BE49-F238E27FC236}">
                <a16:creationId xmlns:a16="http://schemas.microsoft.com/office/drawing/2014/main" id="{F259C171-08AB-4A94-266C-C0BE63C159BE}"/>
              </a:ext>
            </a:extLst>
          </p:cNvPr>
          <p:cNvPicPr>
            <a:picLocks noChangeAspect="1"/>
          </p:cNvPicPr>
          <p:nvPr/>
        </p:nvPicPr>
        <p:blipFill>
          <a:blip r:embed="rId89">
            <a:extLst>
              <a:ext uri="{96DAC541-7B7A-43D3-8B79-37D633B846F1}">
                <asvg:svgBlip xmlns:asvg="http://schemas.microsoft.com/office/drawing/2016/SVG/main" r:embed="rId90"/>
              </a:ext>
            </a:extLst>
          </a:blip>
          <a:stretch>
            <a:fillRect/>
          </a:stretch>
        </p:blipFill>
        <p:spPr>
          <a:xfrm flipH="1">
            <a:off x="20662023" y="-1483114"/>
            <a:ext cx="980954" cy="286741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52" name="Graphic 551">
            <a:extLst>
              <a:ext uri="{FF2B5EF4-FFF2-40B4-BE49-F238E27FC236}">
                <a16:creationId xmlns:a16="http://schemas.microsoft.com/office/drawing/2014/main" id="{BC48ACE0-E9B7-FF5E-5D8D-FFEF02725070}"/>
              </a:ext>
            </a:extLst>
          </p:cNvPr>
          <p:cNvPicPr>
            <a:picLocks noChangeAspect="1"/>
          </p:cNvPicPr>
          <p:nvPr/>
        </p:nvPicPr>
        <p:blipFill>
          <a:blip r:embed="rId91">
            <a:extLst>
              <a:ext uri="{96DAC541-7B7A-43D3-8B79-37D633B846F1}">
                <asvg:svgBlip xmlns:asvg="http://schemas.microsoft.com/office/drawing/2016/SVG/main" r:embed="rId92"/>
              </a:ext>
            </a:extLst>
          </a:blip>
          <a:stretch>
            <a:fillRect/>
          </a:stretch>
        </p:blipFill>
        <p:spPr>
          <a:xfrm>
            <a:off x="-10701710" y="-758312"/>
            <a:ext cx="1122773" cy="32819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53" name="Graphic 552">
            <a:extLst>
              <a:ext uri="{FF2B5EF4-FFF2-40B4-BE49-F238E27FC236}">
                <a16:creationId xmlns:a16="http://schemas.microsoft.com/office/drawing/2014/main" id="{A4BC6D68-15D3-6FA4-E705-D37BDCFE167D}"/>
              </a:ext>
            </a:extLst>
          </p:cNvPr>
          <p:cNvPicPr>
            <a:picLocks noChangeAspect="1"/>
          </p:cNvPicPr>
          <p:nvPr/>
        </p:nvPicPr>
        <p:blipFill>
          <a:blip r:embed="rId93">
            <a:extLst>
              <a:ext uri="{96DAC541-7B7A-43D3-8B79-37D633B846F1}">
                <asvg:svgBlip xmlns:asvg="http://schemas.microsoft.com/office/drawing/2016/SVG/main" r:embed="rId94"/>
              </a:ext>
            </a:extLst>
          </a:blip>
          <a:stretch>
            <a:fillRect/>
          </a:stretch>
        </p:blipFill>
        <p:spPr>
          <a:xfrm>
            <a:off x="-9176230" y="-6491549"/>
            <a:ext cx="1194280" cy="308124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54" name="Graphic 553">
            <a:extLst>
              <a:ext uri="{FF2B5EF4-FFF2-40B4-BE49-F238E27FC236}">
                <a16:creationId xmlns:a16="http://schemas.microsoft.com/office/drawing/2014/main" id="{1C7E54B2-3606-E107-79E1-FF8FE58D0F97}"/>
              </a:ext>
            </a:extLst>
          </p:cNvPr>
          <p:cNvPicPr>
            <a:picLocks noChangeAspect="1"/>
          </p:cNvPicPr>
          <p:nvPr/>
        </p:nvPicPr>
        <p:blipFill>
          <a:blip r:embed="rId95">
            <a:extLst>
              <a:ext uri="{96DAC541-7B7A-43D3-8B79-37D633B846F1}">
                <asvg:svgBlip xmlns:asvg="http://schemas.microsoft.com/office/drawing/2016/SVG/main" r:embed="rId96"/>
              </a:ext>
            </a:extLst>
          </a:blip>
          <a:stretch>
            <a:fillRect/>
          </a:stretch>
        </p:blipFill>
        <p:spPr>
          <a:xfrm>
            <a:off x="-10544092" y="-6586242"/>
            <a:ext cx="1304842" cy="317593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55" name="Graphic 554">
            <a:extLst>
              <a:ext uri="{FF2B5EF4-FFF2-40B4-BE49-F238E27FC236}">
                <a16:creationId xmlns:a16="http://schemas.microsoft.com/office/drawing/2014/main" id="{5BD50DAC-68CB-E046-E4FB-98A62A5CC369}"/>
              </a:ext>
            </a:extLst>
          </p:cNvPr>
          <p:cNvPicPr>
            <a:picLocks noChangeAspect="1"/>
          </p:cNvPicPr>
          <p:nvPr/>
        </p:nvPicPr>
        <p:blipFill>
          <a:blip r:embed="rId97">
            <a:extLst>
              <a:ext uri="{96DAC541-7B7A-43D3-8B79-37D633B846F1}">
                <asvg:svgBlip xmlns:asvg="http://schemas.microsoft.com/office/drawing/2016/SVG/main" r:embed="rId98"/>
              </a:ext>
            </a:extLst>
          </a:blip>
          <a:stretch>
            <a:fillRect/>
          </a:stretch>
        </p:blipFill>
        <p:spPr>
          <a:xfrm>
            <a:off x="-11557510" y="-6480276"/>
            <a:ext cx="1189910" cy="306996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56" name="Graphic 555">
            <a:extLst>
              <a:ext uri="{FF2B5EF4-FFF2-40B4-BE49-F238E27FC236}">
                <a16:creationId xmlns:a16="http://schemas.microsoft.com/office/drawing/2014/main" id="{A8460CD6-7759-3118-E0CB-EB39D8276BC3}"/>
              </a:ext>
            </a:extLst>
          </p:cNvPr>
          <p:cNvPicPr>
            <a:picLocks noChangeAspect="1"/>
          </p:cNvPicPr>
          <p:nvPr/>
        </p:nvPicPr>
        <p:blipFill>
          <a:blip r:embed="rId99">
            <a:extLst>
              <a:ext uri="{96DAC541-7B7A-43D3-8B79-37D633B846F1}">
                <asvg:svgBlip xmlns:asvg="http://schemas.microsoft.com/office/drawing/2016/SVG/main" r:embed="rId100"/>
              </a:ext>
            </a:extLst>
          </a:blip>
          <a:stretch>
            <a:fillRect/>
          </a:stretch>
        </p:blipFill>
        <p:spPr>
          <a:xfrm>
            <a:off x="-12394789" y="-6363729"/>
            <a:ext cx="1001160" cy="295342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57" name="Graphic 556">
            <a:extLst>
              <a:ext uri="{FF2B5EF4-FFF2-40B4-BE49-F238E27FC236}">
                <a16:creationId xmlns:a16="http://schemas.microsoft.com/office/drawing/2014/main" id="{F99A9461-A01E-D034-85DD-9AA432A97E7A}"/>
              </a:ext>
            </a:extLst>
          </p:cNvPr>
          <p:cNvPicPr>
            <a:picLocks noChangeAspect="1"/>
          </p:cNvPicPr>
          <p:nvPr/>
        </p:nvPicPr>
        <p:blipFill>
          <a:blip r:embed="rId101">
            <a:extLst>
              <a:ext uri="{96DAC541-7B7A-43D3-8B79-37D633B846F1}">
                <asvg:svgBlip xmlns:asvg="http://schemas.microsoft.com/office/drawing/2016/SVG/main" r:embed="rId102"/>
              </a:ext>
            </a:extLst>
          </a:blip>
          <a:stretch>
            <a:fillRect/>
          </a:stretch>
        </p:blipFill>
        <p:spPr>
          <a:xfrm>
            <a:off x="-13997726" y="-958235"/>
            <a:ext cx="1080352" cy="334394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58" name="Graphic 557">
            <a:extLst>
              <a:ext uri="{FF2B5EF4-FFF2-40B4-BE49-F238E27FC236}">
                <a16:creationId xmlns:a16="http://schemas.microsoft.com/office/drawing/2014/main" id="{5424A979-D8B7-65BF-9833-A0E0BB4F22A2}"/>
              </a:ext>
            </a:extLst>
          </p:cNvPr>
          <p:cNvPicPr>
            <a:picLocks noChangeAspect="1"/>
          </p:cNvPicPr>
          <p:nvPr/>
        </p:nvPicPr>
        <p:blipFill>
          <a:blip r:embed="rId103">
            <a:extLst>
              <a:ext uri="{96DAC541-7B7A-43D3-8B79-37D633B846F1}">
                <asvg:svgBlip xmlns:asvg="http://schemas.microsoft.com/office/drawing/2016/SVG/main" r:embed="rId104"/>
              </a:ext>
            </a:extLst>
          </a:blip>
          <a:stretch>
            <a:fillRect/>
          </a:stretch>
        </p:blipFill>
        <p:spPr>
          <a:xfrm>
            <a:off x="-13633807" y="-6552942"/>
            <a:ext cx="1055728" cy="314263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59" name="Graphic 558">
            <a:extLst>
              <a:ext uri="{FF2B5EF4-FFF2-40B4-BE49-F238E27FC236}">
                <a16:creationId xmlns:a16="http://schemas.microsoft.com/office/drawing/2014/main" id="{9C9AFB31-CF54-659F-0A26-5EBC989CCD63}"/>
              </a:ext>
            </a:extLst>
          </p:cNvPr>
          <p:cNvPicPr>
            <a:picLocks noChangeAspect="1"/>
          </p:cNvPicPr>
          <p:nvPr/>
        </p:nvPicPr>
        <p:blipFill>
          <a:blip r:embed="rId105">
            <a:extLst>
              <a:ext uri="{96DAC541-7B7A-43D3-8B79-37D633B846F1}">
                <asvg:svgBlip xmlns:asvg="http://schemas.microsoft.com/office/drawing/2016/SVG/main" r:embed="rId106"/>
              </a:ext>
            </a:extLst>
          </a:blip>
          <a:stretch>
            <a:fillRect/>
          </a:stretch>
        </p:blipFill>
        <p:spPr>
          <a:xfrm>
            <a:off x="-15030450" y="-6490048"/>
            <a:ext cx="1009327" cy="30797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60" name="Graphic 559">
            <a:extLst>
              <a:ext uri="{FF2B5EF4-FFF2-40B4-BE49-F238E27FC236}">
                <a16:creationId xmlns:a16="http://schemas.microsoft.com/office/drawing/2014/main" id="{118A6CFB-0911-8716-7063-4C0116D21820}"/>
              </a:ext>
            </a:extLst>
          </p:cNvPr>
          <p:cNvPicPr>
            <a:picLocks noChangeAspect="1"/>
          </p:cNvPicPr>
          <p:nvPr/>
        </p:nvPicPr>
        <p:blipFill>
          <a:blip r:embed="rId107">
            <a:extLst>
              <a:ext uri="{96DAC541-7B7A-43D3-8B79-37D633B846F1}">
                <asvg:svgBlip xmlns:asvg="http://schemas.microsoft.com/office/drawing/2016/SVG/main" r:embed="rId108"/>
              </a:ext>
            </a:extLst>
          </a:blip>
          <a:stretch>
            <a:fillRect/>
          </a:stretch>
        </p:blipFill>
        <p:spPr>
          <a:xfrm>
            <a:off x="-8022968" y="-6614019"/>
            <a:ext cx="1226421" cy="32037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61" name="Graphic 560">
            <a:extLst>
              <a:ext uri="{FF2B5EF4-FFF2-40B4-BE49-F238E27FC236}">
                <a16:creationId xmlns:a16="http://schemas.microsoft.com/office/drawing/2014/main" id="{B694D249-70AE-EA3F-7DD9-F92921E0BA21}"/>
              </a:ext>
            </a:extLst>
          </p:cNvPr>
          <p:cNvPicPr>
            <a:picLocks noChangeAspect="1"/>
          </p:cNvPicPr>
          <p:nvPr/>
        </p:nvPicPr>
        <p:blipFill>
          <a:blip r:embed="rId109">
            <a:extLst>
              <a:ext uri="{96DAC541-7B7A-43D3-8B79-37D633B846F1}">
                <asvg:svgBlip xmlns:asvg="http://schemas.microsoft.com/office/drawing/2016/SVG/main" r:embed="rId110"/>
              </a:ext>
            </a:extLst>
          </a:blip>
          <a:stretch>
            <a:fillRect/>
          </a:stretch>
        </p:blipFill>
        <p:spPr>
          <a:xfrm>
            <a:off x="14293338" y="-1197168"/>
            <a:ext cx="692812" cy="27481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62" name="Graphic 561">
            <a:extLst>
              <a:ext uri="{FF2B5EF4-FFF2-40B4-BE49-F238E27FC236}">
                <a16:creationId xmlns:a16="http://schemas.microsoft.com/office/drawing/2014/main" id="{F518207B-F073-8030-295D-B213A071100C}"/>
              </a:ext>
            </a:extLst>
          </p:cNvPr>
          <p:cNvPicPr>
            <a:picLocks noChangeAspect="1"/>
          </p:cNvPicPr>
          <p:nvPr/>
        </p:nvPicPr>
        <p:blipFill>
          <a:blip r:embed="rId111">
            <a:extLst>
              <a:ext uri="{96DAC541-7B7A-43D3-8B79-37D633B846F1}">
                <asvg:svgBlip xmlns:asvg="http://schemas.microsoft.com/office/drawing/2016/SVG/main" r:embed="rId112"/>
              </a:ext>
            </a:extLst>
          </a:blip>
          <a:stretch>
            <a:fillRect/>
          </a:stretch>
        </p:blipFill>
        <p:spPr>
          <a:xfrm>
            <a:off x="14058285" y="641939"/>
            <a:ext cx="1400141" cy="317724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63" name="Graphic 562">
            <a:extLst>
              <a:ext uri="{FF2B5EF4-FFF2-40B4-BE49-F238E27FC236}">
                <a16:creationId xmlns:a16="http://schemas.microsoft.com/office/drawing/2014/main" id="{5D51B70E-995D-B5CB-9A0E-EA1A8BD08E96}"/>
              </a:ext>
            </a:extLst>
          </p:cNvPr>
          <p:cNvPicPr>
            <a:picLocks noChangeAspect="1"/>
          </p:cNvPicPr>
          <p:nvPr/>
        </p:nvPicPr>
        <p:blipFill>
          <a:blip r:embed="rId113">
            <a:extLst>
              <a:ext uri="{96DAC541-7B7A-43D3-8B79-37D633B846F1}">
                <asvg:svgBlip xmlns:asvg="http://schemas.microsoft.com/office/drawing/2016/SVG/main" r:embed="rId114"/>
              </a:ext>
            </a:extLst>
          </a:blip>
          <a:stretch>
            <a:fillRect/>
          </a:stretch>
        </p:blipFill>
        <p:spPr>
          <a:xfrm>
            <a:off x="15691209" y="651729"/>
            <a:ext cx="1103958" cy="331187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64" name="Graphic 563">
            <a:extLst>
              <a:ext uri="{FF2B5EF4-FFF2-40B4-BE49-F238E27FC236}">
                <a16:creationId xmlns:a16="http://schemas.microsoft.com/office/drawing/2014/main" id="{D0594FF8-41A5-8343-6A1E-039A4450DC51}"/>
              </a:ext>
            </a:extLst>
          </p:cNvPr>
          <p:cNvPicPr>
            <a:picLocks noChangeAspect="1"/>
          </p:cNvPicPr>
          <p:nvPr/>
        </p:nvPicPr>
        <p:blipFill>
          <a:blip r:embed="rId115">
            <a:extLst>
              <a:ext uri="{96DAC541-7B7A-43D3-8B79-37D633B846F1}">
                <asvg:svgBlip xmlns:asvg="http://schemas.microsoft.com/office/drawing/2016/SVG/main" r:embed="rId116"/>
              </a:ext>
            </a:extLst>
          </a:blip>
          <a:stretch>
            <a:fillRect/>
          </a:stretch>
        </p:blipFill>
        <p:spPr>
          <a:xfrm>
            <a:off x="16953732" y="647814"/>
            <a:ext cx="834700" cy="325802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65" name="Graphic 564">
            <a:extLst>
              <a:ext uri="{FF2B5EF4-FFF2-40B4-BE49-F238E27FC236}">
                <a16:creationId xmlns:a16="http://schemas.microsoft.com/office/drawing/2014/main" id="{EDE48588-942B-DDCF-D74F-C1B6707E88A7}"/>
              </a:ext>
            </a:extLst>
          </p:cNvPr>
          <p:cNvPicPr>
            <a:picLocks noChangeAspect="1"/>
          </p:cNvPicPr>
          <p:nvPr/>
        </p:nvPicPr>
        <p:blipFill>
          <a:blip r:embed="rId117">
            <a:extLst>
              <a:ext uri="{96DAC541-7B7A-43D3-8B79-37D633B846F1}">
                <asvg:svgBlip xmlns:asvg="http://schemas.microsoft.com/office/drawing/2016/SVG/main" r:embed="rId118"/>
              </a:ext>
            </a:extLst>
          </a:blip>
          <a:stretch>
            <a:fillRect/>
          </a:stretch>
        </p:blipFill>
        <p:spPr>
          <a:xfrm>
            <a:off x="18014233" y="639983"/>
            <a:ext cx="915477" cy="31503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66" name="Graphic 565">
            <a:extLst>
              <a:ext uri="{FF2B5EF4-FFF2-40B4-BE49-F238E27FC236}">
                <a16:creationId xmlns:a16="http://schemas.microsoft.com/office/drawing/2014/main" id="{E840AC7A-74CD-A63F-462D-084AB6A01D6E}"/>
              </a:ext>
            </a:extLst>
          </p:cNvPr>
          <p:cNvPicPr>
            <a:picLocks noChangeAspect="1"/>
          </p:cNvPicPr>
          <p:nvPr/>
        </p:nvPicPr>
        <p:blipFill>
          <a:blip r:embed="rId119">
            <a:extLst>
              <a:ext uri="{96DAC541-7B7A-43D3-8B79-37D633B846F1}">
                <asvg:svgBlip xmlns:asvg="http://schemas.microsoft.com/office/drawing/2016/SVG/main" r:embed="rId120"/>
              </a:ext>
            </a:extLst>
          </a:blip>
          <a:stretch>
            <a:fillRect/>
          </a:stretch>
        </p:blipFill>
        <p:spPr>
          <a:xfrm>
            <a:off x="19493986" y="-6753068"/>
            <a:ext cx="878947" cy="235022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67" name="Graphic 566">
            <a:extLst>
              <a:ext uri="{FF2B5EF4-FFF2-40B4-BE49-F238E27FC236}">
                <a16:creationId xmlns:a16="http://schemas.microsoft.com/office/drawing/2014/main" id="{158AB39F-99A3-0343-9023-431500579E0C}"/>
              </a:ext>
            </a:extLst>
          </p:cNvPr>
          <p:cNvPicPr>
            <a:picLocks noChangeAspect="1"/>
          </p:cNvPicPr>
          <p:nvPr/>
        </p:nvPicPr>
        <p:blipFill>
          <a:blip r:embed="rId121">
            <a:extLst>
              <a:ext uri="{96DAC541-7B7A-43D3-8B79-37D633B846F1}">
                <asvg:svgBlip xmlns:asvg="http://schemas.microsoft.com/office/drawing/2016/SVG/main" r:embed="rId122"/>
              </a:ext>
            </a:extLst>
          </a:blip>
          <a:stretch>
            <a:fillRect/>
          </a:stretch>
        </p:blipFill>
        <p:spPr>
          <a:xfrm>
            <a:off x="19175822" y="645881"/>
            <a:ext cx="827890" cy="323144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68" name="Graphic 567">
            <a:extLst>
              <a:ext uri="{FF2B5EF4-FFF2-40B4-BE49-F238E27FC236}">
                <a16:creationId xmlns:a16="http://schemas.microsoft.com/office/drawing/2014/main" id="{90250281-373E-3C44-2EBE-26C1D09F2865}"/>
              </a:ext>
            </a:extLst>
          </p:cNvPr>
          <p:cNvPicPr>
            <a:picLocks noChangeAspect="1"/>
          </p:cNvPicPr>
          <p:nvPr/>
        </p:nvPicPr>
        <p:blipFill>
          <a:blip r:embed="rId123">
            <a:extLst>
              <a:ext uri="{96DAC541-7B7A-43D3-8B79-37D633B846F1}">
                <asvg:svgBlip xmlns:asvg="http://schemas.microsoft.com/office/drawing/2016/SVG/main" r:embed="rId124"/>
              </a:ext>
            </a:extLst>
          </a:blip>
          <a:stretch>
            <a:fillRect/>
          </a:stretch>
        </p:blipFill>
        <p:spPr>
          <a:xfrm>
            <a:off x="21956968" y="-1729831"/>
            <a:ext cx="875045" cy="31141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69" name="Graphic 568">
            <a:extLst>
              <a:ext uri="{FF2B5EF4-FFF2-40B4-BE49-F238E27FC236}">
                <a16:creationId xmlns:a16="http://schemas.microsoft.com/office/drawing/2014/main" id="{1FCB0757-3A35-3074-411D-AFC466FFD981}"/>
              </a:ext>
            </a:extLst>
          </p:cNvPr>
          <p:cNvPicPr>
            <a:picLocks noChangeAspect="1"/>
          </p:cNvPicPr>
          <p:nvPr/>
        </p:nvPicPr>
        <p:blipFill>
          <a:blip r:embed="rId125">
            <a:extLst>
              <a:ext uri="{96DAC541-7B7A-43D3-8B79-37D633B846F1}">
                <asvg:svgBlip xmlns:asvg="http://schemas.microsoft.com/office/drawing/2016/SVG/main" r:embed="rId126"/>
              </a:ext>
            </a:extLst>
          </a:blip>
          <a:stretch>
            <a:fillRect/>
          </a:stretch>
        </p:blipFill>
        <p:spPr>
          <a:xfrm>
            <a:off x="20755435" y="-6711162"/>
            <a:ext cx="756821" cy="247500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70" name="Graphic 569">
            <a:extLst>
              <a:ext uri="{FF2B5EF4-FFF2-40B4-BE49-F238E27FC236}">
                <a16:creationId xmlns:a16="http://schemas.microsoft.com/office/drawing/2014/main" id="{9C6E886F-AE8B-FF39-1F87-043EA72AD85C}"/>
              </a:ext>
            </a:extLst>
          </p:cNvPr>
          <p:cNvPicPr>
            <a:picLocks noChangeAspect="1"/>
          </p:cNvPicPr>
          <p:nvPr/>
        </p:nvPicPr>
        <p:blipFill>
          <a:blip r:embed="rId127">
            <a:extLst>
              <a:ext uri="{96DAC541-7B7A-43D3-8B79-37D633B846F1}">
                <asvg:svgBlip xmlns:asvg="http://schemas.microsoft.com/office/drawing/2016/SVG/main" r:embed="rId128"/>
              </a:ext>
            </a:extLst>
          </a:blip>
          <a:stretch>
            <a:fillRect/>
          </a:stretch>
        </p:blipFill>
        <p:spPr>
          <a:xfrm>
            <a:off x="21945753" y="-6878475"/>
            <a:ext cx="947749" cy="275078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71" name="Graphic 570">
            <a:extLst>
              <a:ext uri="{FF2B5EF4-FFF2-40B4-BE49-F238E27FC236}">
                <a16:creationId xmlns:a16="http://schemas.microsoft.com/office/drawing/2014/main" id="{273D7E68-53B2-EEFD-DB53-77D297FF0889}"/>
              </a:ext>
            </a:extLst>
          </p:cNvPr>
          <p:cNvPicPr>
            <a:picLocks noChangeAspect="1"/>
          </p:cNvPicPr>
          <p:nvPr/>
        </p:nvPicPr>
        <p:blipFill>
          <a:blip r:embed="rId129">
            <a:extLst>
              <a:ext uri="{96DAC541-7B7A-43D3-8B79-37D633B846F1}">
                <asvg:svgBlip xmlns:asvg="http://schemas.microsoft.com/office/drawing/2016/SVG/main" r:embed="rId130"/>
              </a:ext>
            </a:extLst>
          </a:blip>
          <a:stretch>
            <a:fillRect/>
          </a:stretch>
        </p:blipFill>
        <p:spPr>
          <a:xfrm>
            <a:off x="23567460" y="-6755333"/>
            <a:ext cx="623986" cy="258201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72" name="Graphic 571">
            <a:extLst>
              <a:ext uri="{FF2B5EF4-FFF2-40B4-BE49-F238E27FC236}">
                <a16:creationId xmlns:a16="http://schemas.microsoft.com/office/drawing/2014/main" id="{4FBAAD2C-8F2D-005E-A5B0-F4EB6B4B8F0F}"/>
              </a:ext>
            </a:extLst>
          </p:cNvPr>
          <p:cNvPicPr>
            <a:picLocks noChangeAspect="1"/>
          </p:cNvPicPr>
          <p:nvPr/>
        </p:nvPicPr>
        <p:blipFill>
          <a:blip r:embed="rId131">
            <a:extLst>
              <a:ext uri="{96DAC541-7B7A-43D3-8B79-37D633B846F1}">
                <asvg:svgBlip xmlns:asvg="http://schemas.microsoft.com/office/drawing/2016/SVG/main" r:embed="rId132"/>
              </a:ext>
            </a:extLst>
          </a:blip>
          <a:stretch>
            <a:fillRect/>
          </a:stretch>
        </p:blipFill>
        <p:spPr>
          <a:xfrm>
            <a:off x="22811863" y="-1640812"/>
            <a:ext cx="1035923" cy="319656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73" name="Graphic 572">
            <a:extLst>
              <a:ext uri="{FF2B5EF4-FFF2-40B4-BE49-F238E27FC236}">
                <a16:creationId xmlns:a16="http://schemas.microsoft.com/office/drawing/2014/main" id="{F4206BA6-2722-D3AD-B48F-D5D3C13A9A12}"/>
              </a:ext>
            </a:extLst>
          </p:cNvPr>
          <p:cNvPicPr>
            <a:picLocks noChangeAspect="1"/>
          </p:cNvPicPr>
          <p:nvPr/>
        </p:nvPicPr>
        <p:blipFill>
          <a:blip r:embed="rId133">
            <a:extLst>
              <a:ext uri="{96DAC541-7B7A-43D3-8B79-37D633B846F1}">
                <asvg:svgBlip xmlns:asvg="http://schemas.microsoft.com/office/drawing/2016/SVG/main" r:embed="rId134"/>
              </a:ext>
            </a:extLst>
          </a:blip>
          <a:stretch>
            <a:fillRect/>
          </a:stretch>
        </p:blipFill>
        <p:spPr>
          <a:xfrm>
            <a:off x="15991171" y="-5562002"/>
            <a:ext cx="799290" cy="262877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74" name="Graphic 573">
            <a:extLst>
              <a:ext uri="{FF2B5EF4-FFF2-40B4-BE49-F238E27FC236}">
                <a16:creationId xmlns:a16="http://schemas.microsoft.com/office/drawing/2014/main" id="{882AD80D-A65A-150B-461B-498301AEEE39}"/>
              </a:ext>
            </a:extLst>
          </p:cNvPr>
          <p:cNvPicPr>
            <a:picLocks noChangeAspect="1"/>
          </p:cNvPicPr>
          <p:nvPr/>
        </p:nvPicPr>
        <p:blipFill>
          <a:blip r:embed="rId135">
            <a:extLst>
              <a:ext uri="{96DAC541-7B7A-43D3-8B79-37D633B846F1}">
                <asvg:svgBlip xmlns:asvg="http://schemas.microsoft.com/office/drawing/2016/SVG/main" r:embed="rId136"/>
              </a:ext>
            </a:extLst>
          </a:blip>
          <a:stretch>
            <a:fillRect/>
          </a:stretch>
        </p:blipFill>
        <p:spPr>
          <a:xfrm>
            <a:off x="14872703" y="-5582674"/>
            <a:ext cx="825593" cy="293519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75" name="Graphic 574">
            <a:extLst>
              <a:ext uri="{FF2B5EF4-FFF2-40B4-BE49-F238E27FC236}">
                <a16:creationId xmlns:a16="http://schemas.microsoft.com/office/drawing/2014/main" id="{69C0CD79-2273-0055-A8C6-93ECCEAF5374}"/>
              </a:ext>
            </a:extLst>
          </p:cNvPr>
          <p:cNvPicPr>
            <a:picLocks noChangeAspect="1"/>
          </p:cNvPicPr>
          <p:nvPr/>
        </p:nvPicPr>
        <p:blipFill>
          <a:blip r:embed="rId137">
            <a:extLst>
              <a:ext uri="{96DAC541-7B7A-43D3-8B79-37D633B846F1}">
                <asvg:svgBlip xmlns:asvg="http://schemas.microsoft.com/office/drawing/2016/SVG/main" r:embed="rId138"/>
              </a:ext>
            </a:extLst>
          </a:blip>
          <a:stretch>
            <a:fillRect/>
          </a:stretch>
        </p:blipFill>
        <p:spPr>
          <a:xfrm>
            <a:off x="-6649219" y="-6611662"/>
            <a:ext cx="855561" cy="320135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76" name="Graphic 575">
            <a:extLst>
              <a:ext uri="{FF2B5EF4-FFF2-40B4-BE49-F238E27FC236}">
                <a16:creationId xmlns:a16="http://schemas.microsoft.com/office/drawing/2014/main" id="{7A503531-8CB6-1560-8E89-0DC0AF815B20}"/>
              </a:ext>
            </a:extLst>
          </p:cNvPr>
          <p:cNvPicPr>
            <a:picLocks noChangeAspect="1"/>
          </p:cNvPicPr>
          <p:nvPr/>
        </p:nvPicPr>
        <p:blipFill>
          <a:blip r:embed="rId139">
            <a:extLst>
              <a:ext uri="{96DAC541-7B7A-43D3-8B79-37D633B846F1}">
                <asvg:svgBlip xmlns:asvg="http://schemas.microsoft.com/office/drawing/2016/SVG/main" r:embed="rId140"/>
              </a:ext>
            </a:extLst>
          </a:blip>
          <a:stretch>
            <a:fillRect/>
          </a:stretch>
        </p:blipFill>
        <p:spPr>
          <a:xfrm>
            <a:off x="24001368" y="-1600663"/>
            <a:ext cx="1135276" cy="33684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77" name="Graphic 576">
            <a:extLst>
              <a:ext uri="{FF2B5EF4-FFF2-40B4-BE49-F238E27FC236}">
                <a16:creationId xmlns:a16="http://schemas.microsoft.com/office/drawing/2014/main" id="{6E3BA262-787E-1326-C282-24751C2FAC00}"/>
              </a:ext>
            </a:extLst>
          </p:cNvPr>
          <p:cNvPicPr>
            <a:picLocks noChangeAspect="1"/>
          </p:cNvPicPr>
          <p:nvPr/>
        </p:nvPicPr>
        <p:blipFill>
          <a:blip r:embed="rId141">
            <a:extLst>
              <a:ext uri="{96DAC541-7B7A-43D3-8B79-37D633B846F1}">
                <asvg:svgBlip xmlns:asvg="http://schemas.microsoft.com/office/drawing/2016/SVG/main" r:embed="rId142"/>
              </a:ext>
            </a:extLst>
          </a:blip>
          <a:stretch>
            <a:fillRect/>
          </a:stretch>
        </p:blipFill>
        <p:spPr>
          <a:xfrm>
            <a:off x="25211610" y="-1544164"/>
            <a:ext cx="885484" cy="29284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78" name="Graphic 577">
            <a:extLst>
              <a:ext uri="{FF2B5EF4-FFF2-40B4-BE49-F238E27FC236}">
                <a16:creationId xmlns:a16="http://schemas.microsoft.com/office/drawing/2014/main" id="{BA6FC1F6-E812-1A64-AD16-B83704507EB5}"/>
              </a:ext>
            </a:extLst>
          </p:cNvPr>
          <p:cNvPicPr>
            <a:picLocks noChangeAspect="1"/>
          </p:cNvPicPr>
          <p:nvPr/>
        </p:nvPicPr>
        <p:blipFill>
          <a:blip r:embed="rId143">
            <a:extLst>
              <a:ext uri="{96DAC541-7B7A-43D3-8B79-37D633B846F1}">
                <asvg:svgBlip xmlns:asvg="http://schemas.microsoft.com/office/drawing/2016/SVG/main" r:embed="rId144"/>
              </a:ext>
            </a:extLst>
          </a:blip>
          <a:stretch>
            <a:fillRect/>
          </a:stretch>
        </p:blipFill>
        <p:spPr>
          <a:xfrm>
            <a:off x="-5444797" y="-6547673"/>
            <a:ext cx="836112" cy="31373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79" name="Graphic 578">
            <a:extLst>
              <a:ext uri="{FF2B5EF4-FFF2-40B4-BE49-F238E27FC236}">
                <a16:creationId xmlns:a16="http://schemas.microsoft.com/office/drawing/2014/main" id="{7FFDA523-5972-FEF9-6186-E8C6CDB42C7A}"/>
              </a:ext>
            </a:extLst>
          </p:cNvPr>
          <p:cNvPicPr>
            <a:picLocks noChangeAspect="1"/>
          </p:cNvPicPr>
          <p:nvPr/>
        </p:nvPicPr>
        <p:blipFill>
          <a:blip r:embed="rId145">
            <a:extLst>
              <a:ext uri="{96DAC541-7B7A-43D3-8B79-37D633B846F1}">
                <asvg:svgBlip xmlns:asvg="http://schemas.microsoft.com/office/drawing/2016/SVG/main" r:embed="rId146"/>
              </a:ext>
            </a:extLst>
          </a:blip>
          <a:stretch>
            <a:fillRect/>
          </a:stretch>
        </p:blipFill>
        <p:spPr>
          <a:xfrm>
            <a:off x="22332935" y="941848"/>
            <a:ext cx="1075925" cy="283462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80" name="Graphic 579">
            <a:extLst>
              <a:ext uri="{FF2B5EF4-FFF2-40B4-BE49-F238E27FC236}">
                <a16:creationId xmlns:a16="http://schemas.microsoft.com/office/drawing/2014/main" id="{1FCBBD54-9389-D868-9A69-93836B9879FD}"/>
              </a:ext>
            </a:extLst>
          </p:cNvPr>
          <p:cNvPicPr>
            <a:picLocks noChangeAspect="1"/>
          </p:cNvPicPr>
          <p:nvPr/>
        </p:nvPicPr>
        <p:blipFill>
          <a:blip r:embed="rId147">
            <a:extLst>
              <a:ext uri="{96DAC541-7B7A-43D3-8B79-37D633B846F1}">
                <asvg:svgBlip xmlns:asvg="http://schemas.microsoft.com/office/drawing/2016/SVG/main" r:embed="rId148"/>
              </a:ext>
            </a:extLst>
          </a:blip>
          <a:stretch>
            <a:fillRect/>
          </a:stretch>
        </p:blipFill>
        <p:spPr>
          <a:xfrm>
            <a:off x="23690695" y="1012991"/>
            <a:ext cx="908680" cy="276347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81" name="Graphic 580">
            <a:extLst>
              <a:ext uri="{FF2B5EF4-FFF2-40B4-BE49-F238E27FC236}">
                <a16:creationId xmlns:a16="http://schemas.microsoft.com/office/drawing/2014/main" id="{86130C21-FF35-CBA9-CF80-EA0EB2932A0C}"/>
              </a:ext>
            </a:extLst>
          </p:cNvPr>
          <p:cNvPicPr>
            <a:picLocks noChangeAspect="1"/>
          </p:cNvPicPr>
          <p:nvPr/>
        </p:nvPicPr>
        <p:blipFill>
          <a:blip r:embed="rId149">
            <a:extLst>
              <a:ext uri="{96DAC541-7B7A-43D3-8B79-37D633B846F1}">
                <asvg:svgBlip xmlns:asvg="http://schemas.microsoft.com/office/drawing/2016/SVG/main" r:embed="rId150"/>
              </a:ext>
            </a:extLst>
          </a:blip>
          <a:stretch>
            <a:fillRect/>
          </a:stretch>
        </p:blipFill>
        <p:spPr>
          <a:xfrm>
            <a:off x="-3370049" y="-644707"/>
            <a:ext cx="1110473" cy="30865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82" name="Picture 581" descr="A picture containing clothing, footwear, trousers, drawing&#10;&#10;Description automatically generated">
            <a:extLst>
              <a:ext uri="{FF2B5EF4-FFF2-40B4-BE49-F238E27FC236}">
                <a16:creationId xmlns:a16="http://schemas.microsoft.com/office/drawing/2014/main" id="{6BE2A4E3-A1D2-20B3-3F77-15152BFFD80B}"/>
              </a:ext>
            </a:extLst>
          </p:cNvPr>
          <p:cNvPicPr>
            <a:picLocks noChangeAspect="1"/>
          </p:cNvPicPr>
          <p:nvPr/>
        </p:nvPicPr>
        <p:blipFill>
          <a:blip r:embed="rId1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0273" y="-5551308"/>
            <a:ext cx="879456" cy="26158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83" name="Picture 582" descr="A picture containing clothing, sleeve, footwear, cartoon&#10;&#10;Description automatically generated">
            <a:extLst>
              <a:ext uri="{FF2B5EF4-FFF2-40B4-BE49-F238E27FC236}">
                <a16:creationId xmlns:a16="http://schemas.microsoft.com/office/drawing/2014/main" id="{5A6A860F-468E-280D-8DFF-174A3933CCA9}"/>
              </a:ext>
            </a:extLst>
          </p:cNvPr>
          <p:cNvPicPr>
            <a:picLocks noChangeAspect="1"/>
          </p:cNvPicPr>
          <p:nvPr/>
        </p:nvPicPr>
        <p:blipFill>
          <a:blip r:embed="rId1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4866364" y="1225000"/>
            <a:ext cx="904929" cy="280527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84" name="Picture 583" descr="A picture containing clothing, cartoon, drawing, standing&#10;&#10;Description automatically generated">
            <a:extLst>
              <a:ext uri="{FF2B5EF4-FFF2-40B4-BE49-F238E27FC236}">
                <a16:creationId xmlns:a16="http://schemas.microsoft.com/office/drawing/2014/main" id="{5F46D0CC-98B0-9752-375E-879A2FDCC472}"/>
              </a:ext>
            </a:extLst>
          </p:cNvPr>
          <p:cNvPicPr>
            <a:picLocks noChangeAspect="1"/>
          </p:cNvPicPr>
          <p:nvPr/>
        </p:nvPicPr>
        <p:blipFill>
          <a:blip r:embed="rId1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07041" y="-6825635"/>
            <a:ext cx="866944" cy="258264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85" name="Picture 584" descr="A cartoon of a person in blue scrubs and blue pants&#10;&#10;Description automatically generated with low confidence">
            <a:extLst>
              <a:ext uri="{FF2B5EF4-FFF2-40B4-BE49-F238E27FC236}">
                <a16:creationId xmlns:a16="http://schemas.microsoft.com/office/drawing/2014/main" id="{84794CC1-46BB-1552-9FFE-C81A8A74449C}"/>
              </a:ext>
            </a:extLst>
          </p:cNvPr>
          <p:cNvPicPr>
            <a:picLocks noChangeAspect="1"/>
          </p:cNvPicPr>
          <p:nvPr/>
        </p:nvPicPr>
        <p:blipFill>
          <a:blip r:embed="rId1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88524" y="-5706432"/>
            <a:ext cx="929507" cy="292067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86" name="Picture 585" descr="A picture containing clothing, standing, trousers, cartoon&#10;&#10;Description automatically generated">
            <a:extLst>
              <a:ext uri="{FF2B5EF4-FFF2-40B4-BE49-F238E27FC236}">
                <a16:creationId xmlns:a16="http://schemas.microsoft.com/office/drawing/2014/main" id="{A4EAB8A7-3931-FC6A-F560-CC2C2801A7F9}"/>
              </a:ext>
            </a:extLst>
          </p:cNvPr>
          <p:cNvPicPr>
            <a:picLocks noChangeAspect="1"/>
          </p:cNvPicPr>
          <p:nvPr/>
        </p:nvPicPr>
        <p:blipFill>
          <a:blip r:embed="rId1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8918" y="-5406923"/>
            <a:ext cx="952709" cy="26847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87" name="Picture 586" descr="A picture containing standing, footwear, joint, trousers&#10;&#10;Description automatically generated">
            <a:extLst>
              <a:ext uri="{FF2B5EF4-FFF2-40B4-BE49-F238E27FC236}">
                <a16:creationId xmlns:a16="http://schemas.microsoft.com/office/drawing/2014/main" id="{A7DD84FA-922A-7FFD-B2C5-BB0D13C3C608}"/>
              </a:ext>
            </a:extLst>
          </p:cNvPr>
          <p:cNvPicPr>
            <a:picLocks noChangeAspect="1"/>
          </p:cNvPicPr>
          <p:nvPr/>
        </p:nvPicPr>
        <p:blipFill>
          <a:blip r:embed="rId1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446" y="-5268502"/>
            <a:ext cx="856979" cy="265973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88" name="Graphic 587">
            <a:extLst>
              <a:ext uri="{FF2B5EF4-FFF2-40B4-BE49-F238E27FC236}">
                <a16:creationId xmlns:a16="http://schemas.microsoft.com/office/drawing/2014/main" id="{52AC661E-2074-5447-2E29-1FD862AB9150}"/>
              </a:ext>
            </a:extLst>
          </p:cNvPr>
          <p:cNvPicPr>
            <a:picLocks noChangeAspect="1"/>
          </p:cNvPicPr>
          <p:nvPr/>
        </p:nvPicPr>
        <p:blipFill>
          <a:blip r:embed="rId157">
            <a:extLst>
              <a:ext uri="{96DAC541-7B7A-43D3-8B79-37D633B846F1}">
                <asvg:svgBlip xmlns:asvg="http://schemas.microsoft.com/office/drawing/2016/SVG/main" r:embed="rId158"/>
              </a:ext>
            </a:extLst>
          </a:blip>
          <a:stretch>
            <a:fillRect/>
          </a:stretch>
        </p:blipFill>
        <p:spPr>
          <a:xfrm>
            <a:off x="22186066" y="-5147674"/>
            <a:ext cx="863437" cy="24403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89" name="Picture 588" descr="A picture containing clothing, standing, person, art&#10;&#10;Description automatically generated">
            <a:extLst>
              <a:ext uri="{FF2B5EF4-FFF2-40B4-BE49-F238E27FC236}">
                <a16:creationId xmlns:a16="http://schemas.microsoft.com/office/drawing/2014/main" id="{773CDCC6-A587-DD6C-16CB-75BF5AEABDEF}"/>
              </a:ext>
            </a:extLst>
          </p:cNvPr>
          <p:cNvPicPr>
            <a:picLocks noChangeAspect="1"/>
          </p:cNvPicPr>
          <p:nvPr/>
        </p:nvPicPr>
        <p:blipFill>
          <a:blip r:embed="rId1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32820" y="-6745134"/>
            <a:ext cx="1209052" cy="32395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90" name="Picture 589" descr="A picture containing clothing, standing, cartoon, trousers&#10;&#10;Description automatically generated">
            <a:extLst>
              <a:ext uri="{FF2B5EF4-FFF2-40B4-BE49-F238E27FC236}">
                <a16:creationId xmlns:a16="http://schemas.microsoft.com/office/drawing/2014/main" id="{161DA5F8-9B7A-8602-DFE9-344DD4BD0A71}"/>
              </a:ext>
            </a:extLst>
          </p:cNvPr>
          <p:cNvPicPr>
            <a:picLocks noChangeAspect="1"/>
          </p:cNvPicPr>
          <p:nvPr/>
        </p:nvPicPr>
        <p:blipFill>
          <a:blip r:embed="rId1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43572" y="-6426200"/>
            <a:ext cx="870404" cy="30158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591" name="Graphic 146">
            <a:extLst>
              <a:ext uri="{FF2B5EF4-FFF2-40B4-BE49-F238E27FC236}">
                <a16:creationId xmlns:a16="http://schemas.microsoft.com/office/drawing/2014/main" id="{CB4B2E4C-C975-9BBE-230C-4B2057A9CB66}"/>
              </a:ext>
            </a:extLst>
          </p:cNvPr>
          <p:cNvGrpSpPr/>
          <p:nvPr/>
        </p:nvGrpSpPr>
        <p:grpSpPr>
          <a:xfrm>
            <a:off x="-7919530" y="-530532"/>
            <a:ext cx="1147942" cy="3033603"/>
            <a:chOff x="6122266" y="981048"/>
            <a:chExt cx="1147942" cy="303360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FEB0975D-87CD-64A0-7F92-E58A31837DFD}"/>
                </a:ext>
              </a:extLst>
            </p:cNvPr>
            <p:cNvSpPr/>
            <p:nvPr/>
          </p:nvSpPr>
          <p:spPr>
            <a:xfrm>
              <a:off x="6546499" y="1440297"/>
              <a:ext cx="256164" cy="962448"/>
            </a:xfrm>
            <a:custGeom>
              <a:avLst/>
              <a:gdLst>
                <a:gd name="connsiteX0" fmla="*/ 38414 w 256164"/>
                <a:gd name="connsiteY0" fmla="*/ 23056 h 962448"/>
                <a:gd name="connsiteX1" fmla="*/ 0 w 256164"/>
                <a:gd name="connsiteY1" fmla="*/ 69167 h 962448"/>
                <a:gd name="connsiteX2" fmla="*/ 93924 w 256164"/>
                <a:gd name="connsiteY2" fmla="*/ 939393 h 962448"/>
                <a:gd name="connsiteX3" fmla="*/ 201542 w 256164"/>
                <a:gd name="connsiteY3" fmla="*/ 962449 h 962448"/>
                <a:gd name="connsiteX4" fmla="*/ 256164 w 256164"/>
                <a:gd name="connsiteY4" fmla="*/ 44853 h 962448"/>
                <a:gd name="connsiteX5" fmla="*/ 172898 w 256164"/>
                <a:gd name="connsiteY5" fmla="*/ 0 h 962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6164" h="962448">
                  <a:moveTo>
                    <a:pt x="38414" y="23056"/>
                  </a:moveTo>
                  <a:lnTo>
                    <a:pt x="0" y="69167"/>
                  </a:lnTo>
                  <a:lnTo>
                    <a:pt x="93924" y="939393"/>
                  </a:lnTo>
                  <a:lnTo>
                    <a:pt x="201542" y="962449"/>
                  </a:lnTo>
                  <a:lnTo>
                    <a:pt x="256164" y="44853"/>
                  </a:lnTo>
                  <a:lnTo>
                    <a:pt x="172898" y="0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D4183D97-4020-92C6-8F5C-8E9DA66EFA0F}"/>
                </a:ext>
              </a:extLst>
            </p:cNvPr>
            <p:cNvSpPr/>
            <p:nvPr/>
          </p:nvSpPr>
          <p:spPr>
            <a:xfrm>
              <a:off x="6346727" y="3908239"/>
              <a:ext cx="272453" cy="99472"/>
            </a:xfrm>
            <a:custGeom>
              <a:avLst/>
              <a:gdLst>
                <a:gd name="connsiteX0" fmla="*/ 26873 w 272453"/>
                <a:gd name="connsiteY0" fmla="*/ 45445 h 99472"/>
                <a:gd name="connsiteX1" fmla="*/ 14069 w 272453"/>
                <a:gd name="connsiteY1" fmla="*/ 68501 h 99472"/>
                <a:gd name="connsiteX2" fmla="*/ 1264 w 272453"/>
                <a:gd name="connsiteY2" fmla="*/ 74903 h 99472"/>
                <a:gd name="connsiteX3" fmla="*/ 3188 w 272453"/>
                <a:gd name="connsiteY3" fmla="*/ 93480 h 99472"/>
                <a:gd name="connsiteX4" fmla="*/ 122315 w 272453"/>
                <a:gd name="connsiteY4" fmla="*/ 99254 h 99472"/>
                <a:gd name="connsiteX5" fmla="*/ 199808 w 272453"/>
                <a:gd name="connsiteY5" fmla="*/ 83230 h 99472"/>
                <a:gd name="connsiteX6" fmla="*/ 212613 w 272453"/>
                <a:gd name="connsiteY6" fmla="*/ 67871 h 99472"/>
                <a:gd name="connsiteX7" fmla="*/ 235668 w 272453"/>
                <a:gd name="connsiteY7" fmla="*/ 68501 h 99472"/>
                <a:gd name="connsiteX8" fmla="*/ 272157 w 272453"/>
                <a:gd name="connsiteY8" fmla="*/ 53772 h 99472"/>
                <a:gd name="connsiteX9" fmla="*/ 272157 w 272453"/>
                <a:gd name="connsiteY9" fmla="*/ 4478 h 99472"/>
                <a:gd name="connsiteX10" fmla="*/ 255504 w 272453"/>
                <a:gd name="connsiteY10" fmla="*/ 0 h 99472"/>
                <a:gd name="connsiteX11" fmla="*/ 26873 w 272453"/>
                <a:gd name="connsiteY11" fmla="*/ 45445 h 99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2453" h="99472">
                  <a:moveTo>
                    <a:pt x="26873" y="45445"/>
                  </a:moveTo>
                  <a:lnTo>
                    <a:pt x="14069" y="68501"/>
                  </a:lnTo>
                  <a:cubicBezTo>
                    <a:pt x="14069" y="68501"/>
                    <a:pt x="3188" y="69796"/>
                    <a:pt x="1264" y="74903"/>
                  </a:cubicBezTo>
                  <a:cubicBezTo>
                    <a:pt x="-660" y="80010"/>
                    <a:pt x="-660" y="90927"/>
                    <a:pt x="3188" y="93480"/>
                  </a:cubicBezTo>
                  <a:cubicBezTo>
                    <a:pt x="7037" y="96034"/>
                    <a:pt x="83235" y="100512"/>
                    <a:pt x="122315" y="99254"/>
                  </a:cubicBezTo>
                  <a:cubicBezTo>
                    <a:pt x="161395" y="97958"/>
                    <a:pt x="188928" y="89003"/>
                    <a:pt x="199808" y="83230"/>
                  </a:cubicBezTo>
                  <a:cubicBezTo>
                    <a:pt x="210688" y="77456"/>
                    <a:pt x="212613" y="67871"/>
                    <a:pt x="212613" y="67871"/>
                  </a:cubicBezTo>
                  <a:lnTo>
                    <a:pt x="235668" y="68501"/>
                  </a:lnTo>
                  <a:lnTo>
                    <a:pt x="272157" y="53772"/>
                  </a:lnTo>
                  <a:cubicBezTo>
                    <a:pt x="272157" y="53772"/>
                    <a:pt x="272823" y="8956"/>
                    <a:pt x="272157" y="4478"/>
                  </a:cubicBezTo>
                  <a:cubicBezTo>
                    <a:pt x="271528" y="0"/>
                    <a:pt x="255504" y="0"/>
                    <a:pt x="255504" y="0"/>
                  </a:cubicBezTo>
                  <a:lnTo>
                    <a:pt x="26873" y="45445"/>
                  </a:lnTo>
                  <a:close/>
                </a:path>
              </a:pathLst>
            </a:custGeom>
            <a:solidFill>
              <a:srgbClr val="1012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2C2CB8E3-F969-32BD-C3F7-CA52306382F9}"/>
                </a:ext>
              </a:extLst>
            </p:cNvPr>
            <p:cNvSpPr/>
            <p:nvPr/>
          </p:nvSpPr>
          <p:spPr>
            <a:xfrm>
              <a:off x="6357263" y="3792295"/>
              <a:ext cx="260543" cy="192677"/>
            </a:xfrm>
            <a:custGeom>
              <a:avLst/>
              <a:gdLst>
                <a:gd name="connsiteX0" fmla="*/ 89353 w 260543"/>
                <a:gd name="connsiteY0" fmla="*/ 42928 h 192677"/>
                <a:gd name="connsiteX1" fmla="*/ 76549 w 260543"/>
                <a:gd name="connsiteY1" fmla="*/ 73015 h 192677"/>
                <a:gd name="connsiteX2" fmla="*/ 40689 w 260543"/>
                <a:gd name="connsiteY2" fmla="*/ 120422 h 192677"/>
                <a:gd name="connsiteX3" fmla="*/ 2904 w 260543"/>
                <a:gd name="connsiteY3" fmla="*/ 156282 h 192677"/>
                <a:gd name="connsiteX4" fmla="*/ 980 w 260543"/>
                <a:gd name="connsiteY4" fmla="*/ 185073 h 192677"/>
                <a:gd name="connsiteX5" fmla="*/ 104711 w 260543"/>
                <a:gd name="connsiteY5" fmla="*/ 190217 h 192677"/>
                <a:gd name="connsiteX6" fmla="*/ 157225 w 260543"/>
                <a:gd name="connsiteY6" fmla="*/ 190847 h 192677"/>
                <a:gd name="connsiteX7" fmla="*/ 200782 w 260543"/>
                <a:gd name="connsiteY7" fmla="*/ 167791 h 192677"/>
                <a:gd name="connsiteX8" fmla="*/ 202706 w 260543"/>
                <a:gd name="connsiteY8" fmla="*/ 138962 h 192677"/>
                <a:gd name="connsiteX9" fmla="*/ 234089 w 260543"/>
                <a:gd name="connsiteY9" fmla="*/ 126787 h 192677"/>
                <a:gd name="connsiteX10" fmla="*/ 259069 w 260543"/>
                <a:gd name="connsiteY10" fmla="*/ 114611 h 192677"/>
                <a:gd name="connsiteX11" fmla="*/ 247522 w 260543"/>
                <a:gd name="connsiteY11" fmla="*/ 30087 h 192677"/>
                <a:gd name="connsiteX12" fmla="*/ 216140 w 260543"/>
                <a:gd name="connsiteY12" fmla="*/ 0 h 192677"/>
                <a:gd name="connsiteX13" fmla="*/ 89353 w 260543"/>
                <a:gd name="connsiteY13" fmla="*/ 42928 h 192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0543" h="192677">
                  <a:moveTo>
                    <a:pt x="89353" y="42928"/>
                  </a:moveTo>
                  <a:cubicBezTo>
                    <a:pt x="89353" y="42928"/>
                    <a:pt x="82951" y="64689"/>
                    <a:pt x="76549" y="73015"/>
                  </a:cubicBezTo>
                  <a:cubicBezTo>
                    <a:pt x="70146" y="81342"/>
                    <a:pt x="47720" y="115907"/>
                    <a:pt x="40689" y="120422"/>
                  </a:cubicBezTo>
                  <a:cubicBezTo>
                    <a:pt x="33657" y="124900"/>
                    <a:pt x="8048" y="138999"/>
                    <a:pt x="2904" y="156282"/>
                  </a:cubicBezTo>
                  <a:cubicBezTo>
                    <a:pt x="-2203" y="173564"/>
                    <a:pt x="980" y="185073"/>
                    <a:pt x="980" y="185073"/>
                  </a:cubicBezTo>
                  <a:cubicBezTo>
                    <a:pt x="980" y="185073"/>
                    <a:pt x="95755" y="188922"/>
                    <a:pt x="104711" y="190217"/>
                  </a:cubicBezTo>
                  <a:cubicBezTo>
                    <a:pt x="113667" y="191476"/>
                    <a:pt x="141200" y="194695"/>
                    <a:pt x="157225" y="190847"/>
                  </a:cubicBezTo>
                  <a:cubicBezTo>
                    <a:pt x="173249" y="186998"/>
                    <a:pt x="195009" y="176747"/>
                    <a:pt x="200782" y="167791"/>
                  </a:cubicBezTo>
                  <a:cubicBezTo>
                    <a:pt x="206555" y="158835"/>
                    <a:pt x="199524" y="144106"/>
                    <a:pt x="202706" y="138962"/>
                  </a:cubicBezTo>
                  <a:cubicBezTo>
                    <a:pt x="205926" y="133855"/>
                    <a:pt x="221913" y="130636"/>
                    <a:pt x="234089" y="126787"/>
                  </a:cubicBezTo>
                  <a:cubicBezTo>
                    <a:pt x="246264" y="122938"/>
                    <a:pt x="255849" y="121680"/>
                    <a:pt x="259069" y="114611"/>
                  </a:cubicBezTo>
                  <a:cubicBezTo>
                    <a:pt x="262288" y="107580"/>
                    <a:pt x="260993" y="52513"/>
                    <a:pt x="247522" y="30087"/>
                  </a:cubicBezTo>
                  <a:cubicBezTo>
                    <a:pt x="234089" y="7661"/>
                    <a:pt x="216140" y="0"/>
                    <a:pt x="216140" y="0"/>
                  </a:cubicBezTo>
                  <a:lnTo>
                    <a:pt x="89353" y="42928"/>
                  </a:lnTo>
                  <a:close/>
                </a:path>
              </a:pathLst>
            </a:custGeom>
            <a:solidFill>
              <a:srgbClr val="60433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F756BEBA-C5F0-3037-5DB8-26F747268071}"/>
                </a:ext>
              </a:extLst>
            </p:cNvPr>
            <p:cNvSpPr/>
            <p:nvPr/>
          </p:nvSpPr>
          <p:spPr>
            <a:xfrm>
              <a:off x="6812248" y="3900504"/>
              <a:ext cx="208758" cy="114146"/>
            </a:xfrm>
            <a:custGeom>
              <a:avLst/>
              <a:gdLst>
                <a:gd name="connsiteX0" fmla="*/ 21131 w 208758"/>
                <a:gd name="connsiteY0" fmla="*/ 0 h 114146"/>
                <a:gd name="connsiteX1" fmla="*/ 5107 w 208758"/>
                <a:gd name="connsiteY1" fmla="*/ 22426 h 114146"/>
                <a:gd name="connsiteX2" fmla="*/ 629 w 208758"/>
                <a:gd name="connsiteY2" fmla="*/ 28829 h 114146"/>
                <a:gd name="connsiteX3" fmla="*/ 0 w 208758"/>
                <a:gd name="connsiteY3" fmla="*/ 73645 h 114146"/>
                <a:gd name="connsiteX4" fmla="*/ 13434 w 208758"/>
                <a:gd name="connsiteY4" fmla="*/ 75569 h 114146"/>
                <a:gd name="connsiteX5" fmla="*/ 30716 w 208758"/>
                <a:gd name="connsiteY5" fmla="*/ 71091 h 114146"/>
                <a:gd name="connsiteX6" fmla="*/ 23685 w 208758"/>
                <a:gd name="connsiteY6" fmla="*/ 78159 h 114146"/>
                <a:gd name="connsiteX7" fmla="*/ 12804 w 208758"/>
                <a:gd name="connsiteY7" fmla="*/ 81342 h 114146"/>
                <a:gd name="connsiteX8" fmla="*/ 7697 w 208758"/>
                <a:gd name="connsiteY8" fmla="*/ 92888 h 114146"/>
                <a:gd name="connsiteX9" fmla="*/ 24980 w 208758"/>
                <a:gd name="connsiteY9" fmla="*/ 111466 h 114146"/>
                <a:gd name="connsiteX10" fmla="*/ 188922 w 208758"/>
                <a:gd name="connsiteY10" fmla="*/ 112761 h 114146"/>
                <a:gd name="connsiteX11" fmla="*/ 208758 w 208758"/>
                <a:gd name="connsiteY11" fmla="*/ 96108 h 114146"/>
                <a:gd name="connsiteX12" fmla="*/ 204909 w 208758"/>
                <a:gd name="connsiteY12" fmla="*/ 78825 h 114146"/>
                <a:gd name="connsiteX13" fmla="*/ 188885 w 208758"/>
                <a:gd name="connsiteY13" fmla="*/ 73052 h 114146"/>
                <a:gd name="connsiteX14" fmla="*/ 21131 w 208758"/>
                <a:gd name="connsiteY14" fmla="*/ 0 h 11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8758" h="114146">
                  <a:moveTo>
                    <a:pt x="21131" y="0"/>
                  </a:moveTo>
                  <a:lnTo>
                    <a:pt x="5107" y="22426"/>
                  </a:lnTo>
                  <a:cubicBezTo>
                    <a:pt x="5107" y="22426"/>
                    <a:pt x="629" y="20502"/>
                    <a:pt x="629" y="28829"/>
                  </a:cubicBezTo>
                  <a:cubicBezTo>
                    <a:pt x="629" y="37155"/>
                    <a:pt x="0" y="73645"/>
                    <a:pt x="0" y="73645"/>
                  </a:cubicBezTo>
                  <a:cubicBezTo>
                    <a:pt x="0" y="73645"/>
                    <a:pt x="9622" y="75569"/>
                    <a:pt x="13434" y="75569"/>
                  </a:cubicBezTo>
                  <a:cubicBezTo>
                    <a:pt x="17282" y="75569"/>
                    <a:pt x="30716" y="71091"/>
                    <a:pt x="30716" y="71091"/>
                  </a:cubicBezTo>
                  <a:lnTo>
                    <a:pt x="23685" y="78159"/>
                  </a:lnTo>
                  <a:cubicBezTo>
                    <a:pt x="23685" y="78159"/>
                    <a:pt x="15987" y="79455"/>
                    <a:pt x="12804" y="81342"/>
                  </a:cubicBezTo>
                  <a:cubicBezTo>
                    <a:pt x="9622" y="83266"/>
                    <a:pt x="7031" y="85820"/>
                    <a:pt x="7697" y="92888"/>
                  </a:cubicBezTo>
                  <a:cubicBezTo>
                    <a:pt x="8327" y="99920"/>
                    <a:pt x="15395" y="108875"/>
                    <a:pt x="24980" y="111466"/>
                  </a:cubicBezTo>
                  <a:cubicBezTo>
                    <a:pt x="34602" y="114019"/>
                    <a:pt x="172898" y="115315"/>
                    <a:pt x="188922" y="112761"/>
                  </a:cubicBezTo>
                  <a:cubicBezTo>
                    <a:pt x="204946" y="110208"/>
                    <a:pt x="208758" y="103139"/>
                    <a:pt x="208758" y="96108"/>
                  </a:cubicBezTo>
                  <a:cubicBezTo>
                    <a:pt x="208758" y="89077"/>
                    <a:pt x="208758" y="79455"/>
                    <a:pt x="204909" y="78825"/>
                  </a:cubicBezTo>
                  <a:cubicBezTo>
                    <a:pt x="201061" y="78196"/>
                    <a:pt x="188885" y="73052"/>
                    <a:pt x="188885" y="73052"/>
                  </a:cubicBezTo>
                  <a:lnTo>
                    <a:pt x="21131" y="0"/>
                  </a:lnTo>
                  <a:close/>
                </a:path>
              </a:pathLst>
            </a:custGeom>
            <a:solidFill>
              <a:srgbClr val="1012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26E8E086-7795-127A-D869-FA3D4A55F446}"/>
                </a:ext>
              </a:extLst>
            </p:cNvPr>
            <p:cNvSpPr/>
            <p:nvPr/>
          </p:nvSpPr>
          <p:spPr>
            <a:xfrm>
              <a:off x="6812248" y="3837111"/>
              <a:ext cx="199067" cy="153691"/>
            </a:xfrm>
            <a:custGeom>
              <a:avLst/>
              <a:gdLst>
                <a:gd name="connsiteX0" fmla="*/ 3220 w 199067"/>
                <a:gd name="connsiteY0" fmla="*/ 12175 h 153691"/>
                <a:gd name="connsiteX1" fmla="*/ 0 w 199067"/>
                <a:gd name="connsiteY1" fmla="*/ 53142 h 153691"/>
                <a:gd name="connsiteX2" fmla="*/ 2554 w 199067"/>
                <a:gd name="connsiteY2" fmla="*/ 84525 h 153691"/>
                <a:gd name="connsiteX3" fmla="*/ 11509 w 199067"/>
                <a:gd name="connsiteY3" fmla="*/ 88373 h 153691"/>
                <a:gd name="connsiteX4" fmla="*/ 13434 w 199067"/>
                <a:gd name="connsiteY4" fmla="*/ 138962 h 153691"/>
                <a:gd name="connsiteX5" fmla="*/ 29458 w 199067"/>
                <a:gd name="connsiteY5" fmla="*/ 153691 h 153691"/>
                <a:gd name="connsiteX6" fmla="*/ 73644 w 199067"/>
                <a:gd name="connsiteY6" fmla="*/ 149213 h 153691"/>
                <a:gd name="connsiteX7" fmla="*/ 169678 w 199067"/>
                <a:gd name="connsiteY7" fmla="*/ 149842 h 153691"/>
                <a:gd name="connsiteX8" fmla="*/ 198507 w 199067"/>
                <a:gd name="connsiteY8" fmla="*/ 140887 h 153691"/>
                <a:gd name="connsiteX9" fmla="*/ 192734 w 199067"/>
                <a:gd name="connsiteY9" fmla="*/ 106951 h 153691"/>
                <a:gd name="connsiteX10" fmla="*/ 160723 w 199067"/>
                <a:gd name="connsiteY10" fmla="*/ 50589 h 153691"/>
                <a:gd name="connsiteX11" fmla="*/ 149213 w 199067"/>
                <a:gd name="connsiteY11" fmla="*/ 0 h 153691"/>
                <a:gd name="connsiteX12" fmla="*/ 3220 w 199067"/>
                <a:gd name="connsiteY12" fmla="*/ 12175 h 153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9067" h="153691">
                  <a:moveTo>
                    <a:pt x="3220" y="12175"/>
                  </a:moveTo>
                  <a:cubicBezTo>
                    <a:pt x="3220" y="12175"/>
                    <a:pt x="0" y="42928"/>
                    <a:pt x="0" y="53142"/>
                  </a:cubicBezTo>
                  <a:cubicBezTo>
                    <a:pt x="0" y="63393"/>
                    <a:pt x="0" y="80676"/>
                    <a:pt x="2554" y="84525"/>
                  </a:cubicBezTo>
                  <a:cubicBezTo>
                    <a:pt x="5107" y="88373"/>
                    <a:pt x="11509" y="85154"/>
                    <a:pt x="11509" y="88373"/>
                  </a:cubicBezTo>
                  <a:cubicBezTo>
                    <a:pt x="11509" y="91593"/>
                    <a:pt x="10880" y="127416"/>
                    <a:pt x="13434" y="138962"/>
                  </a:cubicBezTo>
                  <a:cubicBezTo>
                    <a:pt x="15987" y="150472"/>
                    <a:pt x="22389" y="153691"/>
                    <a:pt x="29458" y="153691"/>
                  </a:cubicBezTo>
                  <a:cubicBezTo>
                    <a:pt x="36489" y="153691"/>
                    <a:pt x="49960" y="149213"/>
                    <a:pt x="73644" y="149213"/>
                  </a:cubicBezTo>
                  <a:cubicBezTo>
                    <a:pt x="97329" y="149213"/>
                    <a:pt x="158798" y="149213"/>
                    <a:pt x="169678" y="149842"/>
                  </a:cubicBezTo>
                  <a:cubicBezTo>
                    <a:pt x="180559" y="150472"/>
                    <a:pt x="198507" y="146623"/>
                    <a:pt x="198507" y="140887"/>
                  </a:cubicBezTo>
                  <a:cubicBezTo>
                    <a:pt x="198507" y="135114"/>
                    <a:pt x="201727" y="119126"/>
                    <a:pt x="192734" y="106951"/>
                  </a:cubicBezTo>
                  <a:cubicBezTo>
                    <a:pt x="183778" y="94776"/>
                    <a:pt x="170307" y="69167"/>
                    <a:pt x="160723" y="50589"/>
                  </a:cubicBezTo>
                  <a:cubicBezTo>
                    <a:pt x="151138" y="32011"/>
                    <a:pt x="149213" y="0"/>
                    <a:pt x="149213" y="0"/>
                  </a:cubicBezTo>
                  <a:lnTo>
                    <a:pt x="3220" y="12175"/>
                  </a:lnTo>
                  <a:close/>
                </a:path>
              </a:pathLst>
            </a:custGeom>
            <a:solidFill>
              <a:srgbClr val="60433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7AA9B8F-8985-CAF6-6C23-6F0CC152AAEF}"/>
                </a:ext>
              </a:extLst>
            </p:cNvPr>
            <p:cNvSpPr/>
            <p:nvPr/>
          </p:nvSpPr>
          <p:spPr>
            <a:xfrm>
              <a:off x="6370862" y="2305949"/>
              <a:ext cx="633081" cy="1572931"/>
            </a:xfrm>
            <a:custGeom>
              <a:avLst/>
              <a:gdLst>
                <a:gd name="connsiteX0" fmla="*/ 0 w 633081"/>
                <a:gd name="connsiteY0" fmla="*/ 307146 h 1572931"/>
                <a:gd name="connsiteX1" fmla="*/ 23056 w 633081"/>
                <a:gd name="connsiteY1" fmla="*/ 841161 h 1572931"/>
                <a:gd name="connsiteX2" fmla="*/ 36489 w 633081"/>
                <a:gd name="connsiteY2" fmla="*/ 1345719 h 1572931"/>
                <a:gd name="connsiteX3" fmla="*/ 48665 w 633081"/>
                <a:gd name="connsiteY3" fmla="*/ 1538675 h 1572931"/>
                <a:gd name="connsiteX4" fmla="*/ 83636 w 633081"/>
                <a:gd name="connsiteY4" fmla="*/ 1555513 h 1572931"/>
                <a:gd name="connsiteX5" fmla="*/ 118645 w 633081"/>
                <a:gd name="connsiteY5" fmla="*/ 1559325 h 1572931"/>
                <a:gd name="connsiteX6" fmla="*/ 242953 w 633081"/>
                <a:gd name="connsiteY6" fmla="*/ 1533494 h 1572931"/>
                <a:gd name="connsiteX7" fmla="*/ 249355 w 633081"/>
                <a:gd name="connsiteY7" fmla="*/ 1478427 h 1572931"/>
                <a:gd name="connsiteX8" fmla="*/ 251613 w 633081"/>
                <a:gd name="connsiteY8" fmla="*/ 1288098 h 1572931"/>
                <a:gd name="connsiteX9" fmla="*/ 290248 w 633081"/>
                <a:gd name="connsiteY9" fmla="*/ 723034 h 1572931"/>
                <a:gd name="connsiteX10" fmla="*/ 321630 w 633081"/>
                <a:gd name="connsiteY10" fmla="*/ 438078 h 1572931"/>
                <a:gd name="connsiteX11" fmla="*/ 372219 w 633081"/>
                <a:gd name="connsiteY11" fmla="*/ 876503 h 1572931"/>
                <a:gd name="connsiteX12" fmla="*/ 411299 w 633081"/>
                <a:gd name="connsiteY12" fmla="*/ 1408853 h 1572931"/>
                <a:gd name="connsiteX13" fmla="*/ 417701 w 633081"/>
                <a:gd name="connsiteY13" fmla="*/ 1504887 h 1572931"/>
                <a:gd name="connsiteX14" fmla="*/ 433429 w 633081"/>
                <a:gd name="connsiteY14" fmla="*/ 1564543 h 1572931"/>
                <a:gd name="connsiteX15" fmla="*/ 515030 w 633081"/>
                <a:gd name="connsiteY15" fmla="*/ 1570205 h 1572931"/>
                <a:gd name="connsiteX16" fmla="*/ 564953 w 633081"/>
                <a:gd name="connsiteY16" fmla="*/ 1568910 h 1572931"/>
                <a:gd name="connsiteX17" fmla="*/ 609769 w 633081"/>
                <a:gd name="connsiteY17" fmla="*/ 1548407 h 1572931"/>
                <a:gd name="connsiteX18" fmla="*/ 613618 w 633081"/>
                <a:gd name="connsiteY18" fmla="*/ 1458776 h 1572931"/>
                <a:gd name="connsiteX19" fmla="*/ 631529 w 633081"/>
                <a:gd name="connsiteY19" fmla="*/ 977237 h 1572931"/>
                <a:gd name="connsiteX20" fmla="*/ 632825 w 633081"/>
                <a:gd name="connsiteY20" fmla="*/ 585330 h 1572931"/>
                <a:gd name="connsiteX21" fmla="*/ 623869 w 633081"/>
                <a:gd name="connsiteY21" fmla="*/ 130695 h 1572931"/>
                <a:gd name="connsiteX22" fmla="*/ 410004 w 633081"/>
                <a:gd name="connsiteY22" fmla="*/ 6462 h 1572931"/>
                <a:gd name="connsiteX23" fmla="*/ 205094 w 633081"/>
                <a:gd name="connsiteY23" fmla="*/ 6462 h 1572931"/>
                <a:gd name="connsiteX24" fmla="*/ 0 w 633081"/>
                <a:gd name="connsiteY24" fmla="*/ 307146 h 157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33081" h="1572931">
                  <a:moveTo>
                    <a:pt x="0" y="307146"/>
                  </a:moveTo>
                  <a:cubicBezTo>
                    <a:pt x="0" y="307146"/>
                    <a:pt x="17282" y="725920"/>
                    <a:pt x="23056" y="841161"/>
                  </a:cubicBezTo>
                  <a:cubicBezTo>
                    <a:pt x="28829" y="956402"/>
                    <a:pt x="34528" y="1290023"/>
                    <a:pt x="36489" y="1345719"/>
                  </a:cubicBezTo>
                  <a:cubicBezTo>
                    <a:pt x="37969" y="1387722"/>
                    <a:pt x="47369" y="1529682"/>
                    <a:pt x="48665" y="1538675"/>
                  </a:cubicBezTo>
                  <a:cubicBezTo>
                    <a:pt x="49960" y="1547630"/>
                    <a:pt x="74681" y="1550406"/>
                    <a:pt x="83636" y="1555513"/>
                  </a:cubicBezTo>
                  <a:cubicBezTo>
                    <a:pt x="92592" y="1560657"/>
                    <a:pt x="112243" y="1560620"/>
                    <a:pt x="118645" y="1559325"/>
                  </a:cubicBezTo>
                  <a:cubicBezTo>
                    <a:pt x="125048" y="1558066"/>
                    <a:pt x="236551" y="1548852"/>
                    <a:pt x="242953" y="1533494"/>
                  </a:cubicBezTo>
                  <a:cubicBezTo>
                    <a:pt x="249355" y="1518135"/>
                    <a:pt x="248060" y="1506589"/>
                    <a:pt x="249355" y="1478427"/>
                  </a:cubicBezTo>
                  <a:cubicBezTo>
                    <a:pt x="250650" y="1450264"/>
                    <a:pt x="250058" y="1317630"/>
                    <a:pt x="251613" y="1288098"/>
                  </a:cubicBezTo>
                  <a:cubicBezTo>
                    <a:pt x="253537" y="1251609"/>
                    <a:pt x="283846" y="787094"/>
                    <a:pt x="290248" y="723034"/>
                  </a:cubicBezTo>
                  <a:cubicBezTo>
                    <a:pt x="296650" y="659011"/>
                    <a:pt x="321630" y="438078"/>
                    <a:pt x="321630" y="438078"/>
                  </a:cubicBezTo>
                  <a:cubicBezTo>
                    <a:pt x="321630" y="438078"/>
                    <a:pt x="369481" y="822657"/>
                    <a:pt x="372219" y="876503"/>
                  </a:cubicBezTo>
                  <a:cubicBezTo>
                    <a:pt x="376253" y="956254"/>
                    <a:pt x="410004" y="1361447"/>
                    <a:pt x="411299" y="1408853"/>
                  </a:cubicBezTo>
                  <a:cubicBezTo>
                    <a:pt x="412557" y="1456222"/>
                    <a:pt x="415148" y="1489529"/>
                    <a:pt x="417701" y="1504887"/>
                  </a:cubicBezTo>
                  <a:cubicBezTo>
                    <a:pt x="420255" y="1520245"/>
                    <a:pt x="424622" y="1562359"/>
                    <a:pt x="433429" y="1564543"/>
                  </a:cubicBezTo>
                  <a:cubicBezTo>
                    <a:pt x="448972" y="1568428"/>
                    <a:pt x="499672" y="1567614"/>
                    <a:pt x="515030" y="1570205"/>
                  </a:cubicBezTo>
                  <a:cubicBezTo>
                    <a:pt x="530388" y="1572758"/>
                    <a:pt x="541935" y="1575312"/>
                    <a:pt x="564953" y="1568910"/>
                  </a:cubicBezTo>
                  <a:cubicBezTo>
                    <a:pt x="588009" y="1562507"/>
                    <a:pt x="607216" y="1552256"/>
                    <a:pt x="609769" y="1548407"/>
                  </a:cubicBezTo>
                  <a:cubicBezTo>
                    <a:pt x="612323" y="1544559"/>
                    <a:pt x="612323" y="1484385"/>
                    <a:pt x="613618" y="1458776"/>
                  </a:cubicBezTo>
                  <a:cubicBezTo>
                    <a:pt x="614876" y="1433167"/>
                    <a:pt x="632825" y="1046404"/>
                    <a:pt x="631529" y="977237"/>
                  </a:cubicBezTo>
                  <a:cubicBezTo>
                    <a:pt x="630234" y="908070"/>
                    <a:pt x="634083" y="645541"/>
                    <a:pt x="632825" y="585330"/>
                  </a:cubicBezTo>
                  <a:cubicBezTo>
                    <a:pt x="631529" y="525156"/>
                    <a:pt x="623869" y="130695"/>
                    <a:pt x="623869" y="130695"/>
                  </a:cubicBezTo>
                  <a:cubicBezTo>
                    <a:pt x="623869" y="130695"/>
                    <a:pt x="506260" y="-34246"/>
                    <a:pt x="410004" y="6462"/>
                  </a:cubicBezTo>
                  <a:cubicBezTo>
                    <a:pt x="343391" y="34624"/>
                    <a:pt x="205094" y="6462"/>
                    <a:pt x="205094" y="6462"/>
                  </a:cubicBezTo>
                  <a:lnTo>
                    <a:pt x="0" y="307146"/>
                  </a:lnTo>
                  <a:close/>
                </a:path>
              </a:pathLst>
            </a:custGeom>
            <a:solidFill>
              <a:srgbClr val="1F1F23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7FC6EE1A-EEEE-E527-8F3F-6BC80A28997F}"/>
                </a:ext>
              </a:extLst>
            </p:cNvPr>
            <p:cNvSpPr/>
            <p:nvPr/>
          </p:nvSpPr>
          <p:spPr>
            <a:xfrm>
              <a:off x="6615702" y="1446773"/>
              <a:ext cx="130085" cy="790142"/>
            </a:xfrm>
            <a:custGeom>
              <a:avLst/>
              <a:gdLst>
                <a:gd name="connsiteX0" fmla="*/ 8919 w 130085"/>
                <a:gd name="connsiteY0" fmla="*/ 80639 h 790142"/>
                <a:gd name="connsiteX1" fmla="*/ 46074 w 130085"/>
                <a:gd name="connsiteY1" fmla="*/ 117794 h 790142"/>
                <a:gd name="connsiteX2" fmla="*/ 34565 w 130085"/>
                <a:gd name="connsiteY2" fmla="*/ 151101 h 790142"/>
                <a:gd name="connsiteX3" fmla="*/ 0 w 130085"/>
                <a:gd name="connsiteY3" fmla="*/ 286844 h 790142"/>
                <a:gd name="connsiteX4" fmla="*/ 25609 w 130085"/>
                <a:gd name="connsiteY4" fmla="*/ 755578 h 790142"/>
                <a:gd name="connsiteX5" fmla="*/ 66613 w 130085"/>
                <a:gd name="connsiteY5" fmla="*/ 790143 h 790142"/>
                <a:gd name="connsiteX6" fmla="*/ 129377 w 130085"/>
                <a:gd name="connsiteY6" fmla="*/ 751729 h 790142"/>
                <a:gd name="connsiteX7" fmla="*/ 122975 w 130085"/>
                <a:gd name="connsiteY7" fmla="*/ 244581 h 790142"/>
                <a:gd name="connsiteX8" fmla="*/ 99920 w 130085"/>
                <a:gd name="connsiteY8" fmla="*/ 157503 h 790142"/>
                <a:gd name="connsiteX9" fmla="*/ 81971 w 130085"/>
                <a:gd name="connsiteY9" fmla="*/ 122938 h 790142"/>
                <a:gd name="connsiteX10" fmla="*/ 121680 w 130085"/>
                <a:gd name="connsiteY10" fmla="*/ 78122 h 790142"/>
                <a:gd name="connsiteX11" fmla="*/ 88373 w 130085"/>
                <a:gd name="connsiteY11" fmla="*/ 3849 h 790142"/>
                <a:gd name="connsiteX12" fmla="*/ 38414 w 130085"/>
                <a:gd name="connsiteY12" fmla="*/ 0 h 790142"/>
                <a:gd name="connsiteX13" fmla="*/ 8919 w 130085"/>
                <a:gd name="connsiteY13" fmla="*/ 80639 h 790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0085" h="790142">
                  <a:moveTo>
                    <a:pt x="8919" y="80639"/>
                  </a:moveTo>
                  <a:cubicBezTo>
                    <a:pt x="8919" y="80639"/>
                    <a:pt x="42225" y="115204"/>
                    <a:pt x="46074" y="117794"/>
                  </a:cubicBezTo>
                  <a:cubicBezTo>
                    <a:pt x="49923" y="120348"/>
                    <a:pt x="43632" y="135003"/>
                    <a:pt x="34565" y="151101"/>
                  </a:cubicBezTo>
                  <a:cubicBezTo>
                    <a:pt x="17912" y="180559"/>
                    <a:pt x="0" y="226670"/>
                    <a:pt x="0" y="286844"/>
                  </a:cubicBezTo>
                  <a:cubicBezTo>
                    <a:pt x="0" y="347054"/>
                    <a:pt x="25609" y="755578"/>
                    <a:pt x="25609" y="755578"/>
                  </a:cubicBezTo>
                  <a:lnTo>
                    <a:pt x="66613" y="790143"/>
                  </a:lnTo>
                  <a:lnTo>
                    <a:pt x="129377" y="751729"/>
                  </a:lnTo>
                  <a:cubicBezTo>
                    <a:pt x="129377" y="751729"/>
                    <a:pt x="133226" y="288102"/>
                    <a:pt x="122975" y="244581"/>
                  </a:cubicBezTo>
                  <a:cubicBezTo>
                    <a:pt x="112724" y="201024"/>
                    <a:pt x="114019" y="189514"/>
                    <a:pt x="99920" y="157503"/>
                  </a:cubicBezTo>
                  <a:cubicBezTo>
                    <a:pt x="88151" y="130747"/>
                    <a:pt x="81971" y="122938"/>
                    <a:pt x="81971" y="122938"/>
                  </a:cubicBezTo>
                  <a:lnTo>
                    <a:pt x="121680" y="78122"/>
                  </a:lnTo>
                  <a:lnTo>
                    <a:pt x="88373" y="3849"/>
                  </a:lnTo>
                  <a:lnTo>
                    <a:pt x="38414" y="0"/>
                  </a:lnTo>
                  <a:lnTo>
                    <a:pt x="8919" y="80639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691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432C3DFB-08F0-F7BE-22F2-C2ED4B308D9B}"/>
                </a:ext>
              </a:extLst>
            </p:cNvPr>
            <p:cNvSpPr/>
            <p:nvPr/>
          </p:nvSpPr>
          <p:spPr>
            <a:xfrm>
              <a:off x="6574459" y="1386193"/>
              <a:ext cx="223999" cy="205267"/>
            </a:xfrm>
            <a:custGeom>
              <a:avLst/>
              <a:gdLst>
                <a:gd name="connsiteX0" fmla="*/ 14302 w 223999"/>
                <a:gd name="connsiteY0" fmla="*/ 20834 h 205267"/>
                <a:gd name="connsiteX1" fmla="*/ 203 w 223999"/>
                <a:gd name="connsiteY1" fmla="*/ 52845 h 205267"/>
                <a:gd name="connsiteX2" fmla="*/ 9158 w 223999"/>
                <a:gd name="connsiteY2" fmla="*/ 134816 h 205267"/>
                <a:gd name="connsiteX3" fmla="*/ 34767 w 223999"/>
                <a:gd name="connsiteY3" fmla="*/ 205241 h 205267"/>
                <a:gd name="connsiteX4" fmla="*/ 70627 w 223999"/>
                <a:gd name="connsiteY4" fmla="*/ 143772 h 205267"/>
                <a:gd name="connsiteX5" fmla="*/ 100085 w 223999"/>
                <a:gd name="connsiteY5" fmla="*/ 115610 h 205267"/>
                <a:gd name="connsiteX6" fmla="*/ 101343 w 223999"/>
                <a:gd name="connsiteY6" fmla="*/ 93849 h 205267"/>
                <a:gd name="connsiteX7" fmla="*/ 111594 w 223999"/>
                <a:gd name="connsiteY7" fmla="*/ 115610 h 205267"/>
                <a:gd name="connsiteX8" fmla="*/ 144901 w 223999"/>
                <a:gd name="connsiteY8" fmla="*/ 146363 h 205267"/>
                <a:gd name="connsiteX9" fmla="*/ 183315 w 223999"/>
                <a:gd name="connsiteY9" fmla="*/ 200134 h 205267"/>
                <a:gd name="connsiteX10" fmla="*/ 223430 w 223999"/>
                <a:gd name="connsiteY10" fmla="*/ 81008 h 205267"/>
                <a:gd name="connsiteX11" fmla="*/ 203780 w 223999"/>
                <a:gd name="connsiteY11" fmla="*/ 2885 h 205267"/>
                <a:gd name="connsiteX12" fmla="*/ 14302 w 223999"/>
                <a:gd name="connsiteY12" fmla="*/ 20834 h 20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3999" h="205267">
                  <a:moveTo>
                    <a:pt x="14302" y="20834"/>
                  </a:moveTo>
                  <a:cubicBezTo>
                    <a:pt x="14302" y="20834"/>
                    <a:pt x="1498" y="37487"/>
                    <a:pt x="203" y="52845"/>
                  </a:cubicBezTo>
                  <a:cubicBezTo>
                    <a:pt x="-1093" y="68203"/>
                    <a:pt x="4051" y="107912"/>
                    <a:pt x="9158" y="134816"/>
                  </a:cubicBezTo>
                  <a:cubicBezTo>
                    <a:pt x="14265" y="161721"/>
                    <a:pt x="30919" y="203983"/>
                    <a:pt x="34767" y="205241"/>
                  </a:cubicBezTo>
                  <a:cubicBezTo>
                    <a:pt x="38616" y="206536"/>
                    <a:pt x="57823" y="160425"/>
                    <a:pt x="70627" y="143772"/>
                  </a:cubicBezTo>
                  <a:cubicBezTo>
                    <a:pt x="83432" y="127119"/>
                    <a:pt x="100085" y="115610"/>
                    <a:pt x="100085" y="115610"/>
                  </a:cubicBezTo>
                  <a:lnTo>
                    <a:pt x="101343" y="93849"/>
                  </a:lnTo>
                  <a:lnTo>
                    <a:pt x="111594" y="115610"/>
                  </a:lnTo>
                  <a:cubicBezTo>
                    <a:pt x="111594" y="115610"/>
                    <a:pt x="130801" y="125861"/>
                    <a:pt x="144901" y="146363"/>
                  </a:cubicBezTo>
                  <a:cubicBezTo>
                    <a:pt x="159001" y="166865"/>
                    <a:pt x="169252" y="179669"/>
                    <a:pt x="183315" y="200134"/>
                  </a:cubicBezTo>
                  <a:cubicBezTo>
                    <a:pt x="188422" y="198839"/>
                    <a:pt x="220877" y="122012"/>
                    <a:pt x="223430" y="81008"/>
                  </a:cubicBezTo>
                  <a:cubicBezTo>
                    <a:pt x="225984" y="40041"/>
                    <a:pt x="220026" y="18687"/>
                    <a:pt x="203780" y="2885"/>
                  </a:cubicBezTo>
                  <a:cubicBezTo>
                    <a:pt x="191382" y="-9253"/>
                    <a:pt x="14302" y="20834"/>
                    <a:pt x="14302" y="20834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3BF0CE2A-D92F-7757-513B-8218A042FBEB}"/>
                </a:ext>
              </a:extLst>
            </p:cNvPr>
            <p:cNvSpPr/>
            <p:nvPr/>
          </p:nvSpPr>
          <p:spPr>
            <a:xfrm>
              <a:off x="6323040" y="1471050"/>
              <a:ext cx="343018" cy="1511591"/>
            </a:xfrm>
            <a:custGeom>
              <a:avLst/>
              <a:gdLst>
                <a:gd name="connsiteX0" fmla="*/ 211950 w 343018"/>
                <a:gd name="connsiteY0" fmla="*/ 0 h 1511591"/>
                <a:gd name="connsiteX1" fmla="*/ 115879 w 343018"/>
                <a:gd name="connsiteY1" fmla="*/ 39709 h 1511591"/>
                <a:gd name="connsiteX2" fmla="*/ 15996 w 343018"/>
                <a:gd name="connsiteY2" fmla="*/ 73015 h 1511591"/>
                <a:gd name="connsiteX3" fmla="*/ 638 w 343018"/>
                <a:gd name="connsiteY3" fmla="*/ 111429 h 1511591"/>
                <a:gd name="connsiteX4" fmla="*/ 3192 w 343018"/>
                <a:gd name="connsiteY4" fmla="*/ 198507 h 1511591"/>
                <a:gd name="connsiteX5" fmla="*/ 10889 w 343018"/>
                <a:gd name="connsiteY5" fmla="*/ 295836 h 1511591"/>
                <a:gd name="connsiteX6" fmla="*/ 35240 w 343018"/>
                <a:gd name="connsiteY6" fmla="*/ 395719 h 1511591"/>
                <a:gd name="connsiteX7" fmla="*/ 48045 w 343018"/>
                <a:gd name="connsiteY7" fmla="*/ 475137 h 1511591"/>
                <a:gd name="connsiteX8" fmla="*/ 37793 w 343018"/>
                <a:gd name="connsiteY8" fmla="*/ 641632 h 1511591"/>
                <a:gd name="connsiteX9" fmla="*/ 26728 w 343018"/>
                <a:gd name="connsiteY9" fmla="*/ 777079 h 1511591"/>
                <a:gd name="connsiteX10" fmla="*/ 13295 w 343018"/>
                <a:gd name="connsiteY10" fmla="*/ 1095971 h 1511591"/>
                <a:gd name="connsiteX11" fmla="*/ 9668 w 343018"/>
                <a:gd name="connsiteY11" fmla="*/ 1376745 h 1511591"/>
                <a:gd name="connsiteX12" fmla="*/ 13517 w 343018"/>
                <a:gd name="connsiteY12" fmla="*/ 1462565 h 1511591"/>
                <a:gd name="connsiteX13" fmla="*/ 156957 w 343018"/>
                <a:gd name="connsiteY13" fmla="*/ 1504827 h 1511591"/>
                <a:gd name="connsiteX14" fmla="*/ 313202 w 343018"/>
                <a:gd name="connsiteY14" fmla="*/ 1504827 h 1511591"/>
                <a:gd name="connsiteX15" fmla="*/ 329855 w 343018"/>
                <a:gd name="connsiteY15" fmla="*/ 996384 h 1511591"/>
                <a:gd name="connsiteX16" fmla="*/ 340106 w 343018"/>
                <a:gd name="connsiteY16" fmla="*/ 499487 h 1511591"/>
                <a:gd name="connsiteX17" fmla="*/ 285446 w 343018"/>
                <a:gd name="connsiteY17" fmla="*/ 216456 h 1511591"/>
                <a:gd name="connsiteX18" fmla="*/ 211950 w 343018"/>
                <a:gd name="connsiteY18" fmla="*/ 0 h 1511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3018" h="1511591">
                  <a:moveTo>
                    <a:pt x="211950" y="0"/>
                  </a:moveTo>
                  <a:cubicBezTo>
                    <a:pt x="211950" y="0"/>
                    <a:pt x="153034" y="29458"/>
                    <a:pt x="115879" y="39709"/>
                  </a:cubicBezTo>
                  <a:cubicBezTo>
                    <a:pt x="78724" y="49960"/>
                    <a:pt x="28801" y="67871"/>
                    <a:pt x="15996" y="73015"/>
                  </a:cubicBezTo>
                  <a:cubicBezTo>
                    <a:pt x="3192" y="78122"/>
                    <a:pt x="-1915" y="93517"/>
                    <a:pt x="638" y="111429"/>
                  </a:cubicBezTo>
                  <a:cubicBezTo>
                    <a:pt x="3192" y="129341"/>
                    <a:pt x="5745" y="179300"/>
                    <a:pt x="3192" y="198507"/>
                  </a:cubicBezTo>
                  <a:cubicBezTo>
                    <a:pt x="638" y="217714"/>
                    <a:pt x="7929" y="279035"/>
                    <a:pt x="10889" y="295836"/>
                  </a:cubicBezTo>
                  <a:cubicBezTo>
                    <a:pt x="25618" y="379325"/>
                    <a:pt x="37905" y="398754"/>
                    <a:pt x="35240" y="395719"/>
                  </a:cubicBezTo>
                  <a:cubicBezTo>
                    <a:pt x="42901" y="429025"/>
                    <a:pt x="47563" y="455930"/>
                    <a:pt x="48045" y="475137"/>
                  </a:cubicBezTo>
                  <a:cubicBezTo>
                    <a:pt x="49340" y="525096"/>
                    <a:pt x="33945" y="587824"/>
                    <a:pt x="37793" y="641632"/>
                  </a:cubicBezTo>
                  <a:cubicBezTo>
                    <a:pt x="41383" y="691592"/>
                    <a:pt x="29282" y="729710"/>
                    <a:pt x="26728" y="777079"/>
                  </a:cubicBezTo>
                  <a:cubicBezTo>
                    <a:pt x="24175" y="824448"/>
                    <a:pt x="16921" y="988687"/>
                    <a:pt x="13295" y="1095971"/>
                  </a:cubicBezTo>
                  <a:cubicBezTo>
                    <a:pt x="11814" y="1139565"/>
                    <a:pt x="9668" y="1333225"/>
                    <a:pt x="9668" y="1376745"/>
                  </a:cubicBezTo>
                  <a:cubicBezTo>
                    <a:pt x="9668" y="1420303"/>
                    <a:pt x="8373" y="1454868"/>
                    <a:pt x="13517" y="1462565"/>
                  </a:cubicBezTo>
                  <a:cubicBezTo>
                    <a:pt x="18624" y="1470263"/>
                    <a:pt x="34019" y="1494576"/>
                    <a:pt x="156957" y="1504827"/>
                  </a:cubicBezTo>
                  <a:cubicBezTo>
                    <a:pt x="279895" y="1515078"/>
                    <a:pt x="313202" y="1512525"/>
                    <a:pt x="313202" y="1504827"/>
                  </a:cubicBezTo>
                  <a:cubicBezTo>
                    <a:pt x="313202" y="1497130"/>
                    <a:pt x="329855" y="1052746"/>
                    <a:pt x="329855" y="996384"/>
                  </a:cubicBezTo>
                  <a:cubicBezTo>
                    <a:pt x="329855" y="940022"/>
                    <a:pt x="350468" y="577573"/>
                    <a:pt x="340106" y="499487"/>
                  </a:cubicBezTo>
                  <a:cubicBezTo>
                    <a:pt x="328153" y="409412"/>
                    <a:pt x="285446" y="216456"/>
                    <a:pt x="285446" y="216456"/>
                  </a:cubicBezTo>
                  <a:lnTo>
                    <a:pt x="211950" y="0"/>
                  </a:lnTo>
                  <a:close/>
                </a:path>
              </a:pathLst>
            </a:custGeom>
            <a:solidFill>
              <a:srgbClr val="DCE7F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BDFA5BDB-4887-F77C-7076-C1E9E3B667AA}"/>
                </a:ext>
              </a:extLst>
            </p:cNvPr>
            <p:cNvSpPr/>
            <p:nvPr/>
          </p:nvSpPr>
          <p:spPr>
            <a:xfrm>
              <a:off x="6699795" y="1441555"/>
              <a:ext cx="357696" cy="1534752"/>
            </a:xfrm>
            <a:custGeom>
              <a:avLst/>
              <a:gdLst>
                <a:gd name="connsiteX0" fmla="*/ 65713 w 357696"/>
                <a:gd name="connsiteY0" fmla="*/ 260013 h 1534752"/>
                <a:gd name="connsiteX1" fmla="*/ 395 w 357696"/>
                <a:gd name="connsiteY1" fmla="*/ 413704 h 1534752"/>
                <a:gd name="connsiteX2" fmla="*/ 395 w 357696"/>
                <a:gd name="connsiteY2" fmla="*/ 503336 h 1534752"/>
                <a:gd name="connsiteX3" fmla="*/ 11904 w 357696"/>
                <a:gd name="connsiteY3" fmla="*/ 664688 h 1534752"/>
                <a:gd name="connsiteX4" fmla="*/ 34960 w 357696"/>
                <a:gd name="connsiteY4" fmla="*/ 1267907 h 1534752"/>
                <a:gd name="connsiteX5" fmla="*/ 37513 w 357696"/>
                <a:gd name="connsiteY5" fmla="*/ 1530436 h 1534752"/>
                <a:gd name="connsiteX6" fmla="*/ 205267 w 357696"/>
                <a:gd name="connsiteY6" fmla="*/ 1526588 h 1534752"/>
                <a:gd name="connsiteX7" fmla="*/ 323098 w 357696"/>
                <a:gd name="connsiteY7" fmla="*/ 1486879 h 1534752"/>
                <a:gd name="connsiteX8" fmla="*/ 326947 w 357696"/>
                <a:gd name="connsiteY8" fmla="*/ 1046307 h 1534752"/>
                <a:gd name="connsiteX9" fmla="*/ 319250 w 357696"/>
                <a:gd name="connsiteY9" fmla="*/ 836291 h 1534752"/>
                <a:gd name="connsiteX10" fmla="*/ 311552 w 357696"/>
                <a:gd name="connsiteY10" fmla="*/ 645481 h 1534752"/>
                <a:gd name="connsiteX11" fmla="*/ 321803 w 357696"/>
                <a:gd name="connsiteY11" fmla="*/ 512292 h 1534752"/>
                <a:gd name="connsiteX12" fmla="*/ 321803 w 357696"/>
                <a:gd name="connsiteY12" fmla="*/ 297132 h 1534752"/>
                <a:gd name="connsiteX13" fmla="*/ 357663 w 357696"/>
                <a:gd name="connsiteY13" fmla="*/ 106322 h 1534752"/>
                <a:gd name="connsiteX14" fmla="*/ 293640 w 357696"/>
                <a:gd name="connsiteY14" fmla="*/ 69167 h 1534752"/>
                <a:gd name="connsiteX15" fmla="*/ 120742 w 357696"/>
                <a:gd name="connsiteY15" fmla="*/ 0 h 1534752"/>
                <a:gd name="connsiteX16" fmla="*/ 65713 w 357696"/>
                <a:gd name="connsiteY16" fmla="*/ 260013 h 1534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7696" h="1534752">
                  <a:moveTo>
                    <a:pt x="65713" y="260013"/>
                  </a:moveTo>
                  <a:cubicBezTo>
                    <a:pt x="65713" y="260013"/>
                    <a:pt x="395" y="399605"/>
                    <a:pt x="395" y="413704"/>
                  </a:cubicBezTo>
                  <a:cubicBezTo>
                    <a:pt x="395" y="427804"/>
                    <a:pt x="-493" y="479022"/>
                    <a:pt x="395" y="503336"/>
                  </a:cubicBezTo>
                  <a:cubicBezTo>
                    <a:pt x="1690" y="537901"/>
                    <a:pt x="10646" y="628828"/>
                    <a:pt x="11904" y="664688"/>
                  </a:cubicBezTo>
                  <a:cubicBezTo>
                    <a:pt x="13199" y="700548"/>
                    <a:pt x="34960" y="1208991"/>
                    <a:pt x="34960" y="1267907"/>
                  </a:cubicBezTo>
                  <a:cubicBezTo>
                    <a:pt x="34960" y="1326822"/>
                    <a:pt x="36255" y="1525329"/>
                    <a:pt x="37513" y="1530436"/>
                  </a:cubicBezTo>
                  <a:cubicBezTo>
                    <a:pt x="38771" y="1535543"/>
                    <a:pt x="136137" y="1538097"/>
                    <a:pt x="205267" y="1526588"/>
                  </a:cubicBezTo>
                  <a:cubicBezTo>
                    <a:pt x="274434" y="1515078"/>
                    <a:pt x="321803" y="1502274"/>
                    <a:pt x="323098" y="1486879"/>
                  </a:cubicBezTo>
                  <a:cubicBezTo>
                    <a:pt x="324393" y="1471521"/>
                    <a:pt x="326947" y="1091160"/>
                    <a:pt x="326947" y="1046307"/>
                  </a:cubicBezTo>
                  <a:cubicBezTo>
                    <a:pt x="326947" y="1001454"/>
                    <a:pt x="324393" y="864453"/>
                    <a:pt x="319250" y="836291"/>
                  </a:cubicBezTo>
                  <a:cubicBezTo>
                    <a:pt x="314143" y="808128"/>
                    <a:pt x="311552" y="658286"/>
                    <a:pt x="311552" y="645481"/>
                  </a:cubicBezTo>
                  <a:cubicBezTo>
                    <a:pt x="311552" y="632677"/>
                    <a:pt x="321803" y="549410"/>
                    <a:pt x="321803" y="512292"/>
                  </a:cubicBezTo>
                  <a:cubicBezTo>
                    <a:pt x="321803" y="475137"/>
                    <a:pt x="321803" y="297132"/>
                    <a:pt x="321803" y="297132"/>
                  </a:cubicBezTo>
                  <a:cubicBezTo>
                    <a:pt x="321803" y="297132"/>
                    <a:pt x="358958" y="119126"/>
                    <a:pt x="357663" y="106322"/>
                  </a:cubicBezTo>
                  <a:cubicBezTo>
                    <a:pt x="356405" y="93517"/>
                    <a:pt x="321803" y="79418"/>
                    <a:pt x="293640" y="69167"/>
                  </a:cubicBezTo>
                  <a:cubicBezTo>
                    <a:pt x="265478" y="58916"/>
                    <a:pt x="120742" y="0"/>
                    <a:pt x="120742" y="0"/>
                  </a:cubicBezTo>
                  <a:lnTo>
                    <a:pt x="65713" y="260013"/>
                  </a:lnTo>
                  <a:close/>
                </a:path>
              </a:pathLst>
            </a:custGeom>
            <a:solidFill>
              <a:srgbClr val="DCE7F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0FB41CA6-7E73-2886-5306-5905C1530C19}"/>
                </a:ext>
              </a:extLst>
            </p:cNvPr>
            <p:cNvSpPr/>
            <p:nvPr/>
          </p:nvSpPr>
          <p:spPr>
            <a:xfrm>
              <a:off x="6288225" y="2123566"/>
              <a:ext cx="145105" cy="168624"/>
            </a:xfrm>
            <a:custGeom>
              <a:avLst/>
              <a:gdLst>
                <a:gd name="connsiteX0" fmla="*/ 0 w 145105"/>
                <a:gd name="connsiteY0" fmla="*/ 137664 h 168624"/>
                <a:gd name="connsiteX1" fmla="*/ 10251 w 145105"/>
                <a:gd name="connsiteY1" fmla="*/ 163273 h 168624"/>
                <a:gd name="connsiteX2" fmla="*/ 29014 w 145105"/>
                <a:gd name="connsiteY2" fmla="*/ 162421 h 168624"/>
                <a:gd name="connsiteX3" fmla="*/ 65725 w 145105"/>
                <a:gd name="connsiteY3" fmla="*/ 121454 h 168624"/>
                <a:gd name="connsiteX4" fmla="*/ 115241 w 145105"/>
                <a:gd name="connsiteY4" fmla="*/ 81339 h 168624"/>
                <a:gd name="connsiteX5" fmla="*/ 145106 w 145105"/>
                <a:gd name="connsiteY5" fmla="*/ 18167 h 168624"/>
                <a:gd name="connsiteX6" fmla="*/ 128045 w 145105"/>
                <a:gd name="connsiteY6" fmla="*/ 256 h 168624"/>
                <a:gd name="connsiteX7" fmla="*/ 0 w 145105"/>
                <a:gd name="connsiteY7" fmla="*/ 137664 h 168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5105" h="168624">
                  <a:moveTo>
                    <a:pt x="0" y="137664"/>
                  </a:moveTo>
                  <a:cubicBezTo>
                    <a:pt x="0" y="137664"/>
                    <a:pt x="6846" y="155575"/>
                    <a:pt x="10251" y="163273"/>
                  </a:cubicBezTo>
                  <a:cubicBezTo>
                    <a:pt x="13656" y="170970"/>
                    <a:pt x="19651" y="170082"/>
                    <a:pt x="29014" y="162421"/>
                  </a:cubicBezTo>
                  <a:cubicBezTo>
                    <a:pt x="38414" y="154724"/>
                    <a:pt x="56325" y="135110"/>
                    <a:pt x="65725" y="121454"/>
                  </a:cubicBezTo>
                  <a:cubicBezTo>
                    <a:pt x="75125" y="107799"/>
                    <a:pt x="97329" y="94143"/>
                    <a:pt x="115241" y="81339"/>
                  </a:cubicBezTo>
                  <a:cubicBezTo>
                    <a:pt x="133152" y="68534"/>
                    <a:pt x="145106" y="28418"/>
                    <a:pt x="145106" y="18167"/>
                  </a:cubicBezTo>
                  <a:cubicBezTo>
                    <a:pt x="145106" y="7916"/>
                    <a:pt x="139147" y="5363"/>
                    <a:pt x="128045" y="256"/>
                  </a:cubicBezTo>
                  <a:cubicBezTo>
                    <a:pt x="116980" y="-4888"/>
                    <a:pt x="4293" y="68534"/>
                    <a:pt x="0" y="137664"/>
                  </a:cubicBezTo>
                  <a:close/>
                </a:path>
              </a:pathLst>
            </a:custGeom>
            <a:solidFill>
              <a:srgbClr val="D4DFE9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77DCE504-9DF0-4EF7-FE50-034B2432D209}"/>
                </a:ext>
              </a:extLst>
            </p:cNvPr>
            <p:cNvSpPr/>
            <p:nvPr/>
          </p:nvSpPr>
          <p:spPr>
            <a:xfrm>
              <a:off x="6328378" y="2138291"/>
              <a:ext cx="84524" cy="83550"/>
            </a:xfrm>
            <a:custGeom>
              <a:avLst/>
              <a:gdLst>
                <a:gd name="connsiteX0" fmla="*/ 0 w 84524"/>
                <a:gd name="connsiteY0" fmla="*/ 58064 h 83550"/>
                <a:gd name="connsiteX1" fmla="*/ 12804 w 84524"/>
                <a:gd name="connsiteY1" fmla="*/ 81971 h 83550"/>
                <a:gd name="connsiteX2" fmla="*/ 46111 w 84524"/>
                <a:gd name="connsiteY2" fmla="*/ 73422 h 83550"/>
                <a:gd name="connsiteX3" fmla="*/ 84525 w 84524"/>
                <a:gd name="connsiteY3" fmla="*/ 23907 h 83550"/>
                <a:gd name="connsiteX4" fmla="*/ 35009 w 84524"/>
                <a:gd name="connsiteY4" fmla="*/ 0 h 83550"/>
                <a:gd name="connsiteX5" fmla="*/ 0 w 84524"/>
                <a:gd name="connsiteY5" fmla="*/ 58064 h 83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524" h="83550">
                  <a:moveTo>
                    <a:pt x="0" y="58064"/>
                  </a:moveTo>
                  <a:cubicBezTo>
                    <a:pt x="0" y="58064"/>
                    <a:pt x="5958" y="79418"/>
                    <a:pt x="12804" y="81971"/>
                  </a:cubicBezTo>
                  <a:cubicBezTo>
                    <a:pt x="19614" y="84525"/>
                    <a:pt x="30716" y="85376"/>
                    <a:pt x="46111" y="73422"/>
                  </a:cubicBezTo>
                  <a:cubicBezTo>
                    <a:pt x="61469" y="61469"/>
                    <a:pt x="84525" y="23907"/>
                    <a:pt x="84525" y="23907"/>
                  </a:cubicBezTo>
                  <a:lnTo>
                    <a:pt x="35009" y="0"/>
                  </a:lnTo>
                  <a:lnTo>
                    <a:pt x="0" y="58064"/>
                  </a:lnTo>
                  <a:close/>
                </a:path>
              </a:pathLst>
            </a:custGeom>
            <a:solidFill>
              <a:srgbClr val="96C1E8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08451C8C-0FE2-58EE-F30F-7E45412A553F}"/>
                </a:ext>
              </a:extLst>
            </p:cNvPr>
            <p:cNvSpPr/>
            <p:nvPr/>
          </p:nvSpPr>
          <p:spPr>
            <a:xfrm>
              <a:off x="6325787" y="2114128"/>
              <a:ext cx="185861" cy="165864"/>
            </a:xfrm>
            <a:custGeom>
              <a:avLst/>
              <a:gdLst>
                <a:gd name="connsiteX0" fmla="*/ 0 w 185861"/>
                <a:gd name="connsiteY0" fmla="*/ 60874 h 165864"/>
                <a:gd name="connsiteX1" fmla="*/ 25609 w 185861"/>
                <a:gd name="connsiteY1" fmla="*/ 97586 h 165864"/>
                <a:gd name="connsiteX2" fmla="*/ 57213 w 185861"/>
                <a:gd name="connsiteY2" fmla="*/ 136850 h 165864"/>
                <a:gd name="connsiteX3" fmla="*/ 139184 w 185861"/>
                <a:gd name="connsiteY3" fmla="*/ 165864 h 165864"/>
                <a:gd name="connsiteX4" fmla="*/ 143440 w 185861"/>
                <a:gd name="connsiteY4" fmla="*/ 135111 h 165864"/>
                <a:gd name="connsiteX5" fmla="*/ 146845 w 185861"/>
                <a:gd name="connsiteY5" fmla="*/ 111204 h 165864"/>
                <a:gd name="connsiteX6" fmla="*/ 169049 w 185861"/>
                <a:gd name="connsiteY6" fmla="*/ 121455 h 165864"/>
                <a:gd name="connsiteX7" fmla="*/ 182705 w 185861"/>
                <a:gd name="connsiteY7" fmla="*/ 92442 h 165864"/>
                <a:gd name="connsiteX8" fmla="*/ 154542 w 185861"/>
                <a:gd name="connsiteY8" fmla="*/ 54879 h 165864"/>
                <a:gd name="connsiteX9" fmla="*/ 123826 w 185861"/>
                <a:gd name="connsiteY9" fmla="*/ 27568 h 165864"/>
                <a:gd name="connsiteX10" fmla="*/ 64911 w 185861"/>
                <a:gd name="connsiteY10" fmla="*/ 5363 h 165864"/>
                <a:gd name="connsiteX11" fmla="*/ 0 w 185861"/>
                <a:gd name="connsiteY11" fmla="*/ 60874 h 16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5861" h="165864">
                  <a:moveTo>
                    <a:pt x="0" y="60874"/>
                  </a:moveTo>
                  <a:cubicBezTo>
                    <a:pt x="0" y="60874"/>
                    <a:pt x="17060" y="87335"/>
                    <a:pt x="25609" y="97586"/>
                  </a:cubicBezTo>
                  <a:cubicBezTo>
                    <a:pt x="34158" y="107837"/>
                    <a:pt x="48665" y="129190"/>
                    <a:pt x="57213" y="136850"/>
                  </a:cubicBezTo>
                  <a:cubicBezTo>
                    <a:pt x="65762" y="144548"/>
                    <a:pt x="139184" y="165864"/>
                    <a:pt x="139184" y="165864"/>
                  </a:cubicBezTo>
                  <a:cubicBezTo>
                    <a:pt x="139184" y="165864"/>
                    <a:pt x="140887" y="146213"/>
                    <a:pt x="143440" y="135111"/>
                  </a:cubicBezTo>
                  <a:cubicBezTo>
                    <a:pt x="145994" y="124009"/>
                    <a:pt x="146845" y="111204"/>
                    <a:pt x="146845" y="111204"/>
                  </a:cubicBezTo>
                  <a:cubicBezTo>
                    <a:pt x="146845" y="111204"/>
                    <a:pt x="157096" y="126562"/>
                    <a:pt x="169049" y="121455"/>
                  </a:cubicBezTo>
                  <a:cubicBezTo>
                    <a:pt x="181003" y="116348"/>
                    <a:pt x="191254" y="106948"/>
                    <a:pt x="182705" y="92442"/>
                  </a:cubicBezTo>
                  <a:cubicBezTo>
                    <a:pt x="174156" y="77935"/>
                    <a:pt x="162203" y="67684"/>
                    <a:pt x="154542" y="54879"/>
                  </a:cubicBezTo>
                  <a:cubicBezTo>
                    <a:pt x="146845" y="42075"/>
                    <a:pt x="132338" y="30121"/>
                    <a:pt x="123826" y="27568"/>
                  </a:cubicBezTo>
                  <a:cubicBezTo>
                    <a:pt x="115278" y="25014"/>
                    <a:pt x="99920" y="36968"/>
                    <a:pt x="64911" y="5363"/>
                  </a:cubicBezTo>
                  <a:cubicBezTo>
                    <a:pt x="35194" y="-21430"/>
                    <a:pt x="0" y="60874"/>
                    <a:pt x="0" y="60874"/>
                  </a:cubicBezTo>
                  <a:close/>
                </a:path>
              </a:pathLst>
            </a:custGeom>
            <a:solidFill>
              <a:srgbClr val="F5B97E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B2AD22F-C762-6FB1-A28B-AD5C4EAB350D}"/>
                </a:ext>
              </a:extLst>
            </p:cNvPr>
            <p:cNvSpPr/>
            <p:nvPr/>
          </p:nvSpPr>
          <p:spPr>
            <a:xfrm>
              <a:off x="6122266" y="1546619"/>
              <a:ext cx="307733" cy="743772"/>
            </a:xfrm>
            <a:custGeom>
              <a:avLst/>
              <a:gdLst>
                <a:gd name="connsiteX0" fmla="*/ 212921 w 307733"/>
                <a:gd name="connsiteY0" fmla="*/ 0 h 743772"/>
                <a:gd name="connsiteX1" fmla="*/ 209516 w 307733"/>
                <a:gd name="connsiteY1" fmla="*/ 35009 h 743772"/>
                <a:gd name="connsiteX2" fmla="*/ 212070 w 307733"/>
                <a:gd name="connsiteY2" fmla="*/ 113575 h 743772"/>
                <a:gd name="connsiteX3" fmla="*/ 220618 w 307733"/>
                <a:gd name="connsiteY3" fmla="*/ 234811 h 743772"/>
                <a:gd name="connsiteX4" fmla="*/ 241120 w 307733"/>
                <a:gd name="connsiteY4" fmla="*/ 302275 h 743772"/>
                <a:gd name="connsiteX5" fmla="*/ 247967 w 307733"/>
                <a:gd name="connsiteY5" fmla="*/ 314229 h 743772"/>
                <a:gd name="connsiteX6" fmla="*/ 242860 w 307733"/>
                <a:gd name="connsiteY6" fmla="*/ 333880 h 743772"/>
                <a:gd name="connsiteX7" fmla="*/ 232609 w 307733"/>
                <a:gd name="connsiteY7" fmla="*/ 362042 h 743772"/>
                <a:gd name="connsiteX8" fmla="*/ 228353 w 307733"/>
                <a:gd name="connsiteY8" fmla="*/ 389354 h 743772"/>
                <a:gd name="connsiteX9" fmla="*/ 225799 w 307733"/>
                <a:gd name="connsiteY9" fmla="*/ 409004 h 743772"/>
                <a:gd name="connsiteX10" fmla="*/ 214697 w 307733"/>
                <a:gd name="connsiteY10" fmla="*/ 415851 h 743772"/>
                <a:gd name="connsiteX11" fmla="*/ 228353 w 307733"/>
                <a:gd name="connsiteY11" fmla="*/ 426102 h 743772"/>
                <a:gd name="connsiteX12" fmla="*/ 224097 w 307733"/>
                <a:gd name="connsiteY12" fmla="*/ 447455 h 743772"/>
                <a:gd name="connsiteX13" fmla="*/ 216400 w 307733"/>
                <a:gd name="connsiteY13" fmla="*/ 456855 h 743772"/>
                <a:gd name="connsiteX14" fmla="*/ 229204 w 307733"/>
                <a:gd name="connsiteY14" fmla="*/ 489310 h 743772"/>
                <a:gd name="connsiteX15" fmla="*/ 266766 w 307733"/>
                <a:gd name="connsiteY15" fmla="*/ 540528 h 743772"/>
                <a:gd name="connsiteX16" fmla="*/ 307733 w 307733"/>
                <a:gd name="connsiteY16" fmla="*/ 584937 h 743772"/>
                <a:gd name="connsiteX17" fmla="*/ 259920 w 307733"/>
                <a:gd name="connsiteY17" fmla="*/ 604588 h 743772"/>
                <a:gd name="connsiteX18" fmla="*/ 190753 w 307733"/>
                <a:gd name="connsiteY18" fmla="*/ 695959 h 743772"/>
                <a:gd name="connsiteX19" fmla="*/ 177098 w 307733"/>
                <a:gd name="connsiteY19" fmla="*/ 743772 h 743772"/>
                <a:gd name="connsiteX20" fmla="*/ 143791 w 307733"/>
                <a:gd name="connsiteY20" fmla="*/ 684006 h 743772"/>
                <a:gd name="connsiteX21" fmla="*/ 96829 w 307733"/>
                <a:gd name="connsiteY21" fmla="*/ 587528 h 743772"/>
                <a:gd name="connsiteX22" fmla="*/ 73773 w 307733"/>
                <a:gd name="connsiteY22" fmla="*/ 556812 h 743772"/>
                <a:gd name="connsiteX23" fmla="*/ 31955 w 307733"/>
                <a:gd name="connsiteY23" fmla="*/ 498747 h 743772"/>
                <a:gd name="connsiteX24" fmla="*/ 11453 w 307733"/>
                <a:gd name="connsiteY24" fmla="*/ 475692 h 743772"/>
                <a:gd name="connsiteX25" fmla="*/ 7197 w 307733"/>
                <a:gd name="connsiteY25" fmla="*/ 457743 h 743772"/>
                <a:gd name="connsiteX26" fmla="*/ 2090 w 307733"/>
                <a:gd name="connsiteY26" fmla="*/ 433836 h 743772"/>
                <a:gd name="connsiteX27" fmla="*/ 8900 w 307733"/>
                <a:gd name="connsiteY27" fmla="*/ 399679 h 743772"/>
                <a:gd name="connsiteX28" fmla="*/ 18300 w 307733"/>
                <a:gd name="connsiteY28" fmla="*/ 369777 h 743772"/>
                <a:gd name="connsiteX29" fmla="*/ 49904 w 307733"/>
                <a:gd name="connsiteY29" fmla="*/ 313415 h 743772"/>
                <a:gd name="connsiteX30" fmla="*/ 87466 w 307733"/>
                <a:gd name="connsiteY30" fmla="*/ 221193 h 743772"/>
                <a:gd name="connsiteX31" fmla="*/ 137833 w 307733"/>
                <a:gd name="connsiteY31" fmla="*/ 108505 h 743772"/>
                <a:gd name="connsiteX32" fmla="*/ 212921 w 307733"/>
                <a:gd name="connsiteY32" fmla="*/ 0 h 743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07733" h="743772">
                  <a:moveTo>
                    <a:pt x="212921" y="0"/>
                  </a:moveTo>
                  <a:cubicBezTo>
                    <a:pt x="212921" y="0"/>
                    <a:pt x="206926" y="17912"/>
                    <a:pt x="209516" y="35009"/>
                  </a:cubicBezTo>
                  <a:cubicBezTo>
                    <a:pt x="212070" y="52106"/>
                    <a:pt x="212070" y="93073"/>
                    <a:pt x="212070" y="113575"/>
                  </a:cubicBezTo>
                  <a:cubicBezTo>
                    <a:pt x="212070" y="134077"/>
                    <a:pt x="213772" y="215197"/>
                    <a:pt x="220618" y="234811"/>
                  </a:cubicBezTo>
                  <a:cubicBezTo>
                    <a:pt x="227465" y="254425"/>
                    <a:pt x="234274" y="294578"/>
                    <a:pt x="241120" y="302275"/>
                  </a:cubicBezTo>
                  <a:cubicBezTo>
                    <a:pt x="247967" y="309973"/>
                    <a:pt x="247967" y="314229"/>
                    <a:pt x="247967" y="314229"/>
                  </a:cubicBezTo>
                  <a:cubicBezTo>
                    <a:pt x="247967" y="314229"/>
                    <a:pt x="245413" y="323629"/>
                    <a:pt x="242860" y="333880"/>
                  </a:cubicBezTo>
                  <a:cubicBezTo>
                    <a:pt x="240306" y="344131"/>
                    <a:pt x="232609" y="356935"/>
                    <a:pt x="232609" y="362042"/>
                  </a:cubicBezTo>
                  <a:cubicBezTo>
                    <a:pt x="232609" y="367149"/>
                    <a:pt x="230906" y="385949"/>
                    <a:pt x="228353" y="389354"/>
                  </a:cubicBezTo>
                  <a:cubicBezTo>
                    <a:pt x="225799" y="392758"/>
                    <a:pt x="235199" y="405563"/>
                    <a:pt x="225799" y="409004"/>
                  </a:cubicBezTo>
                  <a:cubicBezTo>
                    <a:pt x="216400" y="412409"/>
                    <a:pt x="214697" y="415851"/>
                    <a:pt x="214697" y="415851"/>
                  </a:cubicBezTo>
                  <a:cubicBezTo>
                    <a:pt x="214697" y="415851"/>
                    <a:pt x="228353" y="420107"/>
                    <a:pt x="228353" y="426102"/>
                  </a:cubicBezTo>
                  <a:cubicBezTo>
                    <a:pt x="228353" y="432097"/>
                    <a:pt x="230055" y="443162"/>
                    <a:pt x="224097" y="447455"/>
                  </a:cubicBezTo>
                  <a:cubicBezTo>
                    <a:pt x="218102" y="451711"/>
                    <a:pt x="214697" y="451711"/>
                    <a:pt x="216400" y="456855"/>
                  </a:cubicBezTo>
                  <a:cubicBezTo>
                    <a:pt x="218102" y="461962"/>
                    <a:pt x="219804" y="477357"/>
                    <a:pt x="229204" y="489310"/>
                  </a:cubicBezTo>
                  <a:cubicBezTo>
                    <a:pt x="238604" y="501264"/>
                    <a:pt x="254813" y="527724"/>
                    <a:pt x="266766" y="540528"/>
                  </a:cubicBezTo>
                  <a:cubicBezTo>
                    <a:pt x="278720" y="553333"/>
                    <a:pt x="307733" y="579793"/>
                    <a:pt x="307733" y="584937"/>
                  </a:cubicBezTo>
                  <a:cubicBezTo>
                    <a:pt x="292375" y="581532"/>
                    <a:pt x="271281" y="594485"/>
                    <a:pt x="259920" y="604588"/>
                  </a:cubicBezTo>
                  <a:cubicBezTo>
                    <a:pt x="229167" y="631899"/>
                    <a:pt x="198673" y="679676"/>
                    <a:pt x="190753" y="695959"/>
                  </a:cubicBezTo>
                  <a:cubicBezTo>
                    <a:pt x="174544" y="729266"/>
                    <a:pt x="177098" y="743772"/>
                    <a:pt x="177098" y="743772"/>
                  </a:cubicBezTo>
                  <a:cubicBezTo>
                    <a:pt x="177098" y="743772"/>
                    <a:pt x="159186" y="719866"/>
                    <a:pt x="143791" y="684006"/>
                  </a:cubicBezTo>
                  <a:cubicBezTo>
                    <a:pt x="128433" y="648146"/>
                    <a:pt x="104526" y="595225"/>
                    <a:pt x="96829" y="587528"/>
                  </a:cubicBezTo>
                  <a:cubicBezTo>
                    <a:pt x="89131" y="579830"/>
                    <a:pt x="79769" y="570467"/>
                    <a:pt x="73773" y="556812"/>
                  </a:cubicBezTo>
                  <a:cubicBezTo>
                    <a:pt x="67778" y="543156"/>
                    <a:pt x="43464" y="503077"/>
                    <a:pt x="31955" y="498747"/>
                  </a:cubicBezTo>
                  <a:cubicBezTo>
                    <a:pt x="18300" y="493640"/>
                    <a:pt x="10602" y="488496"/>
                    <a:pt x="11453" y="475692"/>
                  </a:cubicBezTo>
                  <a:cubicBezTo>
                    <a:pt x="12008" y="467143"/>
                    <a:pt x="9751" y="460334"/>
                    <a:pt x="7197" y="457743"/>
                  </a:cubicBezTo>
                  <a:cubicBezTo>
                    <a:pt x="4644" y="455190"/>
                    <a:pt x="-3905" y="447492"/>
                    <a:pt x="2090" y="433836"/>
                  </a:cubicBezTo>
                  <a:cubicBezTo>
                    <a:pt x="5717" y="425510"/>
                    <a:pt x="12600" y="411965"/>
                    <a:pt x="8900" y="399679"/>
                  </a:cubicBezTo>
                  <a:cubicBezTo>
                    <a:pt x="3793" y="382581"/>
                    <a:pt x="9751" y="375772"/>
                    <a:pt x="18300" y="369777"/>
                  </a:cubicBezTo>
                  <a:cubicBezTo>
                    <a:pt x="26848" y="363782"/>
                    <a:pt x="43057" y="331363"/>
                    <a:pt x="49904" y="313415"/>
                  </a:cubicBezTo>
                  <a:cubicBezTo>
                    <a:pt x="56750" y="295503"/>
                    <a:pt x="74625" y="251020"/>
                    <a:pt x="87466" y="221193"/>
                  </a:cubicBezTo>
                  <a:cubicBezTo>
                    <a:pt x="103675" y="183630"/>
                    <a:pt x="126731" y="128119"/>
                    <a:pt x="137833" y="108505"/>
                  </a:cubicBezTo>
                  <a:cubicBezTo>
                    <a:pt x="148898" y="88780"/>
                    <a:pt x="192456" y="5107"/>
                    <a:pt x="212921" y="0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335DA3B0-3037-CB33-EF2A-CD6F54C353F0}"/>
                </a:ext>
              </a:extLst>
            </p:cNvPr>
            <p:cNvSpPr/>
            <p:nvPr/>
          </p:nvSpPr>
          <p:spPr>
            <a:xfrm>
              <a:off x="6944808" y="2146618"/>
              <a:ext cx="122309" cy="150108"/>
            </a:xfrm>
            <a:custGeom>
              <a:avLst/>
              <a:gdLst>
                <a:gd name="connsiteX0" fmla="*/ 122309 w 122309"/>
                <a:gd name="connsiteY0" fmla="*/ 101807 h 150108"/>
                <a:gd name="connsiteX1" fmla="*/ 111429 w 122309"/>
                <a:gd name="connsiteY1" fmla="*/ 144069 h 150108"/>
                <a:gd name="connsiteX2" fmla="*/ 95405 w 122309"/>
                <a:gd name="connsiteY2" fmla="*/ 145994 h 150108"/>
                <a:gd name="connsiteX3" fmla="*/ 46111 w 122309"/>
                <a:gd name="connsiteY3" fmla="*/ 105656 h 150108"/>
                <a:gd name="connsiteX4" fmla="*/ 0 w 122309"/>
                <a:gd name="connsiteY4" fmla="*/ 80676 h 150108"/>
                <a:gd name="connsiteX5" fmla="*/ 40967 w 122309"/>
                <a:gd name="connsiteY5" fmla="*/ 0 h 150108"/>
                <a:gd name="connsiteX6" fmla="*/ 122309 w 122309"/>
                <a:gd name="connsiteY6" fmla="*/ 101807 h 150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2309" h="150108">
                  <a:moveTo>
                    <a:pt x="122309" y="101807"/>
                  </a:moveTo>
                  <a:cubicBezTo>
                    <a:pt x="122309" y="101807"/>
                    <a:pt x="117831" y="136372"/>
                    <a:pt x="111429" y="144069"/>
                  </a:cubicBezTo>
                  <a:cubicBezTo>
                    <a:pt x="105027" y="151767"/>
                    <a:pt x="101807" y="151767"/>
                    <a:pt x="95405" y="145994"/>
                  </a:cubicBezTo>
                  <a:cubicBezTo>
                    <a:pt x="89002" y="140221"/>
                    <a:pt x="61469" y="114612"/>
                    <a:pt x="46111" y="105656"/>
                  </a:cubicBezTo>
                  <a:cubicBezTo>
                    <a:pt x="30753" y="96700"/>
                    <a:pt x="0" y="80676"/>
                    <a:pt x="0" y="80676"/>
                  </a:cubicBezTo>
                  <a:lnTo>
                    <a:pt x="40967" y="0"/>
                  </a:lnTo>
                  <a:lnTo>
                    <a:pt x="122309" y="101807"/>
                  </a:lnTo>
                  <a:close/>
                </a:path>
              </a:pathLst>
            </a:custGeom>
            <a:solidFill>
              <a:srgbClr val="D4DFE9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47640A69-6235-A45E-3CC4-A90527256E04}"/>
                </a:ext>
              </a:extLst>
            </p:cNvPr>
            <p:cNvSpPr/>
            <p:nvPr/>
          </p:nvSpPr>
          <p:spPr>
            <a:xfrm>
              <a:off x="6954393" y="2152354"/>
              <a:ext cx="92851" cy="85982"/>
            </a:xfrm>
            <a:custGeom>
              <a:avLst/>
              <a:gdLst>
                <a:gd name="connsiteX0" fmla="*/ 92851 w 92851"/>
                <a:gd name="connsiteY0" fmla="*/ 53179 h 85982"/>
                <a:gd name="connsiteX1" fmla="*/ 60840 w 92851"/>
                <a:gd name="connsiteY1" fmla="*/ 85191 h 85982"/>
                <a:gd name="connsiteX2" fmla="*/ 27533 w 92851"/>
                <a:gd name="connsiteY2" fmla="*/ 69167 h 85982"/>
                <a:gd name="connsiteX3" fmla="*/ 0 w 92851"/>
                <a:gd name="connsiteY3" fmla="*/ 40338 h 85982"/>
                <a:gd name="connsiteX4" fmla="*/ 69796 w 92851"/>
                <a:gd name="connsiteY4" fmla="*/ 0 h 85982"/>
                <a:gd name="connsiteX5" fmla="*/ 92851 w 92851"/>
                <a:gd name="connsiteY5" fmla="*/ 53179 h 85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2851" h="85982">
                  <a:moveTo>
                    <a:pt x="92851" y="53179"/>
                  </a:moveTo>
                  <a:cubicBezTo>
                    <a:pt x="92851" y="53179"/>
                    <a:pt x="64023" y="82637"/>
                    <a:pt x="60840" y="85191"/>
                  </a:cubicBezTo>
                  <a:cubicBezTo>
                    <a:pt x="57620" y="87744"/>
                    <a:pt x="43558" y="84562"/>
                    <a:pt x="27533" y="69167"/>
                  </a:cubicBezTo>
                  <a:cubicBezTo>
                    <a:pt x="21760" y="63616"/>
                    <a:pt x="0" y="40338"/>
                    <a:pt x="0" y="40338"/>
                  </a:cubicBezTo>
                  <a:lnTo>
                    <a:pt x="69796" y="0"/>
                  </a:lnTo>
                  <a:lnTo>
                    <a:pt x="92851" y="53179"/>
                  </a:lnTo>
                  <a:close/>
                </a:path>
              </a:pathLst>
            </a:custGeom>
            <a:solidFill>
              <a:srgbClr val="96C1E8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B64880F-A635-8404-40B8-9BE2FD5DC13C}"/>
                </a:ext>
              </a:extLst>
            </p:cNvPr>
            <p:cNvSpPr/>
            <p:nvPr/>
          </p:nvSpPr>
          <p:spPr>
            <a:xfrm>
              <a:off x="6831327" y="2138957"/>
              <a:ext cx="190974" cy="145327"/>
            </a:xfrm>
            <a:custGeom>
              <a:avLst/>
              <a:gdLst>
                <a:gd name="connsiteX0" fmla="*/ 190975 w 190974"/>
                <a:gd name="connsiteY0" fmla="*/ 50552 h 145327"/>
                <a:gd name="connsiteX1" fmla="*/ 169843 w 190974"/>
                <a:gd name="connsiteY1" fmla="*/ 76161 h 145327"/>
                <a:gd name="connsiteX2" fmla="*/ 156410 w 190974"/>
                <a:gd name="connsiteY2" fmla="*/ 103065 h 145327"/>
                <a:gd name="connsiteX3" fmla="*/ 139756 w 190974"/>
                <a:gd name="connsiteY3" fmla="*/ 145328 h 145327"/>
                <a:gd name="connsiteX4" fmla="*/ 43723 w 190974"/>
                <a:gd name="connsiteY4" fmla="*/ 127379 h 145327"/>
                <a:gd name="connsiteX5" fmla="*/ 44352 w 190974"/>
                <a:gd name="connsiteY5" fmla="*/ 103065 h 145327"/>
                <a:gd name="connsiteX6" fmla="*/ 39874 w 190974"/>
                <a:gd name="connsiteY6" fmla="*/ 84488 h 145327"/>
                <a:gd name="connsiteX7" fmla="*/ 15523 w 190974"/>
                <a:gd name="connsiteY7" fmla="*/ 92185 h 145327"/>
                <a:gd name="connsiteX8" fmla="*/ 165 w 190974"/>
                <a:gd name="connsiteY8" fmla="*/ 68501 h 145327"/>
                <a:gd name="connsiteX9" fmla="*/ 20667 w 190974"/>
                <a:gd name="connsiteY9" fmla="*/ 52476 h 145327"/>
                <a:gd name="connsiteX10" fmla="*/ 40503 w 190974"/>
                <a:gd name="connsiteY10" fmla="*/ 32640 h 145327"/>
                <a:gd name="connsiteX11" fmla="*/ 76363 w 190974"/>
                <a:gd name="connsiteY11" fmla="*/ 12804 h 145327"/>
                <a:gd name="connsiteX12" fmla="*/ 110299 w 190974"/>
                <a:gd name="connsiteY12" fmla="*/ 0 h 145327"/>
                <a:gd name="connsiteX13" fmla="*/ 190975 w 190974"/>
                <a:gd name="connsiteY13" fmla="*/ 50552 h 145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0974" h="145327">
                  <a:moveTo>
                    <a:pt x="190975" y="50552"/>
                  </a:moveTo>
                  <a:cubicBezTo>
                    <a:pt x="190975" y="50552"/>
                    <a:pt x="176246" y="67205"/>
                    <a:pt x="169843" y="76161"/>
                  </a:cubicBezTo>
                  <a:cubicBezTo>
                    <a:pt x="163441" y="85117"/>
                    <a:pt x="162812" y="90261"/>
                    <a:pt x="156410" y="103065"/>
                  </a:cubicBezTo>
                  <a:cubicBezTo>
                    <a:pt x="150008" y="115870"/>
                    <a:pt x="139756" y="145328"/>
                    <a:pt x="139756" y="145328"/>
                  </a:cubicBezTo>
                  <a:lnTo>
                    <a:pt x="43723" y="127379"/>
                  </a:lnTo>
                  <a:cubicBezTo>
                    <a:pt x="43723" y="127379"/>
                    <a:pt x="45647" y="113945"/>
                    <a:pt x="44352" y="103065"/>
                  </a:cubicBezTo>
                  <a:cubicBezTo>
                    <a:pt x="43057" y="92185"/>
                    <a:pt x="39874" y="84488"/>
                    <a:pt x="39874" y="84488"/>
                  </a:cubicBezTo>
                  <a:cubicBezTo>
                    <a:pt x="39874" y="84488"/>
                    <a:pt x="30918" y="95997"/>
                    <a:pt x="15523" y="92185"/>
                  </a:cubicBezTo>
                  <a:cubicBezTo>
                    <a:pt x="165" y="88336"/>
                    <a:pt x="-501" y="78752"/>
                    <a:pt x="165" y="68501"/>
                  </a:cubicBezTo>
                  <a:cubicBezTo>
                    <a:pt x="794" y="58249"/>
                    <a:pt x="11045" y="58249"/>
                    <a:pt x="20667" y="52476"/>
                  </a:cubicBezTo>
                  <a:cubicBezTo>
                    <a:pt x="30252" y="46703"/>
                    <a:pt x="33472" y="39672"/>
                    <a:pt x="40503" y="32640"/>
                  </a:cubicBezTo>
                  <a:cubicBezTo>
                    <a:pt x="47571" y="25609"/>
                    <a:pt x="56527" y="13434"/>
                    <a:pt x="76363" y="12804"/>
                  </a:cubicBezTo>
                  <a:cubicBezTo>
                    <a:pt x="96199" y="12175"/>
                    <a:pt x="110299" y="0"/>
                    <a:pt x="110299" y="0"/>
                  </a:cubicBezTo>
                  <a:lnTo>
                    <a:pt x="190975" y="50552"/>
                  </a:lnTo>
                  <a:close/>
                </a:path>
              </a:pathLst>
            </a:custGeom>
            <a:solidFill>
              <a:srgbClr val="F5B97E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AAE35A92-839F-A620-3121-D99087C2E743}"/>
                </a:ext>
              </a:extLst>
            </p:cNvPr>
            <p:cNvSpPr/>
            <p:nvPr/>
          </p:nvSpPr>
          <p:spPr>
            <a:xfrm>
              <a:off x="6922419" y="1529966"/>
              <a:ext cx="347789" cy="763275"/>
            </a:xfrm>
            <a:custGeom>
              <a:avLst/>
              <a:gdLst>
                <a:gd name="connsiteX0" fmla="*/ 114612 w 347789"/>
                <a:gd name="connsiteY0" fmla="*/ 0 h 763275"/>
                <a:gd name="connsiteX1" fmla="*/ 104361 w 347789"/>
                <a:gd name="connsiteY1" fmla="*/ 62764 h 763275"/>
                <a:gd name="connsiteX2" fmla="*/ 92851 w 347789"/>
                <a:gd name="connsiteY2" fmla="*/ 171640 h 763275"/>
                <a:gd name="connsiteX3" fmla="*/ 94109 w 347789"/>
                <a:gd name="connsiteY3" fmla="*/ 275371 h 763275"/>
                <a:gd name="connsiteX4" fmla="*/ 85154 w 347789"/>
                <a:gd name="connsiteY4" fmla="*/ 331733 h 763275"/>
                <a:gd name="connsiteX5" fmla="*/ 101807 w 347789"/>
                <a:gd name="connsiteY5" fmla="*/ 376549 h 763275"/>
                <a:gd name="connsiteX6" fmla="*/ 121014 w 347789"/>
                <a:gd name="connsiteY6" fmla="*/ 408560 h 763275"/>
                <a:gd name="connsiteX7" fmla="*/ 123567 w 347789"/>
                <a:gd name="connsiteY7" fmla="*/ 431616 h 763275"/>
                <a:gd name="connsiteX8" fmla="*/ 135077 w 347789"/>
                <a:gd name="connsiteY8" fmla="*/ 436723 h 763275"/>
                <a:gd name="connsiteX9" fmla="*/ 135077 w 347789"/>
                <a:gd name="connsiteY9" fmla="*/ 444420 h 763275"/>
                <a:gd name="connsiteX10" fmla="*/ 142774 w 347789"/>
                <a:gd name="connsiteY10" fmla="*/ 449528 h 763275"/>
                <a:gd name="connsiteX11" fmla="*/ 137667 w 347789"/>
                <a:gd name="connsiteY11" fmla="*/ 467439 h 763275"/>
                <a:gd name="connsiteX12" fmla="*/ 118460 w 347789"/>
                <a:gd name="connsiteY12" fmla="*/ 499450 h 763275"/>
                <a:gd name="connsiteX13" fmla="*/ 83896 w 347789"/>
                <a:gd name="connsiteY13" fmla="*/ 532757 h 763275"/>
                <a:gd name="connsiteX14" fmla="*/ 0 w 347789"/>
                <a:gd name="connsiteY14" fmla="*/ 619206 h 763275"/>
                <a:gd name="connsiteX15" fmla="*/ 44187 w 347789"/>
                <a:gd name="connsiteY15" fmla="*/ 624979 h 763275"/>
                <a:gd name="connsiteX16" fmla="*/ 132560 w 347789"/>
                <a:gd name="connsiteY16" fmla="*/ 718459 h 763275"/>
                <a:gd name="connsiteX17" fmla="*/ 132560 w 347789"/>
                <a:gd name="connsiteY17" fmla="*/ 763275 h 763275"/>
                <a:gd name="connsiteX18" fmla="*/ 182520 w 347789"/>
                <a:gd name="connsiteY18" fmla="*/ 699253 h 763275"/>
                <a:gd name="connsiteX19" fmla="*/ 279849 w 347789"/>
                <a:gd name="connsiteY19" fmla="*/ 568617 h 763275"/>
                <a:gd name="connsiteX20" fmla="*/ 327218 w 347789"/>
                <a:gd name="connsiteY20" fmla="*/ 509701 h 763275"/>
                <a:gd name="connsiteX21" fmla="*/ 347721 w 347789"/>
                <a:gd name="connsiteY21" fmla="*/ 471288 h 763275"/>
                <a:gd name="connsiteX22" fmla="*/ 340541 w 347789"/>
                <a:gd name="connsiteY22" fmla="*/ 434725 h 763275"/>
                <a:gd name="connsiteX23" fmla="*/ 337988 w 347789"/>
                <a:gd name="connsiteY23" fmla="*/ 407820 h 763275"/>
                <a:gd name="connsiteX24" fmla="*/ 331585 w 347789"/>
                <a:gd name="connsiteY24" fmla="*/ 380916 h 763275"/>
                <a:gd name="connsiteX25" fmla="*/ 317486 w 347789"/>
                <a:gd name="connsiteY25" fmla="*/ 343761 h 763275"/>
                <a:gd name="connsiteX26" fmla="*/ 294430 w 347789"/>
                <a:gd name="connsiteY26" fmla="*/ 292543 h 763275"/>
                <a:gd name="connsiteX27" fmla="*/ 227854 w 347789"/>
                <a:gd name="connsiteY27" fmla="*/ 179855 h 763275"/>
                <a:gd name="connsiteX28" fmla="*/ 193289 w 347789"/>
                <a:gd name="connsiteY28" fmla="*/ 129896 h 763275"/>
                <a:gd name="connsiteX29" fmla="*/ 147955 w 347789"/>
                <a:gd name="connsiteY29" fmla="*/ 28126 h 763275"/>
                <a:gd name="connsiteX30" fmla="*/ 114612 w 347789"/>
                <a:gd name="connsiteY30" fmla="*/ 0 h 763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47789" h="763275">
                  <a:moveTo>
                    <a:pt x="114612" y="0"/>
                  </a:moveTo>
                  <a:cubicBezTo>
                    <a:pt x="114612" y="0"/>
                    <a:pt x="109505" y="37118"/>
                    <a:pt x="104361" y="62764"/>
                  </a:cubicBezTo>
                  <a:cubicBezTo>
                    <a:pt x="99254" y="88373"/>
                    <a:pt x="91556" y="149842"/>
                    <a:pt x="92851" y="171640"/>
                  </a:cubicBezTo>
                  <a:cubicBezTo>
                    <a:pt x="94109" y="193400"/>
                    <a:pt x="99254" y="261308"/>
                    <a:pt x="94109" y="275371"/>
                  </a:cubicBezTo>
                  <a:cubicBezTo>
                    <a:pt x="89003" y="289471"/>
                    <a:pt x="83859" y="320187"/>
                    <a:pt x="85154" y="331733"/>
                  </a:cubicBezTo>
                  <a:cubicBezTo>
                    <a:pt x="86449" y="343243"/>
                    <a:pt x="90261" y="363745"/>
                    <a:pt x="101807" y="376549"/>
                  </a:cubicBezTo>
                  <a:cubicBezTo>
                    <a:pt x="113316" y="389354"/>
                    <a:pt x="122309" y="399605"/>
                    <a:pt x="121014" y="408560"/>
                  </a:cubicBezTo>
                  <a:cubicBezTo>
                    <a:pt x="119756" y="417516"/>
                    <a:pt x="119756" y="427767"/>
                    <a:pt x="123567" y="431616"/>
                  </a:cubicBezTo>
                  <a:cubicBezTo>
                    <a:pt x="127416" y="435465"/>
                    <a:pt x="135077" y="436723"/>
                    <a:pt x="135077" y="436723"/>
                  </a:cubicBezTo>
                  <a:cubicBezTo>
                    <a:pt x="135077" y="436723"/>
                    <a:pt x="132523" y="440572"/>
                    <a:pt x="135077" y="444420"/>
                  </a:cubicBezTo>
                  <a:cubicBezTo>
                    <a:pt x="137630" y="448269"/>
                    <a:pt x="142774" y="449528"/>
                    <a:pt x="142774" y="449528"/>
                  </a:cubicBezTo>
                  <a:cubicBezTo>
                    <a:pt x="142774" y="449528"/>
                    <a:pt x="137667" y="462332"/>
                    <a:pt x="137667" y="467439"/>
                  </a:cubicBezTo>
                  <a:cubicBezTo>
                    <a:pt x="137667" y="472546"/>
                    <a:pt x="119756" y="491790"/>
                    <a:pt x="118460" y="499450"/>
                  </a:cubicBezTo>
                  <a:cubicBezTo>
                    <a:pt x="117165" y="507148"/>
                    <a:pt x="94109" y="521211"/>
                    <a:pt x="83896" y="532757"/>
                  </a:cubicBezTo>
                  <a:cubicBezTo>
                    <a:pt x="73644" y="544266"/>
                    <a:pt x="2554" y="615357"/>
                    <a:pt x="0" y="619206"/>
                  </a:cubicBezTo>
                  <a:cubicBezTo>
                    <a:pt x="13434" y="616652"/>
                    <a:pt x="26904" y="614728"/>
                    <a:pt x="44187" y="624979"/>
                  </a:cubicBezTo>
                  <a:cubicBezTo>
                    <a:pt x="66502" y="638191"/>
                    <a:pt x="119941" y="694442"/>
                    <a:pt x="132560" y="718459"/>
                  </a:cubicBezTo>
                  <a:cubicBezTo>
                    <a:pt x="145994" y="744068"/>
                    <a:pt x="132560" y="763275"/>
                    <a:pt x="132560" y="763275"/>
                  </a:cubicBezTo>
                  <a:cubicBezTo>
                    <a:pt x="132560" y="763275"/>
                    <a:pt x="162018" y="726120"/>
                    <a:pt x="182520" y="699253"/>
                  </a:cubicBezTo>
                  <a:cubicBezTo>
                    <a:pt x="203022" y="672348"/>
                    <a:pt x="258089" y="598075"/>
                    <a:pt x="279849" y="568617"/>
                  </a:cubicBezTo>
                  <a:cubicBezTo>
                    <a:pt x="301609" y="539159"/>
                    <a:pt x="320816" y="517399"/>
                    <a:pt x="327218" y="509701"/>
                  </a:cubicBezTo>
                  <a:cubicBezTo>
                    <a:pt x="333621" y="502004"/>
                    <a:pt x="346425" y="481539"/>
                    <a:pt x="347721" y="471288"/>
                  </a:cubicBezTo>
                  <a:cubicBezTo>
                    <a:pt x="349016" y="461037"/>
                    <a:pt x="331585" y="447529"/>
                    <a:pt x="340541" y="434725"/>
                  </a:cubicBezTo>
                  <a:cubicBezTo>
                    <a:pt x="349497" y="421920"/>
                    <a:pt x="337988" y="407820"/>
                    <a:pt x="337988" y="407820"/>
                  </a:cubicBezTo>
                  <a:cubicBezTo>
                    <a:pt x="337988" y="407820"/>
                    <a:pt x="336692" y="393721"/>
                    <a:pt x="331585" y="380916"/>
                  </a:cubicBezTo>
                  <a:cubicBezTo>
                    <a:pt x="326478" y="368111"/>
                    <a:pt x="326478" y="354012"/>
                    <a:pt x="317486" y="343761"/>
                  </a:cubicBezTo>
                  <a:cubicBezTo>
                    <a:pt x="308530" y="333510"/>
                    <a:pt x="312379" y="330956"/>
                    <a:pt x="294430" y="292543"/>
                  </a:cubicBezTo>
                  <a:cubicBezTo>
                    <a:pt x="276482" y="254129"/>
                    <a:pt x="235514" y="191365"/>
                    <a:pt x="227854" y="179855"/>
                  </a:cubicBezTo>
                  <a:cubicBezTo>
                    <a:pt x="220156" y="168309"/>
                    <a:pt x="204798" y="149139"/>
                    <a:pt x="193289" y="129896"/>
                  </a:cubicBezTo>
                  <a:cubicBezTo>
                    <a:pt x="181780" y="110689"/>
                    <a:pt x="163350" y="51181"/>
                    <a:pt x="147955" y="28126"/>
                  </a:cubicBezTo>
                  <a:cubicBezTo>
                    <a:pt x="132523" y="5107"/>
                    <a:pt x="114612" y="0"/>
                    <a:pt x="114612" y="0"/>
                  </a:cubicBezTo>
                  <a:close/>
                </a:path>
              </a:pathLst>
            </a:custGeom>
            <a:solidFill>
              <a:srgbClr val="E4EF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EC7C9849-72B8-2809-12EC-9DF115F9CC4E}"/>
                </a:ext>
              </a:extLst>
            </p:cNvPr>
            <p:cNvSpPr/>
            <p:nvPr/>
          </p:nvSpPr>
          <p:spPr>
            <a:xfrm>
              <a:off x="6354024" y="2232216"/>
              <a:ext cx="145105" cy="260514"/>
            </a:xfrm>
            <a:custGeom>
              <a:avLst/>
              <a:gdLst>
                <a:gd name="connsiteX0" fmla="*/ 122901 w 145105"/>
                <a:gd name="connsiteY0" fmla="*/ 11102 h 260514"/>
                <a:gd name="connsiteX1" fmla="*/ 119497 w 145105"/>
                <a:gd name="connsiteY1" fmla="*/ 52958 h 260514"/>
                <a:gd name="connsiteX2" fmla="*/ 130599 w 145105"/>
                <a:gd name="connsiteY2" fmla="*/ 137482 h 260514"/>
                <a:gd name="connsiteX3" fmla="*/ 144254 w 145105"/>
                <a:gd name="connsiteY3" fmla="*/ 232258 h 260514"/>
                <a:gd name="connsiteX4" fmla="*/ 145106 w 145105"/>
                <a:gd name="connsiteY4" fmla="*/ 257867 h 260514"/>
                <a:gd name="connsiteX5" fmla="*/ 136557 w 145105"/>
                <a:gd name="connsiteY5" fmla="*/ 260420 h 260514"/>
                <a:gd name="connsiteX6" fmla="*/ 72534 w 145105"/>
                <a:gd name="connsiteY6" fmla="*/ 257867 h 260514"/>
                <a:gd name="connsiteX7" fmla="*/ 24721 w 145105"/>
                <a:gd name="connsiteY7" fmla="*/ 245913 h 260514"/>
                <a:gd name="connsiteX8" fmla="*/ 22167 w 145105"/>
                <a:gd name="connsiteY8" fmla="*/ 210905 h 260514"/>
                <a:gd name="connsiteX9" fmla="*/ 16209 w 145105"/>
                <a:gd name="connsiteY9" fmla="*/ 168235 h 260514"/>
                <a:gd name="connsiteX10" fmla="*/ 6809 w 145105"/>
                <a:gd name="connsiteY10" fmla="*/ 66613 h 260514"/>
                <a:gd name="connsiteX11" fmla="*/ 0 w 145105"/>
                <a:gd name="connsiteY11" fmla="*/ 12805 h 260514"/>
                <a:gd name="connsiteX12" fmla="*/ 13656 w 145105"/>
                <a:gd name="connsiteY12" fmla="*/ 0 h 260514"/>
                <a:gd name="connsiteX13" fmla="*/ 35860 w 145105"/>
                <a:gd name="connsiteY13" fmla="*/ 13656 h 260514"/>
                <a:gd name="connsiteX14" fmla="*/ 122901 w 145105"/>
                <a:gd name="connsiteY14" fmla="*/ 11102 h 260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5105" h="260514">
                  <a:moveTo>
                    <a:pt x="122901" y="11102"/>
                  </a:moveTo>
                  <a:cubicBezTo>
                    <a:pt x="122901" y="11102"/>
                    <a:pt x="119497" y="37562"/>
                    <a:pt x="119497" y="52958"/>
                  </a:cubicBezTo>
                  <a:cubicBezTo>
                    <a:pt x="119497" y="68316"/>
                    <a:pt x="129748" y="111873"/>
                    <a:pt x="130599" y="137482"/>
                  </a:cubicBezTo>
                  <a:cubicBezTo>
                    <a:pt x="131450" y="163091"/>
                    <a:pt x="143403" y="224560"/>
                    <a:pt x="144254" y="232258"/>
                  </a:cubicBezTo>
                  <a:cubicBezTo>
                    <a:pt x="145106" y="239918"/>
                    <a:pt x="145106" y="255313"/>
                    <a:pt x="145106" y="257867"/>
                  </a:cubicBezTo>
                  <a:cubicBezTo>
                    <a:pt x="145106" y="260420"/>
                    <a:pt x="145106" y="260420"/>
                    <a:pt x="136557" y="260420"/>
                  </a:cubicBezTo>
                  <a:cubicBezTo>
                    <a:pt x="128008" y="260420"/>
                    <a:pt x="91297" y="261271"/>
                    <a:pt x="72534" y="257867"/>
                  </a:cubicBezTo>
                  <a:cubicBezTo>
                    <a:pt x="53772" y="254462"/>
                    <a:pt x="26127" y="251909"/>
                    <a:pt x="24721" y="245913"/>
                  </a:cubicBezTo>
                  <a:cubicBezTo>
                    <a:pt x="22167" y="234811"/>
                    <a:pt x="22167" y="225411"/>
                    <a:pt x="22167" y="210905"/>
                  </a:cubicBezTo>
                  <a:cubicBezTo>
                    <a:pt x="22167" y="196398"/>
                    <a:pt x="17060" y="176747"/>
                    <a:pt x="16209" y="168235"/>
                  </a:cubicBezTo>
                  <a:cubicBezTo>
                    <a:pt x="15358" y="159687"/>
                    <a:pt x="5107" y="111873"/>
                    <a:pt x="6809" y="66613"/>
                  </a:cubicBezTo>
                  <a:cubicBezTo>
                    <a:pt x="7439" y="50367"/>
                    <a:pt x="814" y="17097"/>
                    <a:pt x="0" y="12805"/>
                  </a:cubicBezTo>
                  <a:lnTo>
                    <a:pt x="13656" y="0"/>
                  </a:lnTo>
                  <a:cubicBezTo>
                    <a:pt x="13656" y="0"/>
                    <a:pt x="12805" y="6846"/>
                    <a:pt x="35860" y="13656"/>
                  </a:cubicBezTo>
                  <a:cubicBezTo>
                    <a:pt x="58879" y="20502"/>
                    <a:pt x="96441" y="22204"/>
                    <a:pt x="122901" y="11102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FC47E6D9-3E26-20D1-5725-6478D9BAF198}"/>
                </a:ext>
              </a:extLst>
            </p:cNvPr>
            <p:cNvSpPr/>
            <p:nvPr/>
          </p:nvSpPr>
          <p:spPr>
            <a:xfrm>
              <a:off x="6849738" y="2246760"/>
              <a:ext cx="141180" cy="252373"/>
            </a:xfrm>
            <a:custGeom>
              <a:avLst/>
              <a:gdLst>
                <a:gd name="connsiteX0" fmla="*/ 22905 w 141180"/>
                <a:gd name="connsiteY0" fmla="*/ 2961 h 252373"/>
                <a:gd name="connsiteX1" fmla="*/ 16910 w 141180"/>
                <a:gd name="connsiteY1" fmla="*/ 54179 h 252373"/>
                <a:gd name="connsiteX2" fmla="*/ 4106 w 141180"/>
                <a:gd name="connsiteY2" fmla="*/ 136150 h 252373"/>
                <a:gd name="connsiteX3" fmla="*/ 701 w 141180"/>
                <a:gd name="connsiteY3" fmla="*/ 249725 h 252373"/>
                <a:gd name="connsiteX4" fmla="*/ 9250 w 141180"/>
                <a:gd name="connsiteY4" fmla="*/ 252279 h 252373"/>
                <a:gd name="connsiteX5" fmla="*/ 73272 w 141180"/>
                <a:gd name="connsiteY5" fmla="*/ 249725 h 252373"/>
                <a:gd name="connsiteX6" fmla="*/ 121086 w 141180"/>
                <a:gd name="connsiteY6" fmla="*/ 237772 h 252373"/>
                <a:gd name="connsiteX7" fmla="*/ 123639 w 141180"/>
                <a:gd name="connsiteY7" fmla="*/ 202763 h 252373"/>
                <a:gd name="connsiteX8" fmla="*/ 135185 w 141180"/>
                <a:gd name="connsiteY8" fmla="*/ 60618 h 252373"/>
                <a:gd name="connsiteX9" fmla="*/ 141181 w 141180"/>
                <a:gd name="connsiteY9" fmla="*/ 5551 h 252373"/>
                <a:gd name="connsiteX10" fmla="*/ 132632 w 141180"/>
                <a:gd name="connsiteY10" fmla="*/ 0 h 252373"/>
                <a:gd name="connsiteX11" fmla="*/ 104469 w 141180"/>
                <a:gd name="connsiteY11" fmla="*/ 15358 h 252373"/>
                <a:gd name="connsiteX12" fmla="*/ 22905 w 141180"/>
                <a:gd name="connsiteY12" fmla="*/ 2961 h 2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1180" h="252373">
                  <a:moveTo>
                    <a:pt x="22905" y="2961"/>
                  </a:moveTo>
                  <a:cubicBezTo>
                    <a:pt x="22905" y="2961"/>
                    <a:pt x="16910" y="38821"/>
                    <a:pt x="16910" y="54179"/>
                  </a:cubicBezTo>
                  <a:cubicBezTo>
                    <a:pt x="16910" y="89780"/>
                    <a:pt x="6437" y="119422"/>
                    <a:pt x="4106" y="136150"/>
                  </a:cubicBezTo>
                  <a:cubicBezTo>
                    <a:pt x="-2297" y="182261"/>
                    <a:pt x="701" y="247135"/>
                    <a:pt x="701" y="249725"/>
                  </a:cubicBezTo>
                  <a:cubicBezTo>
                    <a:pt x="701" y="252279"/>
                    <a:pt x="701" y="252279"/>
                    <a:pt x="9250" y="252279"/>
                  </a:cubicBezTo>
                  <a:cubicBezTo>
                    <a:pt x="17798" y="252279"/>
                    <a:pt x="54510" y="253130"/>
                    <a:pt x="73272" y="249725"/>
                  </a:cubicBezTo>
                  <a:cubicBezTo>
                    <a:pt x="92072" y="246320"/>
                    <a:pt x="119716" y="243767"/>
                    <a:pt x="121086" y="237772"/>
                  </a:cubicBezTo>
                  <a:cubicBezTo>
                    <a:pt x="123639" y="226670"/>
                    <a:pt x="123639" y="217270"/>
                    <a:pt x="123639" y="202763"/>
                  </a:cubicBezTo>
                  <a:cubicBezTo>
                    <a:pt x="123639" y="188256"/>
                    <a:pt x="128339" y="116092"/>
                    <a:pt x="135185" y="60618"/>
                  </a:cubicBezTo>
                  <a:cubicBezTo>
                    <a:pt x="137184" y="44483"/>
                    <a:pt x="140292" y="9807"/>
                    <a:pt x="141181" y="5551"/>
                  </a:cubicBezTo>
                  <a:lnTo>
                    <a:pt x="132632" y="0"/>
                  </a:lnTo>
                  <a:cubicBezTo>
                    <a:pt x="132632" y="0"/>
                    <a:pt x="127525" y="8549"/>
                    <a:pt x="104469" y="15358"/>
                  </a:cubicBezTo>
                  <a:cubicBezTo>
                    <a:pt x="81414" y="22167"/>
                    <a:pt x="49403" y="14063"/>
                    <a:pt x="22905" y="2961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2A18AE4C-39A5-4490-D351-17603EFCD076}"/>
                </a:ext>
              </a:extLst>
            </p:cNvPr>
            <p:cNvSpPr/>
            <p:nvPr/>
          </p:nvSpPr>
          <p:spPr>
            <a:xfrm>
              <a:off x="6571256" y="1235152"/>
              <a:ext cx="208572" cy="266415"/>
            </a:xfrm>
            <a:custGeom>
              <a:avLst/>
              <a:gdLst>
                <a:gd name="connsiteX0" fmla="*/ 0 w 208572"/>
                <a:gd name="connsiteY0" fmla="*/ 3344 h 266415"/>
                <a:gd name="connsiteX1" fmla="*/ 9178 w 208572"/>
                <a:gd name="connsiteY1" fmla="*/ 142418 h 266415"/>
                <a:gd name="connsiteX2" fmla="*/ 12397 w 208572"/>
                <a:gd name="connsiteY2" fmla="*/ 185309 h 266415"/>
                <a:gd name="connsiteX3" fmla="*/ 41855 w 208572"/>
                <a:gd name="connsiteY3" fmla="*/ 217950 h 266415"/>
                <a:gd name="connsiteX4" fmla="*/ 102066 w 208572"/>
                <a:gd name="connsiteY4" fmla="*/ 264061 h 266415"/>
                <a:gd name="connsiteX5" fmla="*/ 118719 w 208572"/>
                <a:gd name="connsiteY5" fmla="*/ 262136 h 266415"/>
                <a:gd name="connsiteX6" fmla="*/ 194288 w 208572"/>
                <a:gd name="connsiteY6" fmla="*/ 188492 h 266415"/>
                <a:gd name="connsiteX7" fmla="*/ 208388 w 208572"/>
                <a:gd name="connsiteY7" fmla="*/ 157739 h 266415"/>
                <a:gd name="connsiteX8" fmla="*/ 203725 w 208572"/>
                <a:gd name="connsiteY8" fmla="*/ 7119 h 266415"/>
                <a:gd name="connsiteX9" fmla="*/ 0 w 208572"/>
                <a:gd name="connsiteY9" fmla="*/ 3344 h 26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8572" h="266415">
                  <a:moveTo>
                    <a:pt x="0" y="3344"/>
                  </a:moveTo>
                  <a:cubicBezTo>
                    <a:pt x="0" y="3344"/>
                    <a:pt x="8327" y="128984"/>
                    <a:pt x="9178" y="142418"/>
                  </a:cubicBezTo>
                  <a:cubicBezTo>
                    <a:pt x="10473" y="162920"/>
                    <a:pt x="11102" y="182756"/>
                    <a:pt x="12397" y="185309"/>
                  </a:cubicBezTo>
                  <a:cubicBezTo>
                    <a:pt x="13693" y="187863"/>
                    <a:pt x="18171" y="201333"/>
                    <a:pt x="41855" y="217950"/>
                  </a:cubicBezTo>
                  <a:cubicBezTo>
                    <a:pt x="57990" y="229311"/>
                    <a:pt x="90520" y="257029"/>
                    <a:pt x="102066" y="264061"/>
                  </a:cubicBezTo>
                  <a:cubicBezTo>
                    <a:pt x="106026" y="266503"/>
                    <a:pt x="112946" y="268539"/>
                    <a:pt x="118719" y="262136"/>
                  </a:cubicBezTo>
                  <a:cubicBezTo>
                    <a:pt x="125492" y="254587"/>
                    <a:pt x="180188" y="205774"/>
                    <a:pt x="194288" y="188492"/>
                  </a:cubicBezTo>
                  <a:cubicBezTo>
                    <a:pt x="208388" y="171210"/>
                    <a:pt x="207093" y="164807"/>
                    <a:pt x="208388" y="157739"/>
                  </a:cubicBezTo>
                  <a:cubicBezTo>
                    <a:pt x="209683" y="150708"/>
                    <a:pt x="203725" y="20590"/>
                    <a:pt x="203725" y="7119"/>
                  </a:cubicBezTo>
                  <a:cubicBezTo>
                    <a:pt x="203651" y="-6277"/>
                    <a:pt x="0" y="3344"/>
                    <a:pt x="0" y="3344"/>
                  </a:cubicBezTo>
                  <a:close/>
                </a:path>
              </a:pathLst>
            </a:custGeom>
            <a:solidFill>
              <a:srgbClr val="E09C6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A9F8FAC7-1662-E98C-FA00-F475EDB196A1}"/>
                </a:ext>
              </a:extLst>
            </p:cNvPr>
            <p:cNvSpPr/>
            <p:nvPr/>
          </p:nvSpPr>
          <p:spPr>
            <a:xfrm>
              <a:off x="6834341" y="1620448"/>
              <a:ext cx="23573" cy="163128"/>
            </a:xfrm>
            <a:custGeom>
              <a:avLst/>
              <a:gdLst>
                <a:gd name="connsiteX0" fmla="*/ 23574 w 23573"/>
                <a:gd name="connsiteY0" fmla="*/ 163128 h 163128"/>
                <a:gd name="connsiteX1" fmla="*/ 21501 w 23573"/>
                <a:gd name="connsiteY1" fmla="*/ 74274 h 163128"/>
                <a:gd name="connsiteX2" fmla="*/ 11102 w 23573"/>
                <a:gd name="connsiteY2" fmla="*/ 0 h 163128"/>
                <a:gd name="connsiteX3" fmla="*/ 0 w 23573"/>
                <a:gd name="connsiteY3" fmla="*/ 4145 h 163128"/>
                <a:gd name="connsiteX4" fmla="*/ 8327 w 23573"/>
                <a:gd name="connsiteY4" fmla="*/ 91593 h 163128"/>
                <a:gd name="connsiteX5" fmla="*/ 8327 w 23573"/>
                <a:gd name="connsiteY5" fmla="*/ 160316 h 163128"/>
                <a:gd name="connsiteX6" fmla="*/ 23574 w 23573"/>
                <a:gd name="connsiteY6" fmla="*/ 163128 h 16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573" h="163128">
                  <a:moveTo>
                    <a:pt x="23574" y="163128"/>
                  </a:moveTo>
                  <a:cubicBezTo>
                    <a:pt x="23574" y="163128"/>
                    <a:pt x="23574" y="109690"/>
                    <a:pt x="21501" y="74274"/>
                  </a:cubicBezTo>
                  <a:cubicBezTo>
                    <a:pt x="19429" y="38858"/>
                    <a:pt x="11102" y="0"/>
                    <a:pt x="11102" y="0"/>
                  </a:cubicBezTo>
                  <a:lnTo>
                    <a:pt x="0" y="4145"/>
                  </a:lnTo>
                  <a:cubicBezTo>
                    <a:pt x="0" y="4145"/>
                    <a:pt x="6957" y="55511"/>
                    <a:pt x="8327" y="91593"/>
                  </a:cubicBezTo>
                  <a:cubicBezTo>
                    <a:pt x="9733" y="127675"/>
                    <a:pt x="8327" y="160316"/>
                    <a:pt x="8327" y="160316"/>
                  </a:cubicBezTo>
                  <a:lnTo>
                    <a:pt x="23574" y="163128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554EB3B6-3443-A1E9-91AD-7AD72EF66702}"/>
                </a:ext>
              </a:extLst>
            </p:cNvPr>
            <p:cNvSpPr/>
            <p:nvPr/>
          </p:nvSpPr>
          <p:spPr>
            <a:xfrm>
              <a:off x="6818273" y="1785649"/>
              <a:ext cx="67468" cy="50712"/>
            </a:xfrm>
            <a:custGeom>
              <a:avLst/>
              <a:gdLst>
                <a:gd name="connsiteX0" fmla="*/ 16031 w 67468"/>
                <a:gd name="connsiteY0" fmla="*/ 3479 h 50712"/>
                <a:gd name="connsiteX1" fmla="*/ 81 w 67468"/>
                <a:gd name="connsiteY1" fmla="*/ 25683 h 50712"/>
                <a:gd name="connsiteX2" fmla="*/ 34794 w 67468"/>
                <a:gd name="connsiteY2" fmla="*/ 50663 h 50712"/>
                <a:gd name="connsiteX3" fmla="*/ 67434 w 67468"/>
                <a:gd name="connsiteY3" fmla="*/ 22908 h 50712"/>
                <a:gd name="connsiteX4" fmla="*/ 45933 w 67468"/>
                <a:gd name="connsiteY4" fmla="*/ 0 h 50712"/>
                <a:gd name="connsiteX5" fmla="*/ 16031 w 67468"/>
                <a:gd name="connsiteY5" fmla="*/ 3479 h 50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468" h="50712">
                  <a:moveTo>
                    <a:pt x="16031" y="3479"/>
                  </a:moveTo>
                  <a:cubicBezTo>
                    <a:pt x="16031" y="3479"/>
                    <a:pt x="-1325" y="11102"/>
                    <a:pt x="81" y="25683"/>
                  </a:cubicBezTo>
                  <a:cubicBezTo>
                    <a:pt x="1487" y="40264"/>
                    <a:pt x="19547" y="51551"/>
                    <a:pt x="34794" y="50663"/>
                  </a:cubicBezTo>
                  <a:cubicBezTo>
                    <a:pt x="59071" y="49257"/>
                    <a:pt x="68100" y="33307"/>
                    <a:pt x="67434" y="22908"/>
                  </a:cubicBezTo>
                  <a:cubicBezTo>
                    <a:pt x="66731" y="12508"/>
                    <a:pt x="45933" y="0"/>
                    <a:pt x="45933" y="0"/>
                  </a:cubicBezTo>
                  <a:lnTo>
                    <a:pt x="16031" y="3479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A3667A0F-4D9A-ADB3-6A7E-C11055A4C62A}"/>
                </a:ext>
              </a:extLst>
            </p:cNvPr>
            <p:cNvSpPr/>
            <p:nvPr/>
          </p:nvSpPr>
          <p:spPr>
            <a:xfrm>
              <a:off x="6821130" y="1785649"/>
              <a:ext cx="63164" cy="44418"/>
            </a:xfrm>
            <a:custGeom>
              <a:avLst/>
              <a:gdLst>
                <a:gd name="connsiteX0" fmla="*/ 13175 w 63164"/>
                <a:gd name="connsiteY0" fmla="*/ 3479 h 44418"/>
                <a:gd name="connsiteX1" fmla="*/ 0 w 63164"/>
                <a:gd name="connsiteY1" fmla="*/ 19429 h 44418"/>
                <a:gd name="connsiteX2" fmla="*/ 32603 w 63164"/>
                <a:gd name="connsiteY2" fmla="*/ 44409 h 44418"/>
                <a:gd name="connsiteX3" fmla="*/ 63134 w 63164"/>
                <a:gd name="connsiteY3" fmla="*/ 22908 h 44418"/>
                <a:gd name="connsiteX4" fmla="*/ 43002 w 63164"/>
                <a:gd name="connsiteY4" fmla="*/ 0 h 44418"/>
                <a:gd name="connsiteX5" fmla="*/ 13175 w 63164"/>
                <a:gd name="connsiteY5" fmla="*/ 3479 h 4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164" h="44418">
                  <a:moveTo>
                    <a:pt x="13175" y="3479"/>
                  </a:moveTo>
                  <a:cubicBezTo>
                    <a:pt x="13175" y="3479"/>
                    <a:pt x="0" y="10436"/>
                    <a:pt x="0" y="19429"/>
                  </a:cubicBezTo>
                  <a:cubicBezTo>
                    <a:pt x="0" y="34084"/>
                    <a:pt x="17356" y="44779"/>
                    <a:pt x="32603" y="44409"/>
                  </a:cubicBezTo>
                  <a:cubicBezTo>
                    <a:pt x="52254" y="43965"/>
                    <a:pt x="63838" y="33307"/>
                    <a:pt x="63134" y="22908"/>
                  </a:cubicBezTo>
                  <a:cubicBezTo>
                    <a:pt x="62431" y="12508"/>
                    <a:pt x="43002" y="0"/>
                    <a:pt x="43002" y="0"/>
                  </a:cubicBezTo>
                  <a:lnTo>
                    <a:pt x="13175" y="3479"/>
                  </a:lnTo>
                  <a:close/>
                </a:path>
              </a:pathLst>
            </a:custGeom>
            <a:solidFill>
              <a:srgbClr val="9C9EA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3415505F-B289-DF09-5596-A38CFDA2F36D}"/>
                </a:ext>
              </a:extLst>
            </p:cNvPr>
            <p:cNvSpPr/>
            <p:nvPr/>
          </p:nvSpPr>
          <p:spPr>
            <a:xfrm>
              <a:off x="6833565" y="1783216"/>
              <a:ext cx="36166" cy="37155"/>
            </a:xfrm>
            <a:custGeom>
              <a:avLst/>
              <a:gdLst>
                <a:gd name="connsiteX0" fmla="*/ 36155 w 36166"/>
                <a:gd name="connsiteY0" fmla="*/ 18754 h 37155"/>
                <a:gd name="connsiteX1" fmla="*/ 18095 w 36166"/>
                <a:gd name="connsiteY1" fmla="*/ 361 h 37155"/>
                <a:gd name="connsiteX2" fmla="*/ 36 w 36166"/>
                <a:gd name="connsiteY2" fmla="*/ 18754 h 37155"/>
                <a:gd name="connsiteX3" fmla="*/ 18095 w 36166"/>
                <a:gd name="connsiteY3" fmla="*/ 37146 h 37155"/>
                <a:gd name="connsiteX4" fmla="*/ 36155 w 36166"/>
                <a:gd name="connsiteY4" fmla="*/ 18754 h 3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66" h="37155">
                  <a:moveTo>
                    <a:pt x="36155" y="18754"/>
                  </a:moveTo>
                  <a:cubicBezTo>
                    <a:pt x="36525" y="-3821"/>
                    <a:pt x="28087" y="361"/>
                    <a:pt x="18095" y="361"/>
                  </a:cubicBezTo>
                  <a:cubicBezTo>
                    <a:pt x="8140" y="361"/>
                    <a:pt x="-630" y="-4154"/>
                    <a:pt x="36" y="18754"/>
                  </a:cubicBezTo>
                  <a:cubicBezTo>
                    <a:pt x="332" y="28931"/>
                    <a:pt x="2108" y="36813"/>
                    <a:pt x="18095" y="37146"/>
                  </a:cubicBezTo>
                  <a:cubicBezTo>
                    <a:pt x="33083" y="37479"/>
                    <a:pt x="36007" y="28894"/>
                    <a:pt x="36155" y="18754"/>
                  </a:cubicBezTo>
                  <a:close/>
                </a:path>
              </a:pathLst>
            </a:custGeom>
            <a:solidFill>
              <a:srgbClr val="C2C6CD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551EF378-4014-0493-B17B-508DE48932A2}"/>
                </a:ext>
              </a:extLst>
            </p:cNvPr>
            <p:cNvSpPr/>
            <p:nvPr/>
          </p:nvSpPr>
          <p:spPr>
            <a:xfrm>
              <a:off x="6829123" y="1772807"/>
              <a:ext cx="45111" cy="35749"/>
            </a:xfrm>
            <a:custGeom>
              <a:avLst/>
              <a:gdLst>
                <a:gd name="connsiteX0" fmla="*/ 45112 w 45111"/>
                <a:gd name="connsiteY0" fmla="*/ 17875 h 35749"/>
                <a:gd name="connsiteX1" fmla="*/ 22574 w 45111"/>
                <a:gd name="connsiteY1" fmla="*/ 35749 h 35749"/>
                <a:gd name="connsiteX2" fmla="*/ 0 w 45111"/>
                <a:gd name="connsiteY2" fmla="*/ 17875 h 35749"/>
                <a:gd name="connsiteX3" fmla="*/ 22574 w 45111"/>
                <a:gd name="connsiteY3" fmla="*/ 0 h 35749"/>
                <a:gd name="connsiteX4" fmla="*/ 45112 w 45111"/>
                <a:gd name="connsiteY4" fmla="*/ 17875 h 35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11" h="35749">
                  <a:moveTo>
                    <a:pt x="45112" y="17875"/>
                  </a:moveTo>
                  <a:cubicBezTo>
                    <a:pt x="45112" y="27755"/>
                    <a:pt x="35009" y="35749"/>
                    <a:pt x="22574" y="35749"/>
                  </a:cubicBezTo>
                  <a:cubicBezTo>
                    <a:pt x="10103" y="35749"/>
                    <a:pt x="0" y="27755"/>
                    <a:pt x="0" y="17875"/>
                  </a:cubicBezTo>
                  <a:cubicBezTo>
                    <a:pt x="0" y="7994"/>
                    <a:pt x="10103" y="0"/>
                    <a:pt x="22574" y="0"/>
                  </a:cubicBezTo>
                  <a:cubicBezTo>
                    <a:pt x="35009" y="0"/>
                    <a:pt x="45112" y="8031"/>
                    <a:pt x="45112" y="17875"/>
                  </a:cubicBezTo>
                  <a:close/>
                </a:path>
              </a:pathLst>
            </a:custGeom>
            <a:solidFill>
              <a:srgbClr val="B2B5BF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D99889AA-52DF-F5A8-FD76-E0E9EC6C28D2}"/>
                </a:ext>
              </a:extLst>
            </p:cNvPr>
            <p:cNvSpPr/>
            <p:nvPr/>
          </p:nvSpPr>
          <p:spPr>
            <a:xfrm>
              <a:off x="6826704" y="1770714"/>
              <a:ext cx="51026" cy="41334"/>
            </a:xfrm>
            <a:custGeom>
              <a:avLst/>
              <a:gdLst>
                <a:gd name="connsiteX0" fmla="*/ 51010 w 51026"/>
                <a:gd name="connsiteY0" fmla="*/ 19450 h 41334"/>
                <a:gd name="connsiteX1" fmla="*/ 24624 w 51026"/>
                <a:gd name="connsiteY1" fmla="*/ 21 h 41334"/>
                <a:gd name="connsiteX2" fmla="*/ 347 w 51026"/>
                <a:gd name="connsiteY2" fmla="*/ 22929 h 41334"/>
                <a:gd name="connsiteX3" fmla="*/ 25660 w 51026"/>
                <a:gd name="connsiteY3" fmla="*/ 41321 h 41334"/>
                <a:gd name="connsiteX4" fmla="*/ 51010 w 51026"/>
                <a:gd name="connsiteY4" fmla="*/ 19450 h 41334"/>
                <a:gd name="connsiteX5" fmla="*/ 25993 w 51026"/>
                <a:gd name="connsiteY5" fmla="*/ 35067 h 41334"/>
                <a:gd name="connsiteX6" fmla="*/ 4492 w 51026"/>
                <a:gd name="connsiteY6" fmla="*/ 17007 h 41334"/>
                <a:gd name="connsiteX7" fmla="*/ 25660 w 51026"/>
                <a:gd name="connsiteY7" fmla="*/ 4499 h 41334"/>
                <a:gd name="connsiteX8" fmla="*/ 45089 w 51026"/>
                <a:gd name="connsiteY8" fmla="*/ 18377 h 41334"/>
                <a:gd name="connsiteX9" fmla="*/ 25993 w 51026"/>
                <a:gd name="connsiteY9" fmla="*/ 35067 h 41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026" h="41334">
                  <a:moveTo>
                    <a:pt x="51010" y="19450"/>
                  </a:moveTo>
                  <a:cubicBezTo>
                    <a:pt x="50344" y="4092"/>
                    <a:pt x="32950" y="-349"/>
                    <a:pt x="24624" y="21"/>
                  </a:cubicBezTo>
                  <a:cubicBezTo>
                    <a:pt x="16260" y="354"/>
                    <a:pt x="-2799" y="6275"/>
                    <a:pt x="347" y="22929"/>
                  </a:cubicBezTo>
                  <a:cubicBezTo>
                    <a:pt x="3456" y="39582"/>
                    <a:pt x="19073" y="40988"/>
                    <a:pt x="25660" y="41321"/>
                  </a:cubicBezTo>
                  <a:cubicBezTo>
                    <a:pt x="32247" y="41654"/>
                    <a:pt x="51676" y="35770"/>
                    <a:pt x="51010" y="19450"/>
                  </a:cubicBezTo>
                  <a:close/>
                  <a:moveTo>
                    <a:pt x="25993" y="35067"/>
                  </a:moveTo>
                  <a:cubicBezTo>
                    <a:pt x="19036" y="35437"/>
                    <a:pt x="2752" y="30219"/>
                    <a:pt x="4492" y="17007"/>
                  </a:cubicBezTo>
                  <a:cubicBezTo>
                    <a:pt x="5528" y="9014"/>
                    <a:pt x="16297" y="3463"/>
                    <a:pt x="25660" y="4499"/>
                  </a:cubicBezTo>
                  <a:cubicBezTo>
                    <a:pt x="34986" y="5535"/>
                    <a:pt x="43201" y="7719"/>
                    <a:pt x="45089" y="18377"/>
                  </a:cubicBezTo>
                  <a:cubicBezTo>
                    <a:pt x="47161" y="30219"/>
                    <a:pt x="32247" y="34734"/>
                    <a:pt x="25993" y="35067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D56E0A1E-4CE5-F5A6-7AED-B88AF0EEF054}"/>
                </a:ext>
              </a:extLst>
            </p:cNvPr>
            <p:cNvSpPr/>
            <p:nvPr/>
          </p:nvSpPr>
          <p:spPr>
            <a:xfrm>
              <a:off x="6434956" y="1577113"/>
              <a:ext cx="98109" cy="314610"/>
            </a:xfrm>
            <a:custGeom>
              <a:avLst/>
              <a:gdLst>
                <a:gd name="connsiteX0" fmla="*/ 98109 w 98109"/>
                <a:gd name="connsiteY0" fmla="*/ 3257 h 314610"/>
                <a:gd name="connsiteX1" fmla="*/ 54848 w 98109"/>
                <a:gd name="connsiteY1" fmla="*/ 164275 h 314610"/>
                <a:gd name="connsiteX2" fmla="*/ 53922 w 98109"/>
                <a:gd name="connsiteY2" fmla="*/ 212866 h 314610"/>
                <a:gd name="connsiteX3" fmla="*/ 68281 w 98109"/>
                <a:gd name="connsiteY3" fmla="*/ 225818 h 314610"/>
                <a:gd name="connsiteX4" fmla="*/ 82159 w 98109"/>
                <a:gd name="connsiteY4" fmla="*/ 273484 h 314610"/>
                <a:gd name="connsiteX5" fmla="*/ 83084 w 98109"/>
                <a:gd name="connsiteY5" fmla="*/ 302165 h 314610"/>
                <a:gd name="connsiteX6" fmla="*/ 71501 w 98109"/>
                <a:gd name="connsiteY6" fmla="*/ 301720 h 314610"/>
                <a:gd name="connsiteX7" fmla="*/ 69169 w 98109"/>
                <a:gd name="connsiteY7" fmla="*/ 261457 h 314610"/>
                <a:gd name="connsiteX8" fmla="*/ 46965 w 98109"/>
                <a:gd name="connsiteY8" fmla="*/ 232295 h 314610"/>
                <a:gd name="connsiteX9" fmla="*/ 18284 w 98109"/>
                <a:gd name="connsiteY9" fmla="*/ 263751 h 314610"/>
                <a:gd name="connsiteX10" fmla="*/ 13658 w 98109"/>
                <a:gd name="connsiteY10" fmla="*/ 313711 h 314610"/>
                <a:gd name="connsiteX11" fmla="*/ 225 w 98109"/>
                <a:gd name="connsiteY11" fmla="*/ 313267 h 314610"/>
                <a:gd name="connsiteX12" fmla="*/ 4407 w 98109"/>
                <a:gd name="connsiteY12" fmla="*/ 253093 h 314610"/>
                <a:gd name="connsiteX13" fmla="*/ 27092 w 98109"/>
                <a:gd name="connsiteY13" fmla="*/ 221156 h 314610"/>
                <a:gd name="connsiteX14" fmla="*/ 35863 w 98109"/>
                <a:gd name="connsiteY14" fmla="*/ 198026 h 314610"/>
                <a:gd name="connsiteX15" fmla="*/ 47890 w 98109"/>
                <a:gd name="connsiteY15" fmla="*/ 138814 h 314610"/>
                <a:gd name="connsiteX16" fmla="*/ 86970 w 98109"/>
                <a:gd name="connsiteY16" fmla="*/ 0 h 314610"/>
                <a:gd name="connsiteX17" fmla="*/ 98109 w 98109"/>
                <a:gd name="connsiteY17" fmla="*/ 3257 h 314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8109" h="314610">
                  <a:moveTo>
                    <a:pt x="98109" y="3257"/>
                  </a:moveTo>
                  <a:cubicBezTo>
                    <a:pt x="98109" y="3257"/>
                    <a:pt x="58548" y="139740"/>
                    <a:pt x="54848" y="164275"/>
                  </a:cubicBezTo>
                  <a:cubicBezTo>
                    <a:pt x="51147" y="188811"/>
                    <a:pt x="52812" y="208425"/>
                    <a:pt x="53922" y="212866"/>
                  </a:cubicBezTo>
                  <a:cubicBezTo>
                    <a:pt x="55773" y="220267"/>
                    <a:pt x="62249" y="219823"/>
                    <a:pt x="68281" y="225818"/>
                  </a:cubicBezTo>
                  <a:cubicBezTo>
                    <a:pt x="74276" y="231851"/>
                    <a:pt x="81678" y="248504"/>
                    <a:pt x="82159" y="273484"/>
                  </a:cubicBezTo>
                  <a:cubicBezTo>
                    <a:pt x="82640" y="298464"/>
                    <a:pt x="83084" y="302165"/>
                    <a:pt x="83084" y="302165"/>
                  </a:cubicBezTo>
                  <a:cubicBezTo>
                    <a:pt x="83084" y="302165"/>
                    <a:pt x="71982" y="304496"/>
                    <a:pt x="71501" y="301720"/>
                  </a:cubicBezTo>
                  <a:cubicBezTo>
                    <a:pt x="71020" y="298945"/>
                    <a:pt x="71982" y="279516"/>
                    <a:pt x="69169" y="261457"/>
                  </a:cubicBezTo>
                  <a:cubicBezTo>
                    <a:pt x="66394" y="243397"/>
                    <a:pt x="62693" y="230925"/>
                    <a:pt x="46965" y="232295"/>
                  </a:cubicBezTo>
                  <a:cubicBezTo>
                    <a:pt x="31237" y="233701"/>
                    <a:pt x="19210" y="248985"/>
                    <a:pt x="18284" y="263751"/>
                  </a:cubicBezTo>
                  <a:cubicBezTo>
                    <a:pt x="16915" y="285511"/>
                    <a:pt x="13658" y="313711"/>
                    <a:pt x="13658" y="313711"/>
                  </a:cubicBezTo>
                  <a:cubicBezTo>
                    <a:pt x="13658" y="313711"/>
                    <a:pt x="1150" y="316005"/>
                    <a:pt x="225" y="313267"/>
                  </a:cubicBezTo>
                  <a:cubicBezTo>
                    <a:pt x="-700" y="310491"/>
                    <a:pt x="1335" y="266119"/>
                    <a:pt x="4407" y="253093"/>
                  </a:cubicBezTo>
                  <a:cubicBezTo>
                    <a:pt x="8107" y="237365"/>
                    <a:pt x="24317" y="223931"/>
                    <a:pt x="27092" y="221156"/>
                  </a:cubicBezTo>
                  <a:cubicBezTo>
                    <a:pt x="29868" y="218380"/>
                    <a:pt x="33124" y="214198"/>
                    <a:pt x="35863" y="198026"/>
                  </a:cubicBezTo>
                  <a:cubicBezTo>
                    <a:pt x="38638" y="181817"/>
                    <a:pt x="42820" y="160538"/>
                    <a:pt x="47890" y="138814"/>
                  </a:cubicBezTo>
                  <a:cubicBezTo>
                    <a:pt x="52997" y="117054"/>
                    <a:pt x="86970" y="0"/>
                    <a:pt x="86970" y="0"/>
                  </a:cubicBezTo>
                  <a:lnTo>
                    <a:pt x="98109" y="3257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97F20D8A-D2CB-54C0-C4A4-8E0467CCFD57}"/>
                </a:ext>
              </a:extLst>
            </p:cNvPr>
            <p:cNvSpPr/>
            <p:nvPr/>
          </p:nvSpPr>
          <p:spPr>
            <a:xfrm>
              <a:off x="6436129" y="1888862"/>
              <a:ext cx="36799" cy="126342"/>
            </a:xfrm>
            <a:custGeom>
              <a:avLst/>
              <a:gdLst>
                <a:gd name="connsiteX0" fmla="*/ 19110 w 36799"/>
                <a:gd name="connsiteY0" fmla="*/ 126343 h 126342"/>
                <a:gd name="connsiteX1" fmla="*/ 17149 w 36799"/>
                <a:gd name="connsiteY1" fmla="*/ 126121 h 126342"/>
                <a:gd name="connsiteX2" fmla="*/ 1161 w 36799"/>
                <a:gd name="connsiteY2" fmla="*/ 85857 h 126342"/>
                <a:gd name="connsiteX3" fmla="*/ 680 w 36799"/>
                <a:gd name="connsiteY3" fmla="*/ 0 h 126342"/>
                <a:gd name="connsiteX4" fmla="*/ 4825 w 36799"/>
                <a:gd name="connsiteY4" fmla="*/ 111 h 126342"/>
                <a:gd name="connsiteX5" fmla="*/ 5269 w 36799"/>
                <a:gd name="connsiteY5" fmla="*/ 85450 h 126342"/>
                <a:gd name="connsiteX6" fmla="*/ 18000 w 36799"/>
                <a:gd name="connsiteY6" fmla="*/ 122013 h 126342"/>
                <a:gd name="connsiteX7" fmla="*/ 25882 w 36799"/>
                <a:gd name="connsiteY7" fmla="*/ 116536 h 126342"/>
                <a:gd name="connsiteX8" fmla="*/ 32137 w 36799"/>
                <a:gd name="connsiteY8" fmla="*/ 107506 h 126342"/>
                <a:gd name="connsiteX9" fmla="*/ 36799 w 36799"/>
                <a:gd name="connsiteY9" fmla="*/ 111429 h 126342"/>
                <a:gd name="connsiteX10" fmla="*/ 28843 w 36799"/>
                <a:gd name="connsiteY10" fmla="*/ 120792 h 126342"/>
                <a:gd name="connsiteX11" fmla="*/ 19110 w 36799"/>
                <a:gd name="connsiteY11" fmla="*/ 126343 h 126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799" h="126342">
                  <a:moveTo>
                    <a:pt x="19110" y="126343"/>
                  </a:moveTo>
                  <a:cubicBezTo>
                    <a:pt x="18481" y="126343"/>
                    <a:pt x="17815" y="126269"/>
                    <a:pt x="17149" y="126121"/>
                  </a:cubicBezTo>
                  <a:cubicBezTo>
                    <a:pt x="8378" y="124233"/>
                    <a:pt x="3456" y="111799"/>
                    <a:pt x="1161" y="85857"/>
                  </a:cubicBezTo>
                  <a:cubicBezTo>
                    <a:pt x="-1133" y="59656"/>
                    <a:pt x="680" y="592"/>
                    <a:pt x="680" y="0"/>
                  </a:cubicBezTo>
                  <a:lnTo>
                    <a:pt x="4825" y="111"/>
                  </a:lnTo>
                  <a:cubicBezTo>
                    <a:pt x="4788" y="703"/>
                    <a:pt x="3012" y="59508"/>
                    <a:pt x="5269" y="85450"/>
                  </a:cubicBezTo>
                  <a:cubicBezTo>
                    <a:pt x="7268" y="108320"/>
                    <a:pt x="11560" y="120607"/>
                    <a:pt x="18000" y="122013"/>
                  </a:cubicBezTo>
                  <a:cubicBezTo>
                    <a:pt x="20442" y="122531"/>
                    <a:pt x="23070" y="119756"/>
                    <a:pt x="25882" y="116536"/>
                  </a:cubicBezTo>
                  <a:cubicBezTo>
                    <a:pt x="32173" y="109357"/>
                    <a:pt x="32099" y="107543"/>
                    <a:pt x="32137" y="107506"/>
                  </a:cubicBezTo>
                  <a:lnTo>
                    <a:pt x="36799" y="111429"/>
                  </a:lnTo>
                  <a:cubicBezTo>
                    <a:pt x="36725" y="111503"/>
                    <a:pt x="35282" y="113427"/>
                    <a:pt x="28843" y="120792"/>
                  </a:cubicBezTo>
                  <a:cubicBezTo>
                    <a:pt x="27585" y="122309"/>
                    <a:pt x="24032" y="126343"/>
                    <a:pt x="19110" y="126343"/>
                  </a:cubicBezTo>
                  <a:close/>
                </a:path>
              </a:pathLst>
            </a:custGeom>
            <a:solidFill>
              <a:srgbClr val="9A9CA7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36783CE6-38F5-6D00-E0C3-CF8B62420E8A}"/>
                </a:ext>
              </a:extLst>
            </p:cNvPr>
            <p:cNvSpPr/>
            <p:nvPr/>
          </p:nvSpPr>
          <p:spPr>
            <a:xfrm>
              <a:off x="6435329" y="1878611"/>
              <a:ext cx="79592" cy="148362"/>
            </a:xfrm>
            <a:custGeom>
              <a:avLst/>
              <a:gdLst>
                <a:gd name="connsiteX0" fmla="*/ 35268 w 79592"/>
                <a:gd name="connsiteY0" fmla="*/ 148362 h 148362"/>
                <a:gd name="connsiteX1" fmla="*/ 19614 w 79592"/>
                <a:gd name="connsiteY1" fmla="*/ 145587 h 148362"/>
                <a:gd name="connsiteX2" fmla="*/ 0 w 79592"/>
                <a:gd name="connsiteY2" fmla="*/ 139999 h 148362"/>
                <a:gd name="connsiteX3" fmla="*/ 1998 w 79592"/>
                <a:gd name="connsiteY3" fmla="*/ 135151 h 148362"/>
                <a:gd name="connsiteX4" fmla="*/ 20872 w 79592"/>
                <a:gd name="connsiteY4" fmla="*/ 141590 h 148362"/>
                <a:gd name="connsiteX5" fmla="*/ 49516 w 79592"/>
                <a:gd name="connsiteY5" fmla="*/ 139629 h 148362"/>
                <a:gd name="connsiteX6" fmla="*/ 73719 w 79592"/>
                <a:gd name="connsiteY6" fmla="*/ 61469 h 148362"/>
                <a:gd name="connsiteX7" fmla="*/ 74644 w 79592"/>
                <a:gd name="connsiteY7" fmla="*/ 296 h 148362"/>
                <a:gd name="connsiteX8" fmla="*/ 78789 w 79592"/>
                <a:gd name="connsiteY8" fmla="*/ 0 h 148362"/>
                <a:gd name="connsiteX9" fmla="*/ 77863 w 79592"/>
                <a:gd name="connsiteY9" fmla="*/ 61913 h 148362"/>
                <a:gd name="connsiteX10" fmla="*/ 52069 w 79592"/>
                <a:gd name="connsiteY10" fmla="*/ 142922 h 148362"/>
                <a:gd name="connsiteX11" fmla="*/ 35268 w 79592"/>
                <a:gd name="connsiteY11" fmla="*/ 148362 h 14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9592" h="148362">
                  <a:moveTo>
                    <a:pt x="35268" y="148362"/>
                  </a:moveTo>
                  <a:cubicBezTo>
                    <a:pt x="29569" y="148362"/>
                    <a:pt x="24055" y="146993"/>
                    <a:pt x="19614" y="145587"/>
                  </a:cubicBezTo>
                  <a:cubicBezTo>
                    <a:pt x="12249" y="143292"/>
                    <a:pt x="111" y="140073"/>
                    <a:pt x="0" y="139999"/>
                  </a:cubicBezTo>
                  <a:lnTo>
                    <a:pt x="1998" y="135151"/>
                  </a:lnTo>
                  <a:cubicBezTo>
                    <a:pt x="2109" y="135188"/>
                    <a:pt x="13619" y="139332"/>
                    <a:pt x="20872" y="141590"/>
                  </a:cubicBezTo>
                  <a:cubicBezTo>
                    <a:pt x="28866" y="144069"/>
                    <a:pt x="40486" y="146586"/>
                    <a:pt x="49516" y="139629"/>
                  </a:cubicBezTo>
                  <a:cubicBezTo>
                    <a:pt x="58916" y="132375"/>
                    <a:pt x="70425" y="90927"/>
                    <a:pt x="73719" y="61469"/>
                  </a:cubicBezTo>
                  <a:cubicBezTo>
                    <a:pt x="76901" y="32862"/>
                    <a:pt x="74644" y="629"/>
                    <a:pt x="74644" y="296"/>
                  </a:cubicBezTo>
                  <a:lnTo>
                    <a:pt x="78789" y="0"/>
                  </a:lnTo>
                  <a:cubicBezTo>
                    <a:pt x="78826" y="333"/>
                    <a:pt x="81083" y="32899"/>
                    <a:pt x="77863" y="61913"/>
                  </a:cubicBezTo>
                  <a:cubicBezTo>
                    <a:pt x="74755" y="89817"/>
                    <a:pt x="63468" y="134114"/>
                    <a:pt x="52069" y="142922"/>
                  </a:cubicBezTo>
                  <a:cubicBezTo>
                    <a:pt x="46777" y="147030"/>
                    <a:pt x="40930" y="148362"/>
                    <a:pt x="35268" y="148362"/>
                  </a:cubicBezTo>
                  <a:close/>
                </a:path>
              </a:pathLst>
            </a:custGeom>
            <a:solidFill>
              <a:srgbClr val="9597A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57E1D081-F564-2502-8A9B-B7B64C2D399F}"/>
                </a:ext>
              </a:extLst>
            </p:cNvPr>
            <p:cNvSpPr/>
            <p:nvPr/>
          </p:nvSpPr>
          <p:spPr>
            <a:xfrm>
              <a:off x="6462671" y="1981505"/>
              <a:ext cx="23687" cy="23834"/>
            </a:xfrm>
            <a:custGeom>
              <a:avLst/>
              <a:gdLst>
                <a:gd name="connsiteX0" fmla="*/ 20175 w 23687"/>
                <a:gd name="connsiteY0" fmla="*/ 1837 h 23834"/>
                <a:gd name="connsiteX1" fmla="*/ 20619 w 23687"/>
                <a:gd name="connsiteY1" fmla="*/ 14789 h 23834"/>
                <a:gd name="connsiteX2" fmla="*/ 9998 w 23687"/>
                <a:gd name="connsiteY2" fmla="*/ 23597 h 23834"/>
                <a:gd name="connsiteX3" fmla="*/ 265 w 23687"/>
                <a:gd name="connsiteY3" fmla="*/ 15714 h 23834"/>
                <a:gd name="connsiteX4" fmla="*/ 10886 w 23687"/>
                <a:gd name="connsiteY4" fmla="*/ 911 h 23834"/>
                <a:gd name="connsiteX5" fmla="*/ 20175 w 23687"/>
                <a:gd name="connsiteY5" fmla="*/ 1837 h 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7" h="23834">
                  <a:moveTo>
                    <a:pt x="20175" y="1837"/>
                  </a:moveTo>
                  <a:cubicBezTo>
                    <a:pt x="25208" y="5204"/>
                    <a:pt x="24357" y="10163"/>
                    <a:pt x="20619" y="14789"/>
                  </a:cubicBezTo>
                  <a:cubicBezTo>
                    <a:pt x="16918" y="19415"/>
                    <a:pt x="11737" y="22820"/>
                    <a:pt x="9998" y="23597"/>
                  </a:cubicBezTo>
                  <a:cubicBezTo>
                    <a:pt x="6741" y="25003"/>
                    <a:pt x="-1585" y="19896"/>
                    <a:pt x="265" y="15714"/>
                  </a:cubicBezTo>
                  <a:cubicBezTo>
                    <a:pt x="2116" y="11569"/>
                    <a:pt x="8148" y="1837"/>
                    <a:pt x="10886" y="911"/>
                  </a:cubicBezTo>
                  <a:cubicBezTo>
                    <a:pt x="13699" y="23"/>
                    <a:pt x="16030" y="-939"/>
                    <a:pt x="20175" y="1837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C72F036-5123-01B9-2166-51E42BF9CEB5}"/>
                </a:ext>
              </a:extLst>
            </p:cNvPr>
            <p:cNvSpPr/>
            <p:nvPr/>
          </p:nvSpPr>
          <p:spPr>
            <a:xfrm>
              <a:off x="6425301" y="2008964"/>
              <a:ext cx="23476" cy="17171"/>
            </a:xfrm>
            <a:custGeom>
              <a:avLst/>
              <a:gdLst>
                <a:gd name="connsiteX0" fmla="*/ 20537 w 23476"/>
                <a:gd name="connsiteY0" fmla="*/ 16973 h 17171"/>
                <a:gd name="connsiteX1" fmla="*/ 2034 w 23476"/>
                <a:gd name="connsiteY1" fmla="*/ 13716 h 17171"/>
                <a:gd name="connsiteX2" fmla="*/ 5734 w 23476"/>
                <a:gd name="connsiteY2" fmla="*/ 283 h 17171"/>
                <a:gd name="connsiteX3" fmla="*/ 23313 w 23476"/>
                <a:gd name="connsiteY3" fmla="*/ 5353 h 17171"/>
                <a:gd name="connsiteX4" fmla="*/ 20537 w 23476"/>
                <a:gd name="connsiteY4" fmla="*/ 16973 h 1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76" h="17171">
                  <a:moveTo>
                    <a:pt x="20537" y="16973"/>
                  </a:moveTo>
                  <a:cubicBezTo>
                    <a:pt x="20537" y="16973"/>
                    <a:pt x="6660" y="18379"/>
                    <a:pt x="2034" y="13716"/>
                  </a:cubicBezTo>
                  <a:cubicBezTo>
                    <a:pt x="-2592" y="9090"/>
                    <a:pt x="1553" y="1689"/>
                    <a:pt x="5734" y="283"/>
                  </a:cubicBezTo>
                  <a:cubicBezTo>
                    <a:pt x="9879" y="-1124"/>
                    <a:pt x="22869" y="3058"/>
                    <a:pt x="23313" y="5353"/>
                  </a:cubicBezTo>
                  <a:cubicBezTo>
                    <a:pt x="23794" y="7721"/>
                    <a:pt x="23313" y="14641"/>
                    <a:pt x="20537" y="16973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B7BA0686-E237-1395-4ECE-6DE7AC6535EF}"/>
                </a:ext>
              </a:extLst>
            </p:cNvPr>
            <p:cNvSpPr/>
            <p:nvPr/>
          </p:nvSpPr>
          <p:spPr>
            <a:xfrm>
              <a:off x="6465617" y="1418208"/>
              <a:ext cx="188091" cy="494708"/>
            </a:xfrm>
            <a:custGeom>
              <a:avLst/>
              <a:gdLst>
                <a:gd name="connsiteX0" fmla="*/ 115483 w 188091"/>
                <a:gd name="connsiteY0" fmla="*/ 329 h 494708"/>
                <a:gd name="connsiteX1" fmla="*/ 134283 w 188091"/>
                <a:gd name="connsiteY1" fmla="*/ 160015 h 494708"/>
                <a:gd name="connsiteX2" fmla="*/ 181245 w 188091"/>
                <a:gd name="connsiteY2" fmla="*/ 425542 h 494708"/>
                <a:gd name="connsiteX3" fmla="*/ 188091 w 188091"/>
                <a:gd name="connsiteY3" fmla="*/ 494709 h 494708"/>
                <a:gd name="connsiteX4" fmla="*/ 142831 w 188091"/>
                <a:gd name="connsiteY4" fmla="*/ 393124 h 494708"/>
                <a:gd name="connsiteX5" fmla="*/ 15600 w 188091"/>
                <a:gd name="connsiteY5" fmla="*/ 198466 h 494708"/>
                <a:gd name="connsiteX6" fmla="*/ 18154 w 188091"/>
                <a:gd name="connsiteY6" fmla="*/ 189066 h 494708"/>
                <a:gd name="connsiteX7" fmla="*/ 60860 w 188091"/>
                <a:gd name="connsiteY7" fmla="*/ 154908 h 494708"/>
                <a:gd name="connsiteX8" fmla="*/ 18154 w 188091"/>
                <a:gd name="connsiteY8" fmla="*/ 142103 h 494708"/>
                <a:gd name="connsiteX9" fmla="*/ 205 w 188091"/>
                <a:gd name="connsiteY9" fmla="*/ 131852 h 494708"/>
                <a:gd name="connsiteX10" fmla="*/ 30958 w 188091"/>
                <a:gd name="connsiteY10" fmla="*/ 89997 h 494708"/>
                <a:gd name="connsiteX11" fmla="*/ 88172 w 188091"/>
                <a:gd name="connsiteY11" fmla="*/ 32784 h 494708"/>
                <a:gd name="connsiteX12" fmla="*/ 115483 w 188091"/>
                <a:gd name="connsiteY12" fmla="*/ 329 h 494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8091" h="494708">
                  <a:moveTo>
                    <a:pt x="115483" y="329"/>
                  </a:moveTo>
                  <a:cubicBezTo>
                    <a:pt x="112078" y="16538"/>
                    <a:pt x="108637" y="33635"/>
                    <a:pt x="134283" y="160015"/>
                  </a:cubicBezTo>
                  <a:cubicBezTo>
                    <a:pt x="159892" y="286358"/>
                    <a:pt x="176989" y="390533"/>
                    <a:pt x="181245" y="425542"/>
                  </a:cubicBezTo>
                  <a:cubicBezTo>
                    <a:pt x="185501" y="460551"/>
                    <a:pt x="188091" y="494709"/>
                    <a:pt x="188091" y="494709"/>
                  </a:cubicBezTo>
                  <a:cubicBezTo>
                    <a:pt x="188091" y="494709"/>
                    <a:pt x="172733" y="435793"/>
                    <a:pt x="142831" y="393124"/>
                  </a:cubicBezTo>
                  <a:cubicBezTo>
                    <a:pt x="112929" y="350455"/>
                    <a:pt x="18191" y="201870"/>
                    <a:pt x="15600" y="198466"/>
                  </a:cubicBezTo>
                  <a:cubicBezTo>
                    <a:pt x="13047" y="195061"/>
                    <a:pt x="12196" y="193359"/>
                    <a:pt x="18154" y="189066"/>
                  </a:cubicBezTo>
                  <a:cubicBezTo>
                    <a:pt x="24149" y="184810"/>
                    <a:pt x="60860" y="154908"/>
                    <a:pt x="60860" y="154908"/>
                  </a:cubicBezTo>
                  <a:cubicBezTo>
                    <a:pt x="60860" y="154908"/>
                    <a:pt x="32698" y="147210"/>
                    <a:pt x="18154" y="142103"/>
                  </a:cubicBezTo>
                  <a:cubicBezTo>
                    <a:pt x="7644" y="138403"/>
                    <a:pt x="-1497" y="136108"/>
                    <a:pt x="205" y="131852"/>
                  </a:cubicBezTo>
                  <a:cubicBezTo>
                    <a:pt x="1908" y="127597"/>
                    <a:pt x="16414" y="107946"/>
                    <a:pt x="30958" y="89997"/>
                  </a:cubicBezTo>
                  <a:cubicBezTo>
                    <a:pt x="45465" y="72086"/>
                    <a:pt x="76218" y="44737"/>
                    <a:pt x="88172" y="32784"/>
                  </a:cubicBezTo>
                  <a:cubicBezTo>
                    <a:pt x="100088" y="20831"/>
                    <a:pt x="108637" y="-3076"/>
                    <a:pt x="115483" y="329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74735BAB-5A6C-4269-7EF3-B966D65C3D53}"/>
                </a:ext>
              </a:extLst>
            </p:cNvPr>
            <p:cNvSpPr/>
            <p:nvPr/>
          </p:nvSpPr>
          <p:spPr>
            <a:xfrm>
              <a:off x="6700190" y="1394716"/>
              <a:ext cx="206232" cy="460543"/>
            </a:xfrm>
            <a:custGeom>
              <a:avLst/>
              <a:gdLst>
                <a:gd name="connsiteX0" fmla="*/ 82378 w 206232"/>
                <a:gd name="connsiteY0" fmla="*/ 1616 h 460543"/>
                <a:gd name="connsiteX1" fmla="*/ 90927 w 206232"/>
                <a:gd name="connsiteY1" fmla="*/ 6723 h 460543"/>
                <a:gd name="connsiteX2" fmla="*/ 110578 w 206232"/>
                <a:gd name="connsiteY2" fmla="*/ 28928 h 460543"/>
                <a:gd name="connsiteX3" fmla="*/ 161796 w 206232"/>
                <a:gd name="connsiteY3" fmla="*/ 74188 h 460543"/>
                <a:gd name="connsiteX4" fmla="*/ 206205 w 206232"/>
                <a:gd name="connsiteY4" fmla="*/ 161266 h 460543"/>
                <a:gd name="connsiteX5" fmla="*/ 148140 w 206232"/>
                <a:gd name="connsiteY5" fmla="*/ 178326 h 460543"/>
                <a:gd name="connsiteX6" fmla="*/ 186554 w 206232"/>
                <a:gd name="connsiteY6" fmla="*/ 211633 h 460543"/>
                <a:gd name="connsiteX7" fmla="*/ 181447 w 206232"/>
                <a:gd name="connsiteY7" fmla="*/ 222735 h 460543"/>
                <a:gd name="connsiteX8" fmla="*/ 65318 w 206232"/>
                <a:gd name="connsiteY8" fmla="*/ 377277 h 460543"/>
                <a:gd name="connsiteX9" fmla="*/ 11509 w 206232"/>
                <a:gd name="connsiteY9" fmla="*/ 441337 h 460543"/>
                <a:gd name="connsiteX10" fmla="*/ 0 w 206232"/>
                <a:gd name="connsiteY10" fmla="*/ 460544 h 460543"/>
                <a:gd name="connsiteX11" fmla="*/ 14951 w 206232"/>
                <a:gd name="connsiteY11" fmla="*/ 378128 h 460543"/>
                <a:gd name="connsiteX12" fmla="*/ 83266 w 206232"/>
                <a:gd name="connsiteY12" fmla="*/ 123703 h 460543"/>
                <a:gd name="connsiteX13" fmla="*/ 90964 w 206232"/>
                <a:gd name="connsiteY13" fmla="*/ 32332 h 460543"/>
                <a:gd name="connsiteX14" fmla="*/ 82378 w 206232"/>
                <a:gd name="connsiteY14" fmla="*/ 1616 h 460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6232" h="460543">
                  <a:moveTo>
                    <a:pt x="82378" y="1616"/>
                  </a:moveTo>
                  <a:cubicBezTo>
                    <a:pt x="82378" y="1616"/>
                    <a:pt x="83229" y="-4379"/>
                    <a:pt x="90927" y="6723"/>
                  </a:cubicBezTo>
                  <a:cubicBezTo>
                    <a:pt x="98624" y="17825"/>
                    <a:pt x="103731" y="21230"/>
                    <a:pt x="110578" y="28928"/>
                  </a:cubicBezTo>
                  <a:cubicBezTo>
                    <a:pt x="117387" y="36625"/>
                    <a:pt x="147326" y="58793"/>
                    <a:pt x="161796" y="74188"/>
                  </a:cubicBezTo>
                  <a:cubicBezTo>
                    <a:pt x="188256" y="102350"/>
                    <a:pt x="207056" y="160415"/>
                    <a:pt x="206205" y="161266"/>
                  </a:cubicBezTo>
                  <a:cubicBezTo>
                    <a:pt x="205353" y="162117"/>
                    <a:pt x="148140" y="178326"/>
                    <a:pt x="148140" y="178326"/>
                  </a:cubicBezTo>
                  <a:cubicBezTo>
                    <a:pt x="148140" y="178326"/>
                    <a:pt x="184000" y="209930"/>
                    <a:pt x="186554" y="211633"/>
                  </a:cubicBezTo>
                  <a:cubicBezTo>
                    <a:pt x="189107" y="213335"/>
                    <a:pt x="184851" y="219330"/>
                    <a:pt x="181447" y="222735"/>
                  </a:cubicBezTo>
                  <a:cubicBezTo>
                    <a:pt x="178042" y="226140"/>
                    <a:pt x="76420" y="361919"/>
                    <a:pt x="65318" y="377277"/>
                  </a:cubicBezTo>
                  <a:cubicBezTo>
                    <a:pt x="54216" y="392635"/>
                    <a:pt x="15358" y="434083"/>
                    <a:pt x="11509" y="441337"/>
                  </a:cubicBezTo>
                  <a:cubicBezTo>
                    <a:pt x="7660" y="448590"/>
                    <a:pt x="0" y="460544"/>
                    <a:pt x="0" y="460544"/>
                  </a:cubicBezTo>
                  <a:cubicBezTo>
                    <a:pt x="0" y="460544"/>
                    <a:pt x="3849" y="419133"/>
                    <a:pt x="14951" y="378128"/>
                  </a:cubicBezTo>
                  <a:cubicBezTo>
                    <a:pt x="26053" y="337161"/>
                    <a:pt x="78122" y="142466"/>
                    <a:pt x="83266" y="123703"/>
                  </a:cubicBezTo>
                  <a:cubicBezTo>
                    <a:pt x="88373" y="104904"/>
                    <a:pt x="94369" y="52834"/>
                    <a:pt x="90964" y="32332"/>
                  </a:cubicBezTo>
                  <a:cubicBezTo>
                    <a:pt x="87522" y="11867"/>
                    <a:pt x="82378" y="1616"/>
                    <a:pt x="82378" y="1616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9A1058F6-B648-669F-9108-10DAADACB4C7}"/>
                </a:ext>
              </a:extLst>
            </p:cNvPr>
            <p:cNvSpPr/>
            <p:nvPr/>
          </p:nvSpPr>
          <p:spPr>
            <a:xfrm>
              <a:off x="6522592" y="1187671"/>
              <a:ext cx="68907" cy="110482"/>
            </a:xfrm>
            <a:custGeom>
              <a:avLst/>
              <a:gdLst>
                <a:gd name="connsiteX0" fmla="*/ 24610 w 68907"/>
                <a:gd name="connsiteY0" fmla="*/ 8415 h 110482"/>
                <a:gd name="connsiteX1" fmla="*/ 5625 w 68907"/>
                <a:gd name="connsiteY1" fmla="*/ 681 h 110482"/>
                <a:gd name="connsiteX2" fmla="*/ 2813 w 68907"/>
                <a:gd name="connsiteY2" fmla="*/ 40056 h 110482"/>
                <a:gd name="connsiteX3" fmla="*/ 21094 w 68907"/>
                <a:gd name="connsiteY3" fmla="*/ 90682 h 110482"/>
                <a:gd name="connsiteX4" fmla="*/ 40782 w 68907"/>
                <a:gd name="connsiteY4" fmla="*/ 108964 h 110482"/>
                <a:gd name="connsiteX5" fmla="*/ 68908 w 68907"/>
                <a:gd name="connsiteY5" fmla="*/ 110370 h 110482"/>
                <a:gd name="connsiteX6" fmla="*/ 42891 w 68907"/>
                <a:gd name="connsiteY6" fmla="*/ 8415 h 110482"/>
                <a:gd name="connsiteX7" fmla="*/ 24610 w 68907"/>
                <a:gd name="connsiteY7" fmla="*/ 8415 h 11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907" h="110482">
                  <a:moveTo>
                    <a:pt x="24610" y="8415"/>
                  </a:moveTo>
                  <a:cubicBezTo>
                    <a:pt x="24610" y="8415"/>
                    <a:pt x="14063" y="-2835"/>
                    <a:pt x="5625" y="681"/>
                  </a:cubicBezTo>
                  <a:cubicBezTo>
                    <a:pt x="-2813" y="4196"/>
                    <a:pt x="0" y="27400"/>
                    <a:pt x="2813" y="40056"/>
                  </a:cubicBezTo>
                  <a:cubicBezTo>
                    <a:pt x="5625" y="52713"/>
                    <a:pt x="14766" y="80838"/>
                    <a:pt x="21094" y="90682"/>
                  </a:cubicBezTo>
                  <a:cubicBezTo>
                    <a:pt x="27422" y="100526"/>
                    <a:pt x="33751" y="106854"/>
                    <a:pt x="40782" y="108964"/>
                  </a:cubicBezTo>
                  <a:cubicBezTo>
                    <a:pt x="47813" y="111073"/>
                    <a:pt x="68908" y="110370"/>
                    <a:pt x="68908" y="110370"/>
                  </a:cubicBezTo>
                  <a:lnTo>
                    <a:pt x="42891" y="8415"/>
                  </a:lnTo>
                  <a:lnTo>
                    <a:pt x="24610" y="8415"/>
                  </a:lnTo>
                  <a:close/>
                </a:path>
              </a:pathLst>
            </a:custGeom>
            <a:solidFill>
              <a:srgbClr val="E09C6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4F82CFC5-EDDF-9811-7F83-5E81DCE5EFD4}"/>
                </a:ext>
              </a:extLst>
            </p:cNvPr>
            <p:cNvSpPr/>
            <p:nvPr/>
          </p:nvSpPr>
          <p:spPr>
            <a:xfrm>
              <a:off x="6760919" y="1187671"/>
              <a:ext cx="68907" cy="110482"/>
            </a:xfrm>
            <a:custGeom>
              <a:avLst/>
              <a:gdLst>
                <a:gd name="connsiteX0" fmla="*/ 44298 w 68907"/>
                <a:gd name="connsiteY0" fmla="*/ 8415 h 110482"/>
                <a:gd name="connsiteX1" fmla="*/ 63283 w 68907"/>
                <a:gd name="connsiteY1" fmla="*/ 681 h 110482"/>
                <a:gd name="connsiteX2" fmla="*/ 66095 w 68907"/>
                <a:gd name="connsiteY2" fmla="*/ 40056 h 110482"/>
                <a:gd name="connsiteX3" fmla="*/ 47813 w 68907"/>
                <a:gd name="connsiteY3" fmla="*/ 90682 h 110482"/>
                <a:gd name="connsiteX4" fmla="*/ 28126 w 68907"/>
                <a:gd name="connsiteY4" fmla="*/ 108964 h 110482"/>
                <a:gd name="connsiteX5" fmla="*/ 0 w 68907"/>
                <a:gd name="connsiteY5" fmla="*/ 110370 h 110482"/>
                <a:gd name="connsiteX6" fmla="*/ 26016 w 68907"/>
                <a:gd name="connsiteY6" fmla="*/ 8415 h 110482"/>
                <a:gd name="connsiteX7" fmla="*/ 44298 w 68907"/>
                <a:gd name="connsiteY7" fmla="*/ 8415 h 11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907" h="110482">
                  <a:moveTo>
                    <a:pt x="44298" y="8415"/>
                  </a:moveTo>
                  <a:cubicBezTo>
                    <a:pt x="44298" y="8415"/>
                    <a:pt x="54845" y="-2835"/>
                    <a:pt x="63283" y="681"/>
                  </a:cubicBezTo>
                  <a:cubicBezTo>
                    <a:pt x="71720" y="4196"/>
                    <a:pt x="68908" y="27400"/>
                    <a:pt x="66095" y="40056"/>
                  </a:cubicBezTo>
                  <a:cubicBezTo>
                    <a:pt x="63283" y="52713"/>
                    <a:pt x="54142" y="80838"/>
                    <a:pt x="47813" y="90682"/>
                  </a:cubicBezTo>
                  <a:cubicBezTo>
                    <a:pt x="41485" y="100526"/>
                    <a:pt x="35157" y="106854"/>
                    <a:pt x="28126" y="108964"/>
                  </a:cubicBezTo>
                  <a:cubicBezTo>
                    <a:pt x="21094" y="111073"/>
                    <a:pt x="0" y="110370"/>
                    <a:pt x="0" y="110370"/>
                  </a:cubicBezTo>
                  <a:lnTo>
                    <a:pt x="26016" y="8415"/>
                  </a:lnTo>
                  <a:lnTo>
                    <a:pt x="44298" y="8415"/>
                  </a:lnTo>
                  <a:close/>
                </a:path>
              </a:pathLst>
            </a:custGeom>
            <a:solidFill>
              <a:srgbClr val="E09C6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F5C8B3AD-9726-6813-B5F9-960E114CFAB8}"/>
                </a:ext>
              </a:extLst>
            </p:cNvPr>
            <p:cNvSpPr/>
            <p:nvPr/>
          </p:nvSpPr>
          <p:spPr>
            <a:xfrm>
              <a:off x="6549389" y="1032949"/>
              <a:ext cx="259375" cy="388192"/>
            </a:xfrm>
            <a:custGeom>
              <a:avLst/>
              <a:gdLst>
                <a:gd name="connsiteX0" fmla="*/ 129670 w 259375"/>
                <a:gd name="connsiteY0" fmla="*/ 5708 h 388192"/>
                <a:gd name="connsiteX1" fmla="*/ 3438 w 259375"/>
                <a:gd name="connsiteY1" fmla="*/ 156105 h 388192"/>
                <a:gd name="connsiteX2" fmla="*/ 14688 w 259375"/>
                <a:gd name="connsiteY2" fmla="*/ 218685 h 388192"/>
                <a:gd name="connsiteX3" fmla="*/ 23126 w 259375"/>
                <a:gd name="connsiteY3" fmla="*/ 302358 h 388192"/>
                <a:gd name="connsiteX4" fmla="*/ 46329 w 259375"/>
                <a:gd name="connsiteY4" fmla="*/ 338736 h 388192"/>
                <a:gd name="connsiteX5" fmla="*/ 77268 w 259375"/>
                <a:gd name="connsiteY5" fmla="*/ 363531 h 388192"/>
                <a:gd name="connsiteX6" fmla="*/ 106096 w 259375"/>
                <a:gd name="connsiteY6" fmla="*/ 386735 h 388192"/>
                <a:gd name="connsiteX7" fmla="*/ 129670 w 259375"/>
                <a:gd name="connsiteY7" fmla="*/ 385439 h 388192"/>
                <a:gd name="connsiteX8" fmla="*/ 153281 w 259375"/>
                <a:gd name="connsiteY8" fmla="*/ 386735 h 388192"/>
                <a:gd name="connsiteX9" fmla="*/ 182109 w 259375"/>
                <a:gd name="connsiteY9" fmla="*/ 363531 h 388192"/>
                <a:gd name="connsiteX10" fmla="*/ 213047 w 259375"/>
                <a:gd name="connsiteY10" fmla="*/ 338736 h 388192"/>
                <a:gd name="connsiteX11" fmla="*/ 236251 w 259375"/>
                <a:gd name="connsiteY11" fmla="*/ 302358 h 388192"/>
                <a:gd name="connsiteX12" fmla="*/ 244688 w 259375"/>
                <a:gd name="connsiteY12" fmla="*/ 218685 h 388192"/>
                <a:gd name="connsiteX13" fmla="*/ 255939 w 259375"/>
                <a:gd name="connsiteY13" fmla="*/ 156105 h 388192"/>
                <a:gd name="connsiteX14" fmla="*/ 129670 w 259375"/>
                <a:gd name="connsiteY14" fmla="*/ 5708 h 38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9375" h="388192">
                  <a:moveTo>
                    <a:pt x="129670" y="5708"/>
                  </a:moveTo>
                  <a:cubicBezTo>
                    <a:pt x="99546" y="-2693"/>
                    <a:pt x="-21838" y="-25860"/>
                    <a:pt x="3438" y="156105"/>
                  </a:cubicBezTo>
                  <a:cubicBezTo>
                    <a:pt x="3438" y="156105"/>
                    <a:pt x="13282" y="194075"/>
                    <a:pt x="14688" y="218685"/>
                  </a:cubicBezTo>
                  <a:cubicBezTo>
                    <a:pt x="16094" y="243294"/>
                    <a:pt x="21016" y="291108"/>
                    <a:pt x="23126" y="302358"/>
                  </a:cubicBezTo>
                  <a:cubicBezTo>
                    <a:pt x="25235" y="313608"/>
                    <a:pt x="36004" y="330372"/>
                    <a:pt x="46329" y="338736"/>
                  </a:cubicBezTo>
                  <a:cubicBezTo>
                    <a:pt x="61095" y="350689"/>
                    <a:pt x="70236" y="357055"/>
                    <a:pt x="77268" y="363531"/>
                  </a:cubicBezTo>
                  <a:cubicBezTo>
                    <a:pt x="86408" y="371969"/>
                    <a:pt x="98584" y="384477"/>
                    <a:pt x="106096" y="386735"/>
                  </a:cubicBezTo>
                  <a:cubicBezTo>
                    <a:pt x="116902" y="389991"/>
                    <a:pt x="126043" y="386994"/>
                    <a:pt x="129670" y="385439"/>
                  </a:cubicBezTo>
                  <a:cubicBezTo>
                    <a:pt x="133334" y="386994"/>
                    <a:pt x="142437" y="389991"/>
                    <a:pt x="153281" y="386735"/>
                  </a:cubicBezTo>
                  <a:cubicBezTo>
                    <a:pt x="160793" y="384477"/>
                    <a:pt x="173597" y="371266"/>
                    <a:pt x="182109" y="363531"/>
                  </a:cubicBezTo>
                  <a:cubicBezTo>
                    <a:pt x="189178" y="357092"/>
                    <a:pt x="198281" y="350689"/>
                    <a:pt x="213047" y="338736"/>
                  </a:cubicBezTo>
                  <a:cubicBezTo>
                    <a:pt x="223335" y="330372"/>
                    <a:pt x="234141" y="313608"/>
                    <a:pt x="236251" y="302358"/>
                  </a:cubicBezTo>
                  <a:cubicBezTo>
                    <a:pt x="238360" y="291108"/>
                    <a:pt x="243282" y="243294"/>
                    <a:pt x="244688" y="218685"/>
                  </a:cubicBezTo>
                  <a:cubicBezTo>
                    <a:pt x="246095" y="194075"/>
                    <a:pt x="255939" y="156105"/>
                    <a:pt x="255939" y="156105"/>
                  </a:cubicBezTo>
                  <a:cubicBezTo>
                    <a:pt x="281215" y="-25860"/>
                    <a:pt x="159794" y="-2693"/>
                    <a:pt x="129670" y="5708"/>
                  </a:cubicBezTo>
                  <a:close/>
                </a:path>
              </a:pathLst>
            </a:custGeom>
            <a:solidFill>
              <a:srgbClr val="F5B97E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FC4F7086-0BEC-4679-FD59-5D26283070AE}"/>
                </a:ext>
              </a:extLst>
            </p:cNvPr>
            <p:cNvSpPr/>
            <p:nvPr/>
          </p:nvSpPr>
          <p:spPr>
            <a:xfrm>
              <a:off x="6532794" y="981048"/>
              <a:ext cx="280156" cy="252851"/>
            </a:xfrm>
            <a:custGeom>
              <a:avLst/>
              <a:gdLst>
                <a:gd name="connsiteX0" fmla="*/ 235156 w 280156"/>
                <a:gd name="connsiteY0" fmla="*/ 106052 h 252851"/>
                <a:gd name="connsiteX1" fmla="*/ 247109 w 280156"/>
                <a:gd name="connsiteY1" fmla="*/ 144021 h 252851"/>
                <a:gd name="connsiteX2" fmla="*/ 248516 w 280156"/>
                <a:gd name="connsiteY2" fmla="*/ 184803 h 252851"/>
                <a:gd name="connsiteX3" fmla="*/ 254844 w 280156"/>
                <a:gd name="connsiteY3" fmla="*/ 212225 h 252851"/>
                <a:gd name="connsiteX4" fmla="*/ 259766 w 280156"/>
                <a:gd name="connsiteY4" fmla="*/ 251601 h 252851"/>
                <a:gd name="connsiteX5" fmla="*/ 263282 w 280156"/>
                <a:gd name="connsiteY5" fmla="*/ 251601 h 252851"/>
                <a:gd name="connsiteX6" fmla="*/ 272422 w 280156"/>
                <a:gd name="connsiteY6" fmla="*/ 224179 h 252851"/>
                <a:gd name="connsiteX7" fmla="*/ 280157 w 280156"/>
                <a:gd name="connsiteY7" fmla="*/ 208007 h 252851"/>
                <a:gd name="connsiteX8" fmla="*/ 279454 w 280156"/>
                <a:gd name="connsiteY8" fmla="*/ 161599 h 252851"/>
                <a:gd name="connsiteX9" fmla="*/ 278047 w 280156"/>
                <a:gd name="connsiteY9" fmla="*/ 96911 h 252851"/>
                <a:gd name="connsiteX10" fmla="*/ 253438 w 280156"/>
                <a:gd name="connsiteY10" fmla="*/ 61051 h 252851"/>
                <a:gd name="connsiteX11" fmla="*/ 245000 w 280156"/>
                <a:gd name="connsiteY11" fmla="*/ 43472 h 252851"/>
                <a:gd name="connsiteX12" fmla="*/ 195077 w 280156"/>
                <a:gd name="connsiteY12" fmla="*/ 3393 h 252851"/>
                <a:gd name="connsiteX13" fmla="*/ 62184 w 280156"/>
                <a:gd name="connsiteY13" fmla="*/ 18862 h 252851"/>
                <a:gd name="connsiteX14" fmla="*/ 8745 w 280156"/>
                <a:gd name="connsiteY14" fmla="*/ 87770 h 252851"/>
                <a:gd name="connsiteX15" fmla="*/ 308 w 280156"/>
                <a:gd name="connsiteY15" fmla="*/ 178475 h 252851"/>
                <a:gd name="connsiteX16" fmla="*/ 5230 w 280156"/>
                <a:gd name="connsiteY16" fmla="*/ 208710 h 252851"/>
                <a:gd name="connsiteX17" fmla="*/ 12964 w 280156"/>
                <a:gd name="connsiteY17" fmla="*/ 223476 h 252851"/>
                <a:gd name="connsiteX18" fmla="*/ 22105 w 280156"/>
                <a:gd name="connsiteY18" fmla="*/ 243867 h 252851"/>
                <a:gd name="connsiteX19" fmla="*/ 27027 w 280156"/>
                <a:gd name="connsiteY19" fmla="*/ 243867 h 252851"/>
                <a:gd name="connsiteX20" fmla="*/ 29840 w 280156"/>
                <a:gd name="connsiteY20" fmla="*/ 217147 h 252851"/>
                <a:gd name="connsiteX21" fmla="*/ 34762 w 280156"/>
                <a:gd name="connsiteY21" fmla="*/ 181990 h 252851"/>
                <a:gd name="connsiteX22" fmla="*/ 31949 w 280156"/>
                <a:gd name="connsiteY22" fmla="*/ 139099 h 252851"/>
                <a:gd name="connsiteX23" fmla="*/ 41090 w 280156"/>
                <a:gd name="connsiteY23" fmla="*/ 115192 h 252851"/>
                <a:gd name="connsiteX24" fmla="*/ 68512 w 280156"/>
                <a:gd name="connsiteY24" fmla="*/ 134177 h 252851"/>
                <a:gd name="connsiteX25" fmla="*/ 100857 w 280156"/>
                <a:gd name="connsiteY25" fmla="*/ 125739 h 252851"/>
                <a:gd name="connsiteX26" fmla="*/ 133201 w 280156"/>
                <a:gd name="connsiteY26" fmla="*/ 120114 h 252851"/>
                <a:gd name="connsiteX27" fmla="*/ 166952 w 280156"/>
                <a:gd name="connsiteY27" fmla="*/ 111677 h 252851"/>
                <a:gd name="connsiteX28" fmla="*/ 190858 w 280156"/>
                <a:gd name="connsiteY28" fmla="*/ 107458 h 252851"/>
                <a:gd name="connsiteX29" fmla="*/ 235156 w 280156"/>
                <a:gd name="connsiteY29" fmla="*/ 106052 h 252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80156" h="252851">
                  <a:moveTo>
                    <a:pt x="235156" y="106052"/>
                  </a:moveTo>
                  <a:cubicBezTo>
                    <a:pt x="235156" y="106052"/>
                    <a:pt x="246406" y="127849"/>
                    <a:pt x="247109" y="144021"/>
                  </a:cubicBezTo>
                  <a:cubicBezTo>
                    <a:pt x="247813" y="160193"/>
                    <a:pt x="246406" y="174959"/>
                    <a:pt x="248516" y="184803"/>
                  </a:cubicBezTo>
                  <a:cubicBezTo>
                    <a:pt x="250625" y="194647"/>
                    <a:pt x="254844" y="202382"/>
                    <a:pt x="254844" y="212225"/>
                  </a:cubicBezTo>
                  <a:cubicBezTo>
                    <a:pt x="254844" y="222069"/>
                    <a:pt x="259766" y="248789"/>
                    <a:pt x="259766" y="251601"/>
                  </a:cubicBezTo>
                  <a:cubicBezTo>
                    <a:pt x="259766" y="254414"/>
                    <a:pt x="263282" y="251601"/>
                    <a:pt x="263282" y="251601"/>
                  </a:cubicBezTo>
                  <a:cubicBezTo>
                    <a:pt x="263282" y="251601"/>
                    <a:pt x="268204" y="229804"/>
                    <a:pt x="272422" y="224179"/>
                  </a:cubicBezTo>
                  <a:cubicBezTo>
                    <a:pt x="276641" y="218554"/>
                    <a:pt x="280157" y="208007"/>
                    <a:pt x="280157" y="208007"/>
                  </a:cubicBezTo>
                  <a:cubicBezTo>
                    <a:pt x="280157" y="208007"/>
                    <a:pt x="280157" y="181990"/>
                    <a:pt x="279454" y="161599"/>
                  </a:cubicBezTo>
                  <a:cubicBezTo>
                    <a:pt x="278751" y="141208"/>
                    <a:pt x="280157" y="110974"/>
                    <a:pt x="278047" y="96911"/>
                  </a:cubicBezTo>
                  <a:cubicBezTo>
                    <a:pt x="275938" y="82848"/>
                    <a:pt x="253438" y="61051"/>
                    <a:pt x="253438" y="61051"/>
                  </a:cubicBezTo>
                  <a:cubicBezTo>
                    <a:pt x="253438" y="61051"/>
                    <a:pt x="253438" y="50504"/>
                    <a:pt x="245000" y="43472"/>
                  </a:cubicBezTo>
                  <a:cubicBezTo>
                    <a:pt x="236562" y="36441"/>
                    <a:pt x="237969" y="11128"/>
                    <a:pt x="195077" y="3393"/>
                  </a:cubicBezTo>
                  <a:cubicBezTo>
                    <a:pt x="152186" y="-4341"/>
                    <a:pt x="85388" y="1284"/>
                    <a:pt x="62184" y="18862"/>
                  </a:cubicBezTo>
                  <a:cubicBezTo>
                    <a:pt x="38980" y="36441"/>
                    <a:pt x="15074" y="63863"/>
                    <a:pt x="8745" y="87770"/>
                  </a:cubicBezTo>
                  <a:cubicBezTo>
                    <a:pt x="2417" y="111677"/>
                    <a:pt x="-1098" y="158787"/>
                    <a:pt x="308" y="178475"/>
                  </a:cubicBezTo>
                  <a:cubicBezTo>
                    <a:pt x="1714" y="198163"/>
                    <a:pt x="5230" y="208710"/>
                    <a:pt x="5230" y="208710"/>
                  </a:cubicBezTo>
                  <a:cubicBezTo>
                    <a:pt x="5230" y="208710"/>
                    <a:pt x="12261" y="219960"/>
                    <a:pt x="12964" y="223476"/>
                  </a:cubicBezTo>
                  <a:cubicBezTo>
                    <a:pt x="13667" y="226991"/>
                    <a:pt x="22105" y="243867"/>
                    <a:pt x="22105" y="243867"/>
                  </a:cubicBezTo>
                  <a:cubicBezTo>
                    <a:pt x="22105" y="243867"/>
                    <a:pt x="25621" y="248789"/>
                    <a:pt x="27027" y="243867"/>
                  </a:cubicBezTo>
                  <a:cubicBezTo>
                    <a:pt x="28507" y="238723"/>
                    <a:pt x="25621" y="230507"/>
                    <a:pt x="29840" y="217147"/>
                  </a:cubicBezTo>
                  <a:cubicBezTo>
                    <a:pt x="34058" y="203788"/>
                    <a:pt x="38980" y="194647"/>
                    <a:pt x="34762" y="181990"/>
                  </a:cubicBezTo>
                  <a:cubicBezTo>
                    <a:pt x="30543" y="169334"/>
                    <a:pt x="28433" y="151756"/>
                    <a:pt x="31949" y="139099"/>
                  </a:cubicBezTo>
                  <a:cubicBezTo>
                    <a:pt x="35465" y="126443"/>
                    <a:pt x="41090" y="115192"/>
                    <a:pt x="41090" y="115192"/>
                  </a:cubicBezTo>
                  <a:cubicBezTo>
                    <a:pt x="41090" y="115192"/>
                    <a:pt x="57965" y="132771"/>
                    <a:pt x="68512" y="134177"/>
                  </a:cubicBezTo>
                  <a:cubicBezTo>
                    <a:pt x="79059" y="135583"/>
                    <a:pt x="93122" y="129958"/>
                    <a:pt x="100857" y="125739"/>
                  </a:cubicBezTo>
                  <a:cubicBezTo>
                    <a:pt x="108591" y="121521"/>
                    <a:pt x="124763" y="120114"/>
                    <a:pt x="133201" y="120114"/>
                  </a:cubicBezTo>
                  <a:cubicBezTo>
                    <a:pt x="141639" y="120114"/>
                    <a:pt x="159217" y="116599"/>
                    <a:pt x="166952" y="111677"/>
                  </a:cubicBezTo>
                  <a:cubicBezTo>
                    <a:pt x="174686" y="106755"/>
                    <a:pt x="183827" y="107458"/>
                    <a:pt x="190858" y="107458"/>
                  </a:cubicBezTo>
                  <a:cubicBezTo>
                    <a:pt x="197890" y="107458"/>
                    <a:pt x="224609" y="114489"/>
                    <a:pt x="235156" y="106052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630" name="Graphic 629">
            <a:extLst>
              <a:ext uri="{FF2B5EF4-FFF2-40B4-BE49-F238E27FC236}">
                <a16:creationId xmlns:a16="http://schemas.microsoft.com/office/drawing/2014/main" id="{D0FBC6E3-85CF-7669-D4DF-558CC2D4526D}"/>
              </a:ext>
            </a:extLst>
          </p:cNvPr>
          <p:cNvPicPr>
            <a:picLocks noChangeAspect="1"/>
          </p:cNvPicPr>
          <p:nvPr/>
        </p:nvPicPr>
        <p:blipFill>
          <a:blip r:embed="rId161">
            <a:extLst>
              <a:ext uri="{96DAC541-7B7A-43D3-8B79-37D633B846F1}">
                <asvg:svgBlip xmlns:asvg="http://schemas.microsoft.com/office/drawing/2016/SVG/main" r:embed="rId162"/>
              </a:ext>
            </a:extLst>
          </a:blip>
          <a:stretch>
            <a:fillRect/>
          </a:stretch>
        </p:blipFill>
        <p:spPr>
          <a:xfrm>
            <a:off x="-4224915" y="570065"/>
            <a:ext cx="1024515" cy="3119591"/>
          </a:xfrm>
          <a:prstGeom prst="rect">
            <a:avLst/>
          </a:prstGeom>
        </p:spPr>
      </p:pic>
      <p:pic>
        <p:nvPicPr>
          <p:cNvPr id="631" name="Graphic 630">
            <a:extLst>
              <a:ext uri="{FF2B5EF4-FFF2-40B4-BE49-F238E27FC236}">
                <a16:creationId xmlns:a16="http://schemas.microsoft.com/office/drawing/2014/main" id="{1145CA61-F87A-0D64-9D71-773F38E08B18}"/>
              </a:ext>
            </a:extLst>
          </p:cNvPr>
          <p:cNvPicPr>
            <a:picLocks noChangeAspect="1"/>
          </p:cNvPicPr>
          <p:nvPr/>
        </p:nvPicPr>
        <p:blipFill>
          <a:blip r:embed="rId163">
            <a:extLst>
              <a:ext uri="{96DAC541-7B7A-43D3-8B79-37D633B846F1}">
                <asvg:svgBlip xmlns:asvg="http://schemas.microsoft.com/office/drawing/2016/SVG/main" r:embed="rId164"/>
              </a:ext>
            </a:extLst>
          </a:blip>
          <a:stretch>
            <a:fillRect/>
          </a:stretch>
        </p:blipFill>
        <p:spPr>
          <a:xfrm>
            <a:off x="20288250" y="637048"/>
            <a:ext cx="1020835" cy="3090862"/>
          </a:xfrm>
          <a:prstGeom prst="rect">
            <a:avLst/>
          </a:prstGeom>
        </p:spPr>
      </p:pic>
      <p:pic>
        <p:nvPicPr>
          <p:cNvPr id="632" name="Graphic 631">
            <a:extLst>
              <a:ext uri="{FF2B5EF4-FFF2-40B4-BE49-F238E27FC236}">
                <a16:creationId xmlns:a16="http://schemas.microsoft.com/office/drawing/2014/main" id="{435606A7-F493-79C9-B39E-D03635518C2F}"/>
              </a:ext>
            </a:extLst>
          </p:cNvPr>
          <p:cNvPicPr>
            <a:picLocks noChangeAspect="1"/>
          </p:cNvPicPr>
          <p:nvPr/>
        </p:nvPicPr>
        <p:blipFill>
          <a:blip r:embed="rId165">
            <a:extLst>
              <a:ext uri="{96DAC541-7B7A-43D3-8B79-37D633B846F1}">
                <asvg:svgBlip xmlns:asvg="http://schemas.microsoft.com/office/drawing/2016/SVG/main" r:embed="rId166"/>
              </a:ext>
            </a:extLst>
          </a:blip>
          <a:stretch>
            <a:fillRect/>
          </a:stretch>
        </p:blipFill>
        <p:spPr>
          <a:xfrm>
            <a:off x="21474113" y="657270"/>
            <a:ext cx="1004888" cy="3132554"/>
          </a:xfrm>
          <a:prstGeom prst="rect">
            <a:avLst/>
          </a:prstGeom>
        </p:spPr>
      </p:pic>
      <p:pic>
        <p:nvPicPr>
          <p:cNvPr id="633" name="Graphic 632">
            <a:extLst>
              <a:ext uri="{FF2B5EF4-FFF2-40B4-BE49-F238E27FC236}">
                <a16:creationId xmlns:a16="http://schemas.microsoft.com/office/drawing/2014/main" id="{1C4FE26D-801C-E30B-70A2-882BE1DE4AE9}"/>
              </a:ext>
            </a:extLst>
          </p:cNvPr>
          <p:cNvPicPr>
            <a:picLocks noChangeAspect="1"/>
          </p:cNvPicPr>
          <p:nvPr/>
        </p:nvPicPr>
        <p:blipFill>
          <a:blip r:embed="rId167">
            <a:extLst>
              <a:ext uri="{96DAC541-7B7A-43D3-8B79-37D633B846F1}">
                <asvg:svgBlip xmlns:asvg="http://schemas.microsoft.com/office/drawing/2016/SVG/main" r:embed="rId168"/>
              </a:ext>
            </a:extLst>
          </a:blip>
          <a:stretch>
            <a:fillRect/>
          </a:stretch>
        </p:blipFill>
        <p:spPr>
          <a:xfrm>
            <a:off x="-6148388" y="701459"/>
            <a:ext cx="1233487" cy="3187916"/>
          </a:xfrm>
          <a:prstGeom prst="rect">
            <a:avLst/>
          </a:prstGeom>
        </p:spPr>
      </p:pic>
      <p:pic>
        <p:nvPicPr>
          <p:cNvPr id="634" name="Graphic 633">
            <a:extLst>
              <a:ext uri="{FF2B5EF4-FFF2-40B4-BE49-F238E27FC236}">
                <a16:creationId xmlns:a16="http://schemas.microsoft.com/office/drawing/2014/main" id="{980D885F-C587-156D-B3BF-3F1498D012DA}"/>
              </a:ext>
            </a:extLst>
          </p:cNvPr>
          <p:cNvPicPr>
            <a:picLocks noChangeAspect="1"/>
          </p:cNvPicPr>
          <p:nvPr/>
        </p:nvPicPr>
        <p:blipFill>
          <a:blip r:embed="rId169">
            <a:extLst>
              <a:ext uri="{96DAC541-7B7A-43D3-8B79-37D633B846F1}">
                <asvg:svgBlip xmlns:asvg="http://schemas.microsoft.com/office/drawing/2016/SVG/main" r:embed="rId170"/>
              </a:ext>
            </a:extLst>
          </a:blip>
          <a:stretch>
            <a:fillRect/>
          </a:stretch>
        </p:blipFill>
        <p:spPr>
          <a:xfrm>
            <a:off x="-7267576" y="812800"/>
            <a:ext cx="1212595" cy="3105150"/>
          </a:xfrm>
          <a:prstGeom prst="rect">
            <a:avLst/>
          </a:prstGeom>
        </p:spPr>
      </p:pic>
      <p:grpSp>
        <p:nvGrpSpPr>
          <p:cNvPr id="635" name="Graphic 149">
            <a:extLst>
              <a:ext uri="{FF2B5EF4-FFF2-40B4-BE49-F238E27FC236}">
                <a16:creationId xmlns:a16="http://schemas.microsoft.com/office/drawing/2014/main" id="{A4B21C2D-C0BD-1E62-A1BF-2033874B3716}"/>
              </a:ext>
            </a:extLst>
          </p:cNvPr>
          <p:cNvGrpSpPr/>
          <p:nvPr/>
        </p:nvGrpSpPr>
        <p:grpSpPr>
          <a:xfrm>
            <a:off x="-11596401" y="858008"/>
            <a:ext cx="1122883" cy="3021916"/>
            <a:chOff x="7928313" y="2980137"/>
            <a:chExt cx="1122883" cy="302191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E3BF469E-9364-F731-5A75-666A027FAB32}"/>
                </a:ext>
              </a:extLst>
            </p:cNvPr>
            <p:cNvSpPr/>
            <p:nvPr/>
          </p:nvSpPr>
          <p:spPr>
            <a:xfrm>
              <a:off x="8284477" y="2980137"/>
              <a:ext cx="343957" cy="390212"/>
            </a:xfrm>
            <a:custGeom>
              <a:avLst/>
              <a:gdLst>
                <a:gd name="connsiteX0" fmla="*/ 306777 w 343957"/>
                <a:gd name="connsiteY0" fmla="*/ 250316 h 390212"/>
                <a:gd name="connsiteX1" fmla="*/ 324056 w 343957"/>
                <a:gd name="connsiteY1" fmla="*/ 217492 h 390212"/>
                <a:gd name="connsiteX2" fmla="*/ 329452 w 343957"/>
                <a:gd name="connsiteY2" fmla="*/ 186441 h 390212"/>
                <a:gd name="connsiteX3" fmla="*/ 343562 w 343957"/>
                <a:gd name="connsiteY3" fmla="*/ 156183 h 390212"/>
                <a:gd name="connsiteX4" fmla="*/ 338205 w 343957"/>
                <a:gd name="connsiteY4" fmla="*/ 121285 h 390212"/>
                <a:gd name="connsiteX5" fmla="*/ 331715 w 343957"/>
                <a:gd name="connsiteY5" fmla="*/ 65635 h 390212"/>
                <a:gd name="connsiteX6" fmla="*/ 284442 w 343957"/>
                <a:gd name="connsiteY6" fmla="*/ 26020 h 390212"/>
                <a:gd name="connsiteX7" fmla="*/ 237168 w 343957"/>
                <a:gd name="connsiteY7" fmla="*/ 7156 h 390212"/>
                <a:gd name="connsiteX8" fmla="*/ 157222 w 343957"/>
                <a:gd name="connsiteY8" fmla="*/ 1497 h 390212"/>
                <a:gd name="connsiteX9" fmla="*/ 94177 w 343957"/>
                <a:gd name="connsiteY9" fmla="*/ 30322 h 390212"/>
                <a:gd name="connsiteX10" fmla="*/ 68220 w 343957"/>
                <a:gd name="connsiteY10" fmla="*/ 49073 h 390212"/>
                <a:gd name="connsiteX11" fmla="*/ 22871 w 343957"/>
                <a:gd name="connsiteY11" fmla="*/ 104080 h 390212"/>
                <a:gd name="connsiteX12" fmla="*/ 913 w 343957"/>
                <a:gd name="connsiteY12" fmla="*/ 171690 h 390212"/>
                <a:gd name="connsiteX13" fmla="*/ 4837 w 343957"/>
                <a:gd name="connsiteY13" fmla="*/ 220133 h 390212"/>
                <a:gd name="connsiteX14" fmla="*/ 19513 w 343957"/>
                <a:gd name="connsiteY14" fmla="*/ 279932 h 390212"/>
                <a:gd name="connsiteX15" fmla="*/ 11062 w 343957"/>
                <a:gd name="connsiteY15" fmla="*/ 311322 h 390212"/>
                <a:gd name="connsiteX16" fmla="*/ 83 w 343957"/>
                <a:gd name="connsiteY16" fmla="*/ 345995 h 390212"/>
                <a:gd name="connsiteX17" fmla="*/ 7968 w 343957"/>
                <a:gd name="connsiteY17" fmla="*/ 368028 h 390212"/>
                <a:gd name="connsiteX18" fmla="*/ 14948 w 343957"/>
                <a:gd name="connsiteY18" fmla="*/ 373272 h 390212"/>
                <a:gd name="connsiteX19" fmla="*/ 35774 w 343957"/>
                <a:gd name="connsiteY19" fmla="*/ 390212 h 390212"/>
                <a:gd name="connsiteX20" fmla="*/ 298137 w 343957"/>
                <a:gd name="connsiteY20" fmla="*/ 288497 h 390212"/>
                <a:gd name="connsiteX21" fmla="*/ 306777 w 343957"/>
                <a:gd name="connsiteY21" fmla="*/ 250316 h 390212"/>
                <a:gd name="connsiteX22" fmla="*/ 16193 w 343957"/>
                <a:gd name="connsiteY22" fmla="*/ 238318 h 390212"/>
                <a:gd name="connsiteX23" fmla="*/ 15250 w 343957"/>
                <a:gd name="connsiteY23" fmla="*/ 237677 h 390212"/>
                <a:gd name="connsiteX24" fmla="*/ 16193 w 343957"/>
                <a:gd name="connsiteY24" fmla="*/ 238318 h 390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43957" h="390212">
                  <a:moveTo>
                    <a:pt x="306777" y="250316"/>
                  </a:moveTo>
                  <a:cubicBezTo>
                    <a:pt x="312512" y="236243"/>
                    <a:pt x="320284" y="223793"/>
                    <a:pt x="324056" y="217492"/>
                  </a:cubicBezTo>
                  <a:cubicBezTo>
                    <a:pt x="330282" y="211606"/>
                    <a:pt x="328357" y="191723"/>
                    <a:pt x="329452" y="186441"/>
                  </a:cubicBezTo>
                  <a:cubicBezTo>
                    <a:pt x="330998" y="178971"/>
                    <a:pt x="346618" y="165917"/>
                    <a:pt x="343562" y="156183"/>
                  </a:cubicBezTo>
                  <a:cubicBezTo>
                    <a:pt x="337601" y="136980"/>
                    <a:pt x="348014" y="134112"/>
                    <a:pt x="338205" y="121285"/>
                  </a:cubicBezTo>
                  <a:cubicBezTo>
                    <a:pt x="350014" y="124907"/>
                    <a:pt x="339865" y="82500"/>
                    <a:pt x="331715" y="65635"/>
                  </a:cubicBezTo>
                  <a:cubicBezTo>
                    <a:pt x="323528" y="48620"/>
                    <a:pt x="292402" y="30850"/>
                    <a:pt x="284442" y="26020"/>
                  </a:cubicBezTo>
                  <a:cubicBezTo>
                    <a:pt x="261314" y="11986"/>
                    <a:pt x="250863" y="15645"/>
                    <a:pt x="237168" y="7156"/>
                  </a:cubicBezTo>
                  <a:cubicBezTo>
                    <a:pt x="219624" y="-3672"/>
                    <a:pt x="166050" y="818"/>
                    <a:pt x="157222" y="1497"/>
                  </a:cubicBezTo>
                  <a:cubicBezTo>
                    <a:pt x="125794" y="3912"/>
                    <a:pt x="112853" y="21644"/>
                    <a:pt x="94177" y="30322"/>
                  </a:cubicBezTo>
                  <a:cubicBezTo>
                    <a:pt x="82482" y="35754"/>
                    <a:pt x="76483" y="45375"/>
                    <a:pt x="68220" y="49073"/>
                  </a:cubicBezTo>
                  <a:cubicBezTo>
                    <a:pt x="44376" y="59674"/>
                    <a:pt x="29888" y="84009"/>
                    <a:pt x="22871" y="104080"/>
                  </a:cubicBezTo>
                  <a:cubicBezTo>
                    <a:pt x="15929" y="123963"/>
                    <a:pt x="6119" y="139960"/>
                    <a:pt x="913" y="171690"/>
                  </a:cubicBezTo>
                  <a:cubicBezTo>
                    <a:pt x="-2520" y="192553"/>
                    <a:pt x="4837" y="220133"/>
                    <a:pt x="4837" y="220133"/>
                  </a:cubicBezTo>
                  <a:cubicBezTo>
                    <a:pt x="4837" y="220133"/>
                    <a:pt x="20984" y="259295"/>
                    <a:pt x="19513" y="279932"/>
                  </a:cubicBezTo>
                  <a:cubicBezTo>
                    <a:pt x="14533" y="287855"/>
                    <a:pt x="13891" y="301815"/>
                    <a:pt x="11062" y="311322"/>
                  </a:cubicBezTo>
                  <a:cubicBezTo>
                    <a:pt x="-144" y="326074"/>
                    <a:pt x="83" y="345995"/>
                    <a:pt x="83" y="345995"/>
                  </a:cubicBezTo>
                  <a:cubicBezTo>
                    <a:pt x="83" y="345995"/>
                    <a:pt x="3667" y="355729"/>
                    <a:pt x="7968" y="368028"/>
                  </a:cubicBezTo>
                  <a:cubicBezTo>
                    <a:pt x="7968" y="368028"/>
                    <a:pt x="13250" y="371122"/>
                    <a:pt x="14948" y="373272"/>
                  </a:cubicBezTo>
                  <a:cubicBezTo>
                    <a:pt x="20154" y="379762"/>
                    <a:pt x="35774" y="390212"/>
                    <a:pt x="35774" y="390212"/>
                  </a:cubicBezTo>
                  <a:lnTo>
                    <a:pt x="298137" y="288497"/>
                  </a:lnTo>
                  <a:cubicBezTo>
                    <a:pt x="305305" y="271179"/>
                    <a:pt x="300401" y="265935"/>
                    <a:pt x="306777" y="250316"/>
                  </a:cubicBezTo>
                  <a:close/>
                  <a:moveTo>
                    <a:pt x="16193" y="238318"/>
                  </a:moveTo>
                  <a:cubicBezTo>
                    <a:pt x="15891" y="238129"/>
                    <a:pt x="15551" y="237941"/>
                    <a:pt x="15250" y="237677"/>
                  </a:cubicBezTo>
                  <a:cubicBezTo>
                    <a:pt x="15250" y="237677"/>
                    <a:pt x="15589" y="237978"/>
                    <a:pt x="16193" y="238318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E8AF3550-C142-67AF-472E-D964B0046BAA}"/>
                </a:ext>
              </a:extLst>
            </p:cNvPr>
            <p:cNvSpPr/>
            <p:nvPr/>
          </p:nvSpPr>
          <p:spPr>
            <a:xfrm>
              <a:off x="8225665" y="5895622"/>
              <a:ext cx="244991" cy="106431"/>
            </a:xfrm>
            <a:custGeom>
              <a:avLst/>
              <a:gdLst>
                <a:gd name="connsiteX0" fmla="*/ 792 w 244991"/>
                <a:gd name="connsiteY0" fmla="*/ 0 h 106431"/>
                <a:gd name="connsiteX1" fmla="*/ 0 w 244991"/>
                <a:gd name="connsiteY1" fmla="*/ 46066 h 106431"/>
                <a:gd name="connsiteX2" fmla="*/ 15884 w 244991"/>
                <a:gd name="connsiteY2" fmla="*/ 56404 h 106431"/>
                <a:gd name="connsiteX3" fmla="*/ 35767 w 244991"/>
                <a:gd name="connsiteY3" fmla="*/ 57988 h 106431"/>
                <a:gd name="connsiteX4" fmla="*/ 48481 w 244991"/>
                <a:gd name="connsiteY4" fmla="*/ 83417 h 106431"/>
                <a:gd name="connsiteX5" fmla="*/ 141406 w 244991"/>
                <a:gd name="connsiteY5" fmla="*/ 106432 h 106431"/>
                <a:gd name="connsiteX6" fmla="*/ 243876 w 244991"/>
                <a:gd name="connsiteY6" fmla="*/ 92133 h 106431"/>
                <a:gd name="connsiteX7" fmla="*/ 236708 w 244991"/>
                <a:gd name="connsiteY7" fmla="*/ 73080 h 106431"/>
                <a:gd name="connsiteX8" fmla="*/ 792 w 244991"/>
                <a:gd name="connsiteY8" fmla="*/ 0 h 106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4991" h="106431">
                  <a:moveTo>
                    <a:pt x="792" y="0"/>
                  </a:moveTo>
                  <a:cubicBezTo>
                    <a:pt x="792" y="0"/>
                    <a:pt x="0" y="42105"/>
                    <a:pt x="0" y="46066"/>
                  </a:cubicBezTo>
                  <a:cubicBezTo>
                    <a:pt x="0" y="50028"/>
                    <a:pt x="9545" y="56404"/>
                    <a:pt x="15884" y="56404"/>
                  </a:cubicBezTo>
                  <a:cubicBezTo>
                    <a:pt x="22260" y="56404"/>
                    <a:pt x="35767" y="57988"/>
                    <a:pt x="35767" y="57988"/>
                  </a:cubicBezTo>
                  <a:cubicBezTo>
                    <a:pt x="35767" y="57988"/>
                    <a:pt x="38143" y="76249"/>
                    <a:pt x="48481" y="83417"/>
                  </a:cubicBezTo>
                  <a:cubicBezTo>
                    <a:pt x="58819" y="90586"/>
                    <a:pt x="132691" y="106432"/>
                    <a:pt x="141406" y="106432"/>
                  </a:cubicBezTo>
                  <a:cubicBezTo>
                    <a:pt x="150121" y="106432"/>
                    <a:pt x="240707" y="99263"/>
                    <a:pt x="243876" y="92133"/>
                  </a:cubicBezTo>
                  <a:cubicBezTo>
                    <a:pt x="247045" y="84964"/>
                    <a:pt x="243084" y="77041"/>
                    <a:pt x="236708" y="73080"/>
                  </a:cubicBezTo>
                  <a:cubicBezTo>
                    <a:pt x="230332" y="69118"/>
                    <a:pt x="792" y="0"/>
                    <a:pt x="792" y="0"/>
                  </a:cubicBezTo>
                  <a:close/>
                </a:path>
              </a:pathLst>
            </a:custGeom>
            <a:solidFill>
              <a:srgbClr val="101212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1D60C10A-DBD5-48FA-B289-F8D2C684C7AA}"/>
                </a:ext>
              </a:extLst>
            </p:cNvPr>
            <p:cNvSpPr/>
            <p:nvPr/>
          </p:nvSpPr>
          <p:spPr>
            <a:xfrm>
              <a:off x="8382917" y="5855177"/>
              <a:ext cx="342458" cy="111656"/>
            </a:xfrm>
            <a:custGeom>
              <a:avLst/>
              <a:gdLst>
                <a:gd name="connsiteX0" fmla="*/ 8753 w 342458"/>
                <a:gd name="connsiteY0" fmla="*/ 63497 h 111656"/>
                <a:gd name="connsiteX1" fmla="*/ 65949 w 342458"/>
                <a:gd name="connsiteY1" fmla="*/ 69835 h 111656"/>
                <a:gd name="connsiteX2" fmla="*/ 65949 w 342458"/>
                <a:gd name="connsiteY2" fmla="*/ 57913 h 111656"/>
                <a:gd name="connsiteX3" fmla="*/ 97716 w 342458"/>
                <a:gd name="connsiteY3" fmla="*/ 73005 h 111656"/>
                <a:gd name="connsiteX4" fmla="*/ 136614 w 342458"/>
                <a:gd name="connsiteY4" fmla="*/ 100810 h 111656"/>
                <a:gd name="connsiteX5" fmla="*/ 239085 w 342458"/>
                <a:gd name="connsiteY5" fmla="*/ 111148 h 111656"/>
                <a:gd name="connsiteX6" fmla="*/ 341555 w 342458"/>
                <a:gd name="connsiteY6" fmla="*/ 88926 h 111656"/>
                <a:gd name="connsiteX7" fmla="*/ 335179 w 342458"/>
                <a:gd name="connsiteY7" fmla="*/ 82587 h 111656"/>
                <a:gd name="connsiteX8" fmla="*/ 185850 w 342458"/>
                <a:gd name="connsiteY8" fmla="*/ 65119 h 111656"/>
                <a:gd name="connsiteX9" fmla="*/ 0 w 342458"/>
                <a:gd name="connsiteY9" fmla="*/ 0 h 111656"/>
                <a:gd name="connsiteX10" fmla="*/ 8753 w 342458"/>
                <a:gd name="connsiteY10" fmla="*/ 63497 h 11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2458" h="111656">
                  <a:moveTo>
                    <a:pt x="8753" y="63497"/>
                  </a:moveTo>
                  <a:cubicBezTo>
                    <a:pt x="8753" y="63497"/>
                    <a:pt x="65949" y="73042"/>
                    <a:pt x="65949" y="69835"/>
                  </a:cubicBezTo>
                  <a:cubicBezTo>
                    <a:pt x="65949" y="66666"/>
                    <a:pt x="65949" y="57913"/>
                    <a:pt x="65949" y="57913"/>
                  </a:cubicBezTo>
                  <a:cubicBezTo>
                    <a:pt x="65949" y="57913"/>
                    <a:pt x="81833" y="63459"/>
                    <a:pt x="97716" y="73005"/>
                  </a:cubicBezTo>
                  <a:cubicBezTo>
                    <a:pt x="113600" y="82550"/>
                    <a:pt x="125522" y="94472"/>
                    <a:pt x="136614" y="100810"/>
                  </a:cubicBezTo>
                  <a:cubicBezTo>
                    <a:pt x="147744" y="107149"/>
                    <a:pt x="206525" y="113525"/>
                    <a:pt x="239085" y="111148"/>
                  </a:cubicBezTo>
                  <a:cubicBezTo>
                    <a:pt x="271644" y="108771"/>
                    <a:pt x="339140" y="94472"/>
                    <a:pt x="341555" y="88926"/>
                  </a:cubicBezTo>
                  <a:cubicBezTo>
                    <a:pt x="343932" y="83380"/>
                    <a:pt x="341555" y="82587"/>
                    <a:pt x="335179" y="82587"/>
                  </a:cubicBezTo>
                  <a:cubicBezTo>
                    <a:pt x="328840" y="82587"/>
                    <a:pt x="185850" y="65119"/>
                    <a:pt x="185850" y="65119"/>
                  </a:cubicBezTo>
                  <a:lnTo>
                    <a:pt x="0" y="0"/>
                  </a:lnTo>
                  <a:lnTo>
                    <a:pt x="8753" y="63497"/>
                  </a:lnTo>
                  <a:close/>
                </a:path>
              </a:pathLst>
            </a:custGeom>
            <a:solidFill>
              <a:srgbClr val="101212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A0238BF-2F67-FA86-003A-61A38D2B2C64}"/>
                </a:ext>
              </a:extLst>
            </p:cNvPr>
            <p:cNvSpPr/>
            <p:nvPr/>
          </p:nvSpPr>
          <p:spPr>
            <a:xfrm>
              <a:off x="8348811" y="5782852"/>
              <a:ext cx="374114" cy="174766"/>
            </a:xfrm>
            <a:custGeom>
              <a:avLst/>
              <a:gdLst>
                <a:gd name="connsiteX0" fmla="*/ 205695 w 374114"/>
                <a:gd name="connsiteY0" fmla="*/ 30183 h 174766"/>
                <a:gd name="connsiteX1" fmla="*/ 227125 w 374114"/>
                <a:gd name="connsiteY1" fmla="*/ 72288 h 174766"/>
                <a:gd name="connsiteX2" fmla="*/ 285113 w 374114"/>
                <a:gd name="connsiteY2" fmla="*/ 110431 h 174766"/>
                <a:gd name="connsiteX3" fmla="*/ 323257 w 374114"/>
                <a:gd name="connsiteY3" fmla="*/ 125522 h 174766"/>
                <a:gd name="connsiteX4" fmla="*/ 360608 w 374114"/>
                <a:gd name="connsiteY4" fmla="*/ 128691 h 174766"/>
                <a:gd name="connsiteX5" fmla="*/ 374115 w 374114"/>
                <a:gd name="connsiteY5" fmla="*/ 155705 h 174766"/>
                <a:gd name="connsiteX6" fmla="*/ 323257 w 374114"/>
                <a:gd name="connsiteY6" fmla="*/ 166835 h 174766"/>
                <a:gd name="connsiteX7" fmla="*/ 212864 w 374114"/>
                <a:gd name="connsiteY7" fmla="*/ 173173 h 174766"/>
                <a:gd name="connsiteX8" fmla="*/ 158836 w 374114"/>
                <a:gd name="connsiteY8" fmla="*/ 152536 h 174766"/>
                <a:gd name="connsiteX9" fmla="*/ 111186 w 374114"/>
                <a:gd name="connsiteY9" fmla="*/ 125522 h 174766"/>
                <a:gd name="connsiteX10" fmla="*/ 64327 w 374114"/>
                <a:gd name="connsiteY10" fmla="*/ 115977 h 174766"/>
                <a:gd name="connsiteX11" fmla="*/ 0 w 374114"/>
                <a:gd name="connsiteY11" fmla="*/ 75457 h 174766"/>
                <a:gd name="connsiteX12" fmla="*/ 15091 w 374114"/>
                <a:gd name="connsiteY12" fmla="*/ 0 h 174766"/>
                <a:gd name="connsiteX13" fmla="*/ 205695 w 374114"/>
                <a:gd name="connsiteY13" fmla="*/ 30183 h 174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4114" h="174766">
                  <a:moveTo>
                    <a:pt x="205695" y="30183"/>
                  </a:moveTo>
                  <a:cubicBezTo>
                    <a:pt x="205695" y="30183"/>
                    <a:pt x="219202" y="60365"/>
                    <a:pt x="227125" y="72288"/>
                  </a:cubicBezTo>
                  <a:cubicBezTo>
                    <a:pt x="235086" y="84210"/>
                    <a:pt x="266853" y="100886"/>
                    <a:pt x="285113" y="110431"/>
                  </a:cubicBezTo>
                  <a:cubicBezTo>
                    <a:pt x="303374" y="119938"/>
                    <a:pt x="312127" y="125522"/>
                    <a:pt x="323257" y="125522"/>
                  </a:cubicBezTo>
                  <a:cubicBezTo>
                    <a:pt x="334387" y="125522"/>
                    <a:pt x="353628" y="125937"/>
                    <a:pt x="360608" y="128691"/>
                  </a:cubicBezTo>
                  <a:cubicBezTo>
                    <a:pt x="372530" y="133445"/>
                    <a:pt x="374115" y="155705"/>
                    <a:pt x="374115" y="155705"/>
                  </a:cubicBezTo>
                  <a:cubicBezTo>
                    <a:pt x="374115" y="155705"/>
                    <a:pt x="346309" y="162836"/>
                    <a:pt x="323257" y="166835"/>
                  </a:cubicBezTo>
                  <a:cubicBezTo>
                    <a:pt x="300242" y="170796"/>
                    <a:pt x="243839" y="177965"/>
                    <a:pt x="212864" y="173173"/>
                  </a:cubicBezTo>
                  <a:cubicBezTo>
                    <a:pt x="181889" y="168419"/>
                    <a:pt x="171551" y="162836"/>
                    <a:pt x="158836" y="152536"/>
                  </a:cubicBezTo>
                  <a:cubicBezTo>
                    <a:pt x="146122" y="142198"/>
                    <a:pt x="125485" y="132691"/>
                    <a:pt x="111186" y="125522"/>
                  </a:cubicBezTo>
                  <a:cubicBezTo>
                    <a:pt x="96886" y="118392"/>
                    <a:pt x="85757" y="123145"/>
                    <a:pt x="64327" y="115977"/>
                  </a:cubicBezTo>
                  <a:cubicBezTo>
                    <a:pt x="42897" y="108846"/>
                    <a:pt x="0" y="75457"/>
                    <a:pt x="0" y="75457"/>
                  </a:cubicBezTo>
                  <a:lnTo>
                    <a:pt x="15091" y="0"/>
                  </a:lnTo>
                  <a:lnTo>
                    <a:pt x="205695" y="30183"/>
                  </a:lnTo>
                  <a:close/>
                </a:path>
              </a:pathLst>
            </a:custGeom>
            <a:solidFill>
              <a:srgbClr val="371E0E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580C8060-C0DD-B7DF-2F9D-A609E70F245B}"/>
                </a:ext>
              </a:extLst>
            </p:cNvPr>
            <p:cNvSpPr/>
            <p:nvPr/>
          </p:nvSpPr>
          <p:spPr>
            <a:xfrm>
              <a:off x="8220874" y="5849555"/>
              <a:ext cx="248689" cy="144660"/>
            </a:xfrm>
            <a:custGeom>
              <a:avLst/>
              <a:gdLst>
                <a:gd name="connsiteX0" fmla="*/ 0 w 248689"/>
                <a:gd name="connsiteY0" fmla="*/ 0 h 144660"/>
                <a:gd name="connsiteX1" fmla="*/ 6376 w 248689"/>
                <a:gd name="connsiteY1" fmla="*/ 59573 h 144660"/>
                <a:gd name="connsiteX2" fmla="*/ 23844 w 248689"/>
                <a:gd name="connsiteY2" fmla="*/ 81003 h 144660"/>
                <a:gd name="connsiteX3" fmla="*/ 49273 w 248689"/>
                <a:gd name="connsiteY3" fmla="*/ 115939 h 144660"/>
                <a:gd name="connsiteX4" fmla="*/ 108846 w 248689"/>
                <a:gd name="connsiteY4" fmla="*/ 137407 h 144660"/>
                <a:gd name="connsiteX5" fmla="*/ 161289 w 248689"/>
                <a:gd name="connsiteY5" fmla="*/ 144537 h 144660"/>
                <a:gd name="connsiteX6" fmla="*/ 222446 w 248689"/>
                <a:gd name="connsiteY6" fmla="*/ 134200 h 144660"/>
                <a:gd name="connsiteX7" fmla="*/ 248668 w 248689"/>
                <a:gd name="connsiteY7" fmla="*/ 127861 h 144660"/>
                <a:gd name="connsiteX8" fmla="*/ 241499 w 248689"/>
                <a:gd name="connsiteY8" fmla="*/ 102433 h 144660"/>
                <a:gd name="connsiteX9" fmla="*/ 209732 w 248689"/>
                <a:gd name="connsiteY9" fmla="*/ 70665 h 144660"/>
                <a:gd name="connsiteX10" fmla="*/ 185888 w 248689"/>
                <a:gd name="connsiteY10" fmla="*/ 31767 h 144660"/>
                <a:gd name="connsiteX11" fmla="*/ 160459 w 248689"/>
                <a:gd name="connsiteY11" fmla="*/ 2377 h 144660"/>
                <a:gd name="connsiteX12" fmla="*/ 0 w 248689"/>
                <a:gd name="connsiteY12" fmla="*/ 0 h 144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8689" h="144660">
                  <a:moveTo>
                    <a:pt x="0" y="0"/>
                  </a:moveTo>
                  <a:cubicBezTo>
                    <a:pt x="0" y="0"/>
                    <a:pt x="3961" y="49235"/>
                    <a:pt x="6376" y="59573"/>
                  </a:cubicBezTo>
                  <a:cubicBezTo>
                    <a:pt x="8753" y="69911"/>
                    <a:pt x="17506" y="74665"/>
                    <a:pt x="23844" y="81003"/>
                  </a:cubicBezTo>
                  <a:cubicBezTo>
                    <a:pt x="30220" y="87341"/>
                    <a:pt x="35766" y="105639"/>
                    <a:pt x="49273" y="115939"/>
                  </a:cubicBezTo>
                  <a:cubicBezTo>
                    <a:pt x="62780" y="126277"/>
                    <a:pt x="81041" y="131823"/>
                    <a:pt x="108846" y="137407"/>
                  </a:cubicBezTo>
                  <a:cubicBezTo>
                    <a:pt x="133106" y="142236"/>
                    <a:pt x="150159" y="145330"/>
                    <a:pt x="161289" y="144537"/>
                  </a:cubicBezTo>
                  <a:cubicBezTo>
                    <a:pt x="172419" y="143745"/>
                    <a:pt x="199432" y="137407"/>
                    <a:pt x="222446" y="134200"/>
                  </a:cubicBezTo>
                  <a:cubicBezTo>
                    <a:pt x="245499" y="131031"/>
                    <a:pt x="248668" y="127861"/>
                    <a:pt x="248668" y="127861"/>
                  </a:cubicBezTo>
                  <a:cubicBezTo>
                    <a:pt x="248668" y="127861"/>
                    <a:pt x="249460" y="108809"/>
                    <a:pt x="241499" y="102433"/>
                  </a:cubicBezTo>
                  <a:cubicBezTo>
                    <a:pt x="233539" y="96094"/>
                    <a:pt x="219277" y="83380"/>
                    <a:pt x="209732" y="70665"/>
                  </a:cubicBezTo>
                  <a:cubicBezTo>
                    <a:pt x="200187" y="57951"/>
                    <a:pt x="194641" y="42067"/>
                    <a:pt x="185888" y="31767"/>
                  </a:cubicBezTo>
                  <a:cubicBezTo>
                    <a:pt x="177135" y="21430"/>
                    <a:pt x="160459" y="2377"/>
                    <a:pt x="160459" y="237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D2313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15333F35-BBCB-ADDA-92F0-85B595644682}"/>
                </a:ext>
              </a:extLst>
            </p:cNvPr>
            <p:cNvSpPr/>
            <p:nvPr/>
          </p:nvSpPr>
          <p:spPr>
            <a:xfrm>
              <a:off x="8322365" y="4302202"/>
              <a:ext cx="389468" cy="1528796"/>
            </a:xfrm>
            <a:custGeom>
              <a:avLst/>
              <a:gdLst>
                <a:gd name="connsiteX0" fmla="*/ 66928 w 389468"/>
                <a:gd name="connsiteY0" fmla="*/ 451231 h 1528796"/>
                <a:gd name="connsiteX1" fmla="*/ 82812 w 389468"/>
                <a:gd name="connsiteY1" fmla="*/ 594184 h 1528796"/>
                <a:gd name="connsiteX2" fmla="*/ 111410 w 389468"/>
                <a:gd name="connsiteY2" fmla="*/ 733968 h 1528796"/>
                <a:gd name="connsiteX3" fmla="*/ 152723 w 389468"/>
                <a:gd name="connsiteY3" fmla="*/ 819762 h 1528796"/>
                <a:gd name="connsiteX4" fmla="*/ 127294 w 389468"/>
                <a:gd name="connsiteY4" fmla="*/ 873789 h 1528796"/>
                <a:gd name="connsiteX5" fmla="*/ 111410 w 389468"/>
                <a:gd name="connsiteY5" fmla="*/ 975467 h 1528796"/>
                <a:gd name="connsiteX6" fmla="*/ 93942 w 389468"/>
                <a:gd name="connsiteY6" fmla="*/ 1086652 h 1528796"/>
                <a:gd name="connsiteX7" fmla="*/ 87603 w 389468"/>
                <a:gd name="connsiteY7" fmla="*/ 1180370 h 1528796"/>
                <a:gd name="connsiteX8" fmla="*/ 79643 w 389468"/>
                <a:gd name="connsiteY8" fmla="*/ 1259788 h 1528796"/>
                <a:gd name="connsiteX9" fmla="*/ 47875 w 389468"/>
                <a:gd name="connsiteY9" fmla="*/ 1415455 h 1528796"/>
                <a:gd name="connsiteX10" fmla="*/ 35161 w 389468"/>
                <a:gd name="connsiteY10" fmla="*/ 1512342 h 1528796"/>
                <a:gd name="connsiteX11" fmla="*/ 111410 w 389468"/>
                <a:gd name="connsiteY11" fmla="*/ 1528225 h 1528796"/>
                <a:gd name="connsiteX12" fmla="*/ 238517 w 389468"/>
                <a:gd name="connsiteY12" fmla="*/ 1521849 h 1528796"/>
                <a:gd name="connsiteX13" fmla="*/ 243271 w 389468"/>
                <a:gd name="connsiteY13" fmla="*/ 1486913 h 1528796"/>
                <a:gd name="connsiteX14" fmla="*/ 281414 w 389468"/>
                <a:gd name="connsiteY14" fmla="*/ 1301025 h 1528796"/>
                <a:gd name="connsiteX15" fmla="*/ 340195 w 389468"/>
                <a:gd name="connsiteY15" fmla="*/ 946793 h 1528796"/>
                <a:gd name="connsiteX16" fmla="*/ 376754 w 389468"/>
                <a:gd name="connsiteY16" fmla="*/ 781581 h 1528796"/>
                <a:gd name="connsiteX17" fmla="*/ 389468 w 389468"/>
                <a:gd name="connsiteY17" fmla="*/ 603654 h 1528796"/>
                <a:gd name="connsiteX18" fmla="*/ 262399 w 389468"/>
                <a:gd name="connsiteY18" fmla="*/ 0 h 1528796"/>
                <a:gd name="connsiteX19" fmla="*/ 41575 w 389468"/>
                <a:gd name="connsiteY19" fmla="*/ 20637 h 1528796"/>
                <a:gd name="connsiteX20" fmla="*/ 20937 w 389468"/>
                <a:gd name="connsiteY20" fmla="*/ 293866 h 1528796"/>
                <a:gd name="connsiteX21" fmla="*/ 66928 w 389468"/>
                <a:gd name="connsiteY21" fmla="*/ 451231 h 1528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89468" h="1528796">
                  <a:moveTo>
                    <a:pt x="66928" y="451231"/>
                  </a:moveTo>
                  <a:cubicBezTo>
                    <a:pt x="66928" y="451231"/>
                    <a:pt x="76474" y="557663"/>
                    <a:pt x="82812" y="594184"/>
                  </a:cubicBezTo>
                  <a:cubicBezTo>
                    <a:pt x="89150" y="630705"/>
                    <a:pt x="106656" y="713330"/>
                    <a:pt x="111410" y="733968"/>
                  </a:cubicBezTo>
                  <a:cubicBezTo>
                    <a:pt x="116164" y="754605"/>
                    <a:pt x="152723" y="819762"/>
                    <a:pt x="152723" y="819762"/>
                  </a:cubicBezTo>
                  <a:cubicBezTo>
                    <a:pt x="152723" y="819762"/>
                    <a:pt x="136839" y="849945"/>
                    <a:pt x="127294" y="873789"/>
                  </a:cubicBezTo>
                  <a:cubicBezTo>
                    <a:pt x="117748" y="897633"/>
                    <a:pt x="111410" y="953207"/>
                    <a:pt x="111410" y="975467"/>
                  </a:cubicBezTo>
                  <a:cubicBezTo>
                    <a:pt x="111410" y="997727"/>
                    <a:pt x="100280" y="1056470"/>
                    <a:pt x="93942" y="1086652"/>
                  </a:cubicBezTo>
                  <a:cubicBezTo>
                    <a:pt x="87603" y="1116835"/>
                    <a:pt x="84397" y="1170862"/>
                    <a:pt x="87603" y="1180370"/>
                  </a:cubicBezTo>
                  <a:cubicBezTo>
                    <a:pt x="90773" y="1189915"/>
                    <a:pt x="90773" y="1226436"/>
                    <a:pt x="79643" y="1259788"/>
                  </a:cubicBezTo>
                  <a:cubicBezTo>
                    <a:pt x="68513" y="1293140"/>
                    <a:pt x="52629" y="1377349"/>
                    <a:pt x="47875" y="1415455"/>
                  </a:cubicBezTo>
                  <a:cubicBezTo>
                    <a:pt x="43122" y="1453599"/>
                    <a:pt x="35161" y="1512342"/>
                    <a:pt x="35161" y="1512342"/>
                  </a:cubicBezTo>
                  <a:cubicBezTo>
                    <a:pt x="35161" y="1512342"/>
                    <a:pt x="59005" y="1526641"/>
                    <a:pt x="111410" y="1528225"/>
                  </a:cubicBezTo>
                  <a:cubicBezTo>
                    <a:pt x="163815" y="1529810"/>
                    <a:pt x="230556" y="1528225"/>
                    <a:pt x="238517" y="1521849"/>
                  </a:cubicBezTo>
                  <a:cubicBezTo>
                    <a:pt x="246440" y="1515511"/>
                    <a:pt x="240102" y="1499627"/>
                    <a:pt x="243271" y="1486913"/>
                  </a:cubicBezTo>
                  <a:cubicBezTo>
                    <a:pt x="246440" y="1474198"/>
                    <a:pt x="273453" y="1355052"/>
                    <a:pt x="281414" y="1301025"/>
                  </a:cubicBezTo>
                  <a:cubicBezTo>
                    <a:pt x="289337" y="1246998"/>
                    <a:pt x="329065" y="1008743"/>
                    <a:pt x="340195" y="946793"/>
                  </a:cubicBezTo>
                  <a:cubicBezTo>
                    <a:pt x="351325" y="884843"/>
                    <a:pt x="373547" y="810179"/>
                    <a:pt x="376754" y="781581"/>
                  </a:cubicBezTo>
                  <a:cubicBezTo>
                    <a:pt x="379923" y="752983"/>
                    <a:pt x="389468" y="603654"/>
                    <a:pt x="389468" y="603654"/>
                  </a:cubicBezTo>
                  <a:lnTo>
                    <a:pt x="262399" y="0"/>
                  </a:lnTo>
                  <a:cubicBezTo>
                    <a:pt x="262399" y="0"/>
                    <a:pt x="121031" y="25429"/>
                    <a:pt x="41575" y="20637"/>
                  </a:cubicBezTo>
                  <a:cubicBezTo>
                    <a:pt x="-37843" y="15884"/>
                    <a:pt x="20937" y="293866"/>
                    <a:pt x="20937" y="293866"/>
                  </a:cubicBezTo>
                  <a:lnTo>
                    <a:pt x="66928" y="451231"/>
                  </a:lnTo>
                  <a:close/>
                </a:path>
              </a:pathLst>
            </a:custGeom>
            <a:solidFill>
              <a:srgbClr val="313549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90E69647-A895-3DDF-FADC-F6288619B752}"/>
                </a:ext>
              </a:extLst>
            </p:cNvPr>
            <p:cNvSpPr/>
            <p:nvPr/>
          </p:nvSpPr>
          <p:spPr>
            <a:xfrm>
              <a:off x="8127157" y="4332498"/>
              <a:ext cx="354269" cy="1538081"/>
            </a:xfrm>
            <a:custGeom>
              <a:avLst/>
              <a:gdLst>
                <a:gd name="connsiteX0" fmla="*/ 293904 w 354269"/>
                <a:gd name="connsiteY0" fmla="*/ 358985 h 1538081"/>
                <a:gd name="connsiteX1" fmla="*/ 249422 w 354269"/>
                <a:gd name="connsiteY1" fmla="*/ 629045 h 1538081"/>
                <a:gd name="connsiteX2" fmla="*/ 225578 w 354269"/>
                <a:gd name="connsiteY2" fmla="*/ 860999 h 1538081"/>
                <a:gd name="connsiteX3" fmla="*/ 214448 w 354269"/>
                <a:gd name="connsiteY3" fmla="*/ 1057979 h 1538081"/>
                <a:gd name="connsiteX4" fmla="*/ 217617 w 354269"/>
                <a:gd name="connsiteY4" fmla="*/ 1205723 h 1538081"/>
                <a:gd name="connsiteX5" fmla="*/ 236670 w 354269"/>
                <a:gd name="connsiteY5" fmla="*/ 1407494 h 1538081"/>
                <a:gd name="connsiteX6" fmla="*/ 262099 w 354269"/>
                <a:gd name="connsiteY6" fmla="*/ 1509172 h 1538081"/>
                <a:gd name="connsiteX7" fmla="*/ 171551 w 354269"/>
                <a:gd name="connsiteY7" fmla="*/ 1529848 h 1538081"/>
                <a:gd name="connsiteX8" fmla="*/ 96886 w 354269"/>
                <a:gd name="connsiteY8" fmla="*/ 1537770 h 1538081"/>
                <a:gd name="connsiteX9" fmla="*/ 68288 w 354269"/>
                <a:gd name="connsiteY9" fmla="*/ 1523471 h 1538081"/>
                <a:gd name="connsiteX10" fmla="*/ 53989 w 354269"/>
                <a:gd name="connsiteY10" fmla="*/ 1409079 h 1538081"/>
                <a:gd name="connsiteX11" fmla="*/ 17468 w 354269"/>
                <a:gd name="connsiteY11" fmla="*/ 1092953 h 1538081"/>
                <a:gd name="connsiteX12" fmla="*/ 14299 w 354269"/>
                <a:gd name="connsiteY12" fmla="*/ 865791 h 1538081"/>
                <a:gd name="connsiteX13" fmla="*/ 0 w 354269"/>
                <a:gd name="connsiteY13" fmla="*/ 590977 h 1538081"/>
                <a:gd name="connsiteX14" fmla="*/ 3169 w 354269"/>
                <a:gd name="connsiteY14" fmla="*/ 268475 h 1538081"/>
                <a:gd name="connsiteX15" fmla="*/ 92133 w 354269"/>
                <a:gd name="connsiteY15" fmla="*/ 23844 h 1538081"/>
                <a:gd name="connsiteX16" fmla="*/ 298658 w 354269"/>
                <a:gd name="connsiteY16" fmla="*/ 11130 h 1538081"/>
                <a:gd name="connsiteX17" fmla="*/ 354269 w 354269"/>
                <a:gd name="connsiteY17" fmla="*/ 0 h 1538081"/>
                <a:gd name="connsiteX18" fmla="*/ 343140 w 354269"/>
                <a:gd name="connsiteY18" fmla="*/ 162043 h 1538081"/>
                <a:gd name="connsiteX19" fmla="*/ 322502 w 354269"/>
                <a:gd name="connsiteY19" fmla="*/ 247838 h 1538081"/>
                <a:gd name="connsiteX20" fmla="*/ 293904 w 354269"/>
                <a:gd name="connsiteY20" fmla="*/ 358985 h 1538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54269" h="1538081">
                  <a:moveTo>
                    <a:pt x="293904" y="358985"/>
                  </a:moveTo>
                  <a:cubicBezTo>
                    <a:pt x="293904" y="358985"/>
                    <a:pt x="257383" y="589317"/>
                    <a:pt x="249422" y="629045"/>
                  </a:cubicBezTo>
                  <a:cubicBezTo>
                    <a:pt x="241499" y="668773"/>
                    <a:pt x="231954" y="816517"/>
                    <a:pt x="225578" y="860999"/>
                  </a:cubicBezTo>
                  <a:cubicBezTo>
                    <a:pt x="219240" y="905481"/>
                    <a:pt x="212864" y="1026212"/>
                    <a:pt x="214448" y="1057979"/>
                  </a:cubicBezTo>
                  <a:cubicBezTo>
                    <a:pt x="216033" y="1089746"/>
                    <a:pt x="217617" y="1173956"/>
                    <a:pt x="217617" y="1205723"/>
                  </a:cubicBezTo>
                  <a:cubicBezTo>
                    <a:pt x="217617" y="1237490"/>
                    <a:pt x="233501" y="1383650"/>
                    <a:pt x="236670" y="1407494"/>
                  </a:cubicBezTo>
                  <a:cubicBezTo>
                    <a:pt x="239839" y="1431301"/>
                    <a:pt x="265268" y="1501212"/>
                    <a:pt x="262099" y="1509172"/>
                  </a:cubicBezTo>
                  <a:cubicBezTo>
                    <a:pt x="258930" y="1517095"/>
                    <a:pt x="200149" y="1525056"/>
                    <a:pt x="171551" y="1529848"/>
                  </a:cubicBezTo>
                  <a:cubicBezTo>
                    <a:pt x="142953" y="1534601"/>
                    <a:pt x="109601" y="1539355"/>
                    <a:pt x="96886" y="1537770"/>
                  </a:cubicBezTo>
                  <a:cubicBezTo>
                    <a:pt x="84172" y="1536186"/>
                    <a:pt x="68288" y="1528225"/>
                    <a:pt x="68288" y="1523471"/>
                  </a:cubicBezTo>
                  <a:cubicBezTo>
                    <a:pt x="68288" y="1518718"/>
                    <a:pt x="61950" y="1458352"/>
                    <a:pt x="53989" y="1409079"/>
                  </a:cubicBezTo>
                  <a:cubicBezTo>
                    <a:pt x="46029" y="1359844"/>
                    <a:pt x="23807" y="1159657"/>
                    <a:pt x="17468" y="1092953"/>
                  </a:cubicBezTo>
                  <a:cubicBezTo>
                    <a:pt x="11092" y="1026249"/>
                    <a:pt x="6338" y="918195"/>
                    <a:pt x="14299" y="865791"/>
                  </a:cubicBezTo>
                  <a:cubicBezTo>
                    <a:pt x="22222" y="813386"/>
                    <a:pt x="0" y="590977"/>
                    <a:pt x="0" y="590977"/>
                  </a:cubicBezTo>
                  <a:lnTo>
                    <a:pt x="3169" y="268475"/>
                  </a:lnTo>
                  <a:lnTo>
                    <a:pt x="92133" y="23844"/>
                  </a:lnTo>
                  <a:lnTo>
                    <a:pt x="298658" y="11130"/>
                  </a:lnTo>
                  <a:lnTo>
                    <a:pt x="354269" y="0"/>
                  </a:lnTo>
                  <a:cubicBezTo>
                    <a:pt x="354269" y="0"/>
                    <a:pt x="348723" y="126654"/>
                    <a:pt x="343140" y="162043"/>
                  </a:cubicBezTo>
                  <a:cubicBezTo>
                    <a:pt x="338386" y="192226"/>
                    <a:pt x="335179" y="231954"/>
                    <a:pt x="322502" y="247838"/>
                  </a:cubicBezTo>
                  <a:cubicBezTo>
                    <a:pt x="309788" y="263684"/>
                    <a:pt x="293904" y="358985"/>
                    <a:pt x="293904" y="358985"/>
                  </a:cubicBezTo>
                  <a:close/>
                </a:path>
              </a:pathLst>
            </a:custGeom>
            <a:solidFill>
              <a:srgbClr val="313549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FBD52190-C01D-7DCD-8DF3-0A1BEFF10FC2}"/>
                </a:ext>
              </a:extLst>
            </p:cNvPr>
            <p:cNvSpPr/>
            <p:nvPr/>
          </p:nvSpPr>
          <p:spPr>
            <a:xfrm>
              <a:off x="8294029" y="3439618"/>
              <a:ext cx="227657" cy="903933"/>
            </a:xfrm>
            <a:custGeom>
              <a:avLst/>
              <a:gdLst>
                <a:gd name="connsiteX0" fmla="*/ 203280 w 227657"/>
                <a:gd name="connsiteY0" fmla="*/ 20713 h 903933"/>
                <a:gd name="connsiteX1" fmla="*/ 227125 w 227657"/>
                <a:gd name="connsiteY1" fmla="*/ 143028 h 903933"/>
                <a:gd name="connsiteX2" fmla="*/ 201696 w 227657"/>
                <a:gd name="connsiteY2" fmla="*/ 606899 h 903933"/>
                <a:gd name="connsiteX3" fmla="*/ 198527 w 227657"/>
                <a:gd name="connsiteY3" fmla="*/ 884881 h 903933"/>
                <a:gd name="connsiteX4" fmla="*/ 131823 w 227657"/>
                <a:gd name="connsiteY4" fmla="*/ 903934 h 903933"/>
                <a:gd name="connsiteX5" fmla="*/ 93717 w 227657"/>
                <a:gd name="connsiteY5" fmla="*/ 390828 h 903933"/>
                <a:gd name="connsiteX6" fmla="*/ 0 w 227657"/>
                <a:gd name="connsiteY6" fmla="*/ 112808 h 903933"/>
                <a:gd name="connsiteX7" fmla="*/ 101678 w 227657"/>
                <a:gd name="connsiteY7" fmla="*/ 0 h 903933"/>
                <a:gd name="connsiteX8" fmla="*/ 203280 w 227657"/>
                <a:gd name="connsiteY8" fmla="*/ 20713 h 903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7657" h="903933">
                  <a:moveTo>
                    <a:pt x="203280" y="20713"/>
                  </a:moveTo>
                  <a:cubicBezTo>
                    <a:pt x="203280" y="20713"/>
                    <a:pt x="231879" y="54065"/>
                    <a:pt x="227125" y="143028"/>
                  </a:cubicBezTo>
                  <a:cubicBezTo>
                    <a:pt x="222371" y="231992"/>
                    <a:pt x="208072" y="492506"/>
                    <a:pt x="201696" y="606899"/>
                  </a:cubicBezTo>
                  <a:cubicBezTo>
                    <a:pt x="195358" y="721253"/>
                    <a:pt x="198527" y="884881"/>
                    <a:pt x="198527" y="884881"/>
                  </a:cubicBezTo>
                  <a:lnTo>
                    <a:pt x="131823" y="903934"/>
                  </a:lnTo>
                  <a:cubicBezTo>
                    <a:pt x="131823" y="903934"/>
                    <a:pt x="173136" y="575094"/>
                    <a:pt x="93717" y="390828"/>
                  </a:cubicBezTo>
                  <a:cubicBezTo>
                    <a:pt x="14299" y="206563"/>
                    <a:pt x="0" y="112808"/>
                    <a:pt x="0" y="112808"/>
                  </a:cubicBezTo>
                  <a:lnTo>
                    <a:pt x="101678" y="0"/>
                  </a:lnTo>
                  <a:lnTo>
                    <a:pt x="203280" y="20713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2C9B9574-55BB-2036-EDD3-196B8176BE09}"/>
                </a:ext>
              </a:extLst>
            </p:cNvPr>
            <p:cNvSpPr/>
            <p:nvPr/>
          </p:nvSpPr>
          <p:spPr>
            <a:xfrm>
              <a:off x="8355941" y="4268888"/>
              <a:ext cx="196376" cy="109862"/>
            </a:xfrm>
            <a:custGeom>
              <a:avLst/>
              <a:gdLst>
                <a:gd name="connsiteX0" fmla="*/ 196376 w 196376"/>
                <a:gd name="connsiteY0" fmla="*/ 97603 h 109862"/>
                <a:gd name="connsiteX1" fmla="*/ 47651 w 196376"/>
                <a:gd name="connsiteY1" fmla="*/ 108054 h 109862"/>
                <a:gd name="connsiteX2" fmla="*/ 0 w 196376"/>
                <a:gd name="connsiteY2" fmla="*/ 41313 h 109862"/>
                <a:gd name="connsiteX3" fmla="*/ 152498 w 196376"/>
                <a:gd name="connsiteY3" fmla="*/ 0 h 109862"/>
                <a:gd name="connsiteX4" fmla="*/ 196376 w 196376"/>
                <a:gd name="connsiteY4" fmla="*/ 97603 h 109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376" h="109862">
                  <a:moveTo>
                    <a:pt x="196376" y="97603"/>
                  </a:moveTo>
                  <a:cubicBezTo>
                    <a:pt x="196376" y="97603"/>
                    <a:pt x="71269" y="115487"/>
                    <a:pt x="47651" y="108054"/>
                  </a:cubicBezTo>
                  <a:cubicBezTo>
                    <a:pt x="18487" y="98886"/>
                    <a:pt x="0" y="41313"/>
                    <a:pt x="0" y="41313"/>
                  </a:cubicBezTo>
                  <a:lnTo>
                    <a:pt x="152498" y="0"/>
                  </a:lnTo>
                  <a:lnTo>
                    <a:pt x="196376" y="97603"/>
                  </a:lnTo>
                  <a:close/>
                </a:path>
              </a:pathLst>
            </a:custGeom>
            <a:solidFill>
              <a:srgbClr val="16130B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EF2483B9-E486-93C2-4D08-79917DB01073}"/>
                </a:ext>
              </a:extLst>
            </p:cNvPr>
            <p:cNvSpPr/>
            <p:nvPr/>
          </p:nvSpPr>
          <p:spPr>
            <a:xfrm>
              <a:off x="8371787" y="3469876"/>
              <a:ext cx="116041" cy="860302"/>
            </a:xfrm>
            <a:custGeom>
              <a:avLst/>
              <a:gdLst>
                <a:gd name="connsiteX0" fmla="*/ 7961 w 116041"/>
                <a:gd name="connsiteY0" fmla="*/ 34937 h 860302"/>
                <a:gd name="connsiteX1" fmla="*/ 22260 w 116041"/>
                <a:gd name="connsiteY1" fmla="*/ 96886 h 860302"/>
                <a:gd name="connsiteX2" fmla="*/ 22260 w 116041"/>
                <a:gd name="connsiteY2" fmla="*/ 117524 h 860302"/>
                <a:gd name="connsiteX3" fmla="*/ 11130 w 116041"/>
                <a:gd name="connsiteY3" fmla="*/ 192188 h 860302"/>
                <a:gd name="connsiteX4" fmla="*/ 0 w 116041"/>
                <a:gd name="connsiteY4" fmla="*/ 281152 h 860302"/>
                <a:gd name="connsiteX5" fmla="*/ 47651 w 116041"/>
                <a:gd name="connsiteY5" fmla="*/ 692617 h 860302"/>
                <a:gd name="connsiteX6" fmla="*/ 61950 w 116041"/>
                <a:gd name="connsiteY6" fmla="*/ 848285 h 860302"/>
                <a:gd name="connsiteX7" fmla="*/ 74664 w 116041"/>
                <a:gd name="connsiteY7" fmla="*/ 859415 h 860302"/>
                <a:gd name="connsiteX8" fmla="*/ 114392 w 116041"/>
                <a:gd name="connsiteY8" fmla="*/ 816517 h 860302"/>
                <a:gd name="connsiteX9" fmla="*/ 111223 w 116041"/>
                <a:gd name="connsiteY9" fmla="*/ 349478 h 860302"/>
                <a:gd name="connsiteX10" fmla="*/ 79456 w 116041"/>
                <a:gd name="connsiteY10" fmla="*/ 176305 h 860302"/>
                <a:gd name="connsiteX11" fmla="*/ 68326 w 116041"/>
                <a:gd name="connsiteY11" fmla="*/ 112770 h 860302"/>
                <a:gd name="connsiteX12" fmla="*/ 93755 w 116041"/>
                <a:gd name="connsiteY12" fmla="*/ 50820 h 860302"/>
                <a:gd name="connsiteX13" fmla="*/ 74702 w 116041"/>
                <a:gd name="connsiteY13" fmla="*/ 6338 h 860302"/>
                <a:gd name="connsiteX14" fmla="*/ 30220 w 116041"/>
                <a:gd name="connsiteY14" fmla="*/ 0 h 860302"/>
                <a:gd name="connsiteX15" fmla="*/ 7961 w 116041"/>
                <a:gd name="connsiteY15" fmla="*/ 34937 h 860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6041" h="860302">
                  <a:moveTo>
                    <a:pt x="7961" y="34937"/>
                  </a:moveTo>
                  <a:cubicBezTo>
                    <a:pt x="7961" y="34937"/>
                    <a:pt x="22260" y="84172"/>
                    <a:pt x="22260" y="96886"/>
                  </a:cubicBezTo>
                  <a:cubicBezTo>
                    <a:pt x="22260" y="109601"/>
                    <a:pt x="22260" y="117524"/>
                    <a:pt x="22260" y="117524"/>
                  </a:cubicBezTo>
                  <a:cubicBezTo>
                    <a:pt x="22260" y="117524"/>
                    <a:pt x="15921" y="163590"/>
                    <a:pt x="11130" y="192188"/>
                  </a:cubicBezTo>
                  <a:cubicBezTo>
                    <a:pt x="6376" y="220786"/>
                    <a:pt x="0" y="281152"/>
                    <a:pt x="0" y="281152"/>
                  </a:cubicBezTo>
                  <a:lnTo>
                    <a:pt x="47651" y="692617"/>
                  </a:lnTo>
                  <a:lnTo>
                    <a:pt x="61950" y="848285"/>
                  </a:lnTo>
                  <a:cubicBezTo>
                    <a:pt x="61950" y="848285"/>
                    <a:pt x="68288" y="864168"/>
                    <a:pt x="74664" y="859415"/>
                  </a:cubicBezTo>
                  <a:cubicBezTo>
                    <a:pt x="81003" y="854661"/>
                    <a:pt x="111186" y="822893"/>
                    <a:pt x="114392" y="816517"/>
                  </a:cubicBezTo>
                  <a:cubicBezTo>
                    <a:pt x="117562" y="810179"/>
                    <a:pt x="115977" y="408259"/>
                    <a:pt x="111223" y="349478"/>
                  </a:cubicBezTo>
                  <a:cubicBezTo>
                    <a:pt x="106469" y="290697"/>
                    <a:pt x="85794" y="201734"/>
                    <a:pt x="79456" y="176305"/>
                  </a:cubicBezTo>
                  <a:cubicBezTo>
                    <a:pt x="73118" y="150876"/>
                    <a:pt x="68326" y="112770"/>
                    <a:pt x="68326" y="112770"/>
                  </a:cubicBezTo>
                  <a:lnTo>
                    <a:pt x="93755" y="50820"/>
                  </a:lnTo>
                  <a:lnTo>
                    <a:pt x="74702" y="6338"/>
                  </a:lnTo>
                  <a:lnTo>
                    <a:pt x="30220" y="0"/>
                  </a:lnTo>
                  <a:lnTo>
                    <a:pt x="7961" y="34937"/>
                  </a:ln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B24926BE-FBA1-0A61-D488-5D554837014B}"/>
                </a:ext>
              </a:extLst>
            </p:cNvPr>
            <p:cNvSpPr/>
            <p:nvPr/>
          </p:nvSpPr>
          <p:spPr>
            <a:xfrm>
              <a:off x="8255848" y="3358400"/>
              <a:ext cx="257345" cy="268728"/>
            </a:xfrm>
            <a:custGeom>
              <a:avLst/>
              <a:gdLst>
                <a:gd name="connsiteX0" fmla="*/ 103263 w 257345"/>
                <a:gd name="connsiteY0" fmla="*/ 254 h 268728"/>
                <a:gd name="connsiteX1" fmla="*/ 58781 w 257345"/>
                <a:gd name="connsiteY1" fmla="*/ 3423 h 268728"/>
                <a:gd name="connsiteX2" fmla="*/ 30183 w 257345"/>
                <a:gd name="connsiteY2" fmla="*/ 36775 h 268728"/>
                <a:gd name="connsiteX3" fmla="*/ 0 w 257345"/>
                <a:gd name="connsiteY3" fmla="*/ 92386 h 268728"/>
                <a:gd name="connsiteX4" fmla="*/ 30183 w 257345"/>
                <a:gd name="connsiteY4" fmla="*/ 186103 h 268728"/>
                <a:gd name="connsiteX5" fmla="*/ 79418 w 257345"/>
                <a:gd name="connsiteY5" fmla="*/ 268729 h 268728"/>
                <a:gd name="connsiteX6" fmla="*/ 117524 w 257345"/>
                <a:gd name="connsiteY6" fmla="*/ 203609 h 268728"/>
                <a:gd name="connsiteX7" fmla="*/ 158836 w 257345"/>
                <a:gd name="connsiteY7" fmla="*/ 146413 h 268728"/>
                <a:gd name="connsiteX8" fmla="*/ 174720 w 257345"/>
                <a:gd name="connsiteY8" fmla="*/ 143244 h 268728"/>
                <a:gd name="connsiteX9" fmla="*/ 193773 w 257345"/>
                <a:gd name="connsiteY9" fmla="*/ 179803 h 268728"/>
                <a:gd name="connsiteX10" fmla="*/ 201734 w 257345"/>
                <a:gd name="connsiteY10" fmla="*/ 222700 h 268728"/>
                <a:gd name="connsiteX11" fmla="*/ 220786 w 257345"/>
                <a:gd name="connsiteY11" fmla="*/ 259259 h 268728"/>
                <a:gd name="connsiteX12" fmla="*/ 244631 w 257345"/>
                <a:gd name="connsiteY12" fmla="*/ 203647 h 268728"/>
                <a:gd name="connsiteX13" fmla="*/ 257345 w 257345"/>
                <a:gd name="connsiteY13" fmla="*/ 141697 h 268728"/>
                <a:gd name="connsiteX14" fmla="*/ 246215 w 257345"/>
                <a:gd name="connsiteY14" fmla="*/ 79747 h 268728"/>
                <a:gd name="connsiteX15" fmla="*/ 103263 w 257345"/>
                <a:gd name="connsiteY15" fmla="*/ 254 h 26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57345" h="268728">
                  <a:moveTo>
                    <a:pt x="103263" y="254"/>
                  </a:moveTo>
                  <a:cubicBezTo>
                    <a:pt x="103263" y="254"/>
                    <a:pt x="76249" y="-1331"/>
                    <a:pt x="58781" y="3423"/>
                  </a:cubicBezTo>
                  <a:cubicBezTo>
                    <a:pt x="41313" y="8176"/>
                    <a:pt x="38143" y="17722"/>
                    <a:pt x="30183" y="36775"/>
                  </a:cubicBezTo>
                  <a:cubicBezTo>
                    <a:pt x="22222" y="55827"/>
                    <a:pt x="0" y="92386"/>
                    <a:pt x="0" y="92386"/>
                  </a:cubicBezTo>
                  <a:lnTo>
                    <a:pt x="30183" y="186103"/>
                  </a:lnTo>
                  <a:lnTo>
                    <a:pt x="79418" y="268729"/>
                  </a:lnTo>
                  <a:cubicBezTo>
                    <a:pt x="79418" y="268729"/>
                    <a:pt x="98471" y="235377"/>
                    <a:pt x="117524" y="203609"/>
                  </a:cubicBezTo>
                  <a:cubicBezTo>
                    <a:pt x="136577" y="171842"/>
                    <a:pt x="154083" y="149620"/>
                    <a:pt x="158836" y="146413"/>
                  </a:cubicBezTo>
                  <a:cubicBezTo>
                    <a:pt x="163590" y="143244"/>
                    <a:pt x="169966" y="135283"/>
                    <a:pt x="174720" y="143244"/>
                  </a:cubicBezTo>
                  <a:cubicBezTo>
                    <a:pt x="179474" y="151205"/>
                    <a:pt x="190604" y="167088"/>
                    <a:pt x="193773" y="179803"/>
                  </a:cubicBezTo>
                  <a:cubicBezTo>
                    <a:pt x="196942" y="192517"/>
                    <a:pt x="193773" y="209986"/>
                    <a:pt x="201734" y="222700"/>
                  </a:cubicBezTo>
                  <a:cubicBezTo>
                    <a:pt x="209657" y="235414"/>
                    <a:pt x="216033" y="262428"/>
                    <a:pt x="220786" y="259259"/>
                  </a:cubicBezTo>
                  <a:cubicBezTo>
                    <a:pt x="225540" y="256090"/>
                    <a:pt x="236670" y="230661"/>
                    <a:pt x="244631" y="203647"/>
                  </a:cubicBezTo>
                  <a:cubicBezTo>
                    <a:pt x="252554" y="176634"/>
                    <a:pt x="257345" y="141697"/>
                    <a:pt x="257345" y="141697"/>
                  </a:cubicBezTo>
                  <a:lnTo>
                    <a:pt x="246215" y="79747"/>
                  </a:lnTo>
                  <a:cubicBezTo>
                    <a:pt x="246215" y="79709"/>
                    <a:pt x="258930" y="16137"/>
                    <a:pt x="103263" y="254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687866CF-229C-11A7-5D43-27637D0C18D0}"/>
                </a:ext>
              </a:extLst>
            </p:cNvPr>
            <p:cNvSpPr/>
            <p:nvPr/>
          </p:nvSpPr>
          <p:spPr>
            <a:xfrm>
              <a:off x="8546545" y="3563594"/>
              <a:ext cx="311913" cy="646513"/>
            </a:xfrm>
            <a:custGeom>
              <a:avLst/>
              <a:gdLst>
                <a:gd name="connsiteX0" fmla="*/ 133445 w 311913"/>
                <a:gd name="connsiteY0" fmla="*/ 0 h 646513"/>
                <a:gd name="connsiteX1" fmla="*/ 185850 w 311913"/>
                <a:gd name="connsiteY1" fmla="*/ 36521 h 646513"/>
                <a:gd name="connsiteX2" fmla="*/ 214448 w 311913"/>
                <a:gd name="connsiteY2" fmla="*/ 123900 h 646513"/>
                <a:gd name="connsiteX3" fmla="*/ 246215 w 311913"/>
                <a:gd name="connsiteY3" fmla="*/ 244631 h 646513"/>
                <a:gd name="connsiteX4" fmla="*/ 289113 w 311913"/>
                <a:gd name="connsiteY4" fmla="*/ 357401 h 646513"/>
                <a:gd name="connsiteX5" fmla="*/ 304996 w 311913"/>
                <a:gd name="connsiteY5" fmla="*/ 538497 h 646513"/>
                <a:gd name="connsiteX6" fmla="*/ 254176 w 311913"/>
                <a:gd name="connsiteY6" fmla="*/ 609992 h 646513"/>
                <a:gd name="connsiteX7" fmla="*/ 198564 w 311913"/>
                <a:gd name="connsiteY7" fmla="*/ 646513 h 646513"/>
                <a:gd name="connsiteX8" fmla="*/ 154083 w 311913"/>
                <a:gd name="connsiteY8" fmla="*/ 600447 h 646513"/>
                <a:gd name="connsiteX9" fmla="*/ 135030 w 311913"/>
                <a:gd name="connsiteY9" fmla="*/ 548042 h 646513"/>
                <a:gd name="connsiteX10" fmla="*/ 0 w 311913"/>
                <a:gd name="connsiteY10" fmla="*/ 295451 h 646513"/>
                <a:gd name="connsiteX11" fmla="*/ 133445 w 311913"/>
                <a:gd name="connsiteY11" fmla="*/ 0 h 646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1913" h="646513">
                  <a:moveTo>
                    <a:pt x="133445" y="0"/>
                  </a:moveTo>
                  <a:cubicBezTo>
                    <a:pt x="133445" y="0"/>
                    <a:pt x="173136" y="17468"/>
                    <a:pt x="185850" y="36521"/>
                  </a:cubicBezTo>
                  <a:cubicBezTo>
                    <a:pt x="202035" y="60780"/>
                    <a:pt x="204903" y="98509"/>
                    <a:pt x="214448" y="123900"/>
                  </a:cubicBezTo>
                  <a:cubicBezTo>
                    <a:pt x="223993" y="149329"/>
                    <a:pt x="235086" y="220786"/>
                    <a:pt x="246215" y="244631"/>
                  </a:cubicBezTo>
                  <a:cubicBezTo>
                    <a:pt x="257345" y="268475"/>
                    <a:pt x="284359" y="332010"/>
                    <a:pt x="289113" y="357401"/>
                  </a:cubicBezTo>
                  <a:cubicBezTo>
                    <a:pt x="293866" y="382830"/>
                    <a:pt x="325671" y="490846"/>
                    <a:pt x="304996" y="538497"/>
                  </a:cubicBezTo>
                  <a:cubicBezTo>
                    <a:pt x="284359" y="586148"/>
                    <a:pt x="265306" y="592524"/>
                    <a:pt x="254176" y="609992"/>
                  </a:cubicBezTo>
                  <a:cubicBezTo>
                    <a:pt x="243084" y="627460"/>
                    <a:pt x="216070" y="646513"/>
                    <a:pt x="198564" y="646513"/>
                  </a:cubicBezTo>
                  <a:cubicBezTo>
                    <a:pt x="181096" y="646513"/>
                    <a:pt x="162043" y="617915"/>
                    <a:pt x="154083" y="600447"/>
                  </a:cubicBezTo>
                  <a:cubicBezTo>
                    <a:pt x="146122" y="582979"/>
                    <a:pt x="135030" y="548042"/>
                    <a:pt x="135030" y="548042"/>
                  </a:cubicBezTo>
                  <a:lnTo>
                    <a:pt x="0" y="295451"/>
                  </a:lnTo>
                  <a:lnTo>
                    <a:pt x="133445" y="0"/>
                  </a:lnTo>
                  <a:close/>
                </a:path>
              </a:pathLst>
            </a:custGeom>
            <a:solidFill>
              <a:srgbClr val="E4EFFA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774ECF25-5157-7B4D-FA64-80A505CD4991}"/>
                </a:ext>
              </a:extLst>
            </p:cNvPr>
            <p:cNvSpPr/>
            <p:nvPr/>
          </p:nvSpPr>
          <p:spPr>
            <a:xfrm>
              <a:off x="8475050" y="3482591"/>
              <a:ext cx="282362" cy="1553645"/>
            </a:xfrm>
            <a:custGeom>
              <a:avLst/>
              <a:gdLst>
                <a:gd name="connsiteX0" fmla="*/ 28598 w 282362"/>
                <a:gd name="connsiteY0" fmla="*/ 1550447 h 1553645"/>
                <a:gd name="connsiteX1" fmla="*/ 25429 w 282362"/>
                <a:gd name="connsiteY1" fmla="*/ 1305817 h 1553645"/>
                <a:gd name="connsiteX2" fmla="*/ 0 w 282362"/>
                <a:gd name="connsiteY2" fmla="*/ 764113 h 1553645"/>
                <a:gd name="connsiteX3" fmla="*/ 4754 w 282362"/>
                <a:gd name="connsiteY3" fmla="*/ 308203 h 1553645"/>
                <a:gd name="connsiteX4" fmla="*/ 44444 w 282362"/>
                <a:gd name="connsiteY4" fmla="*/ 131861 h 1553645"/>
                <a:gd name="connsiteX5" fmla="*/ 60328 w 282362"/>
                <a:gd name="connsiteY5" fmla="*/ 0 h 1553645"/>
                <a:gd name="connsiteX6" fmla="*/ 147707 w 282362"/>
                <a:gd name="connsiteY6" fmla="*/ 49236 h 1553645"/>
                <a:gd name="connsiteX7" fmla="*/ 223956 w 282362"/>
                <a:gd name="connsiteY7" fmla="*/ 90548 h 1553645"/>
                <a:gd name="connsiteX8" fmla="*/ 244593 w 282362"/>
                <a:gd name="connsiteY8" fmla="*/ 103263 h 1553645"/>
                <a:gd name="connsiteX9" fmla="*/ 247762 w 282362"/>
                <a:gd name="connsiteY9" fmla="*/ 166797 h 1553645"/>
                <a:gd name="connsiteX10" fmla="*/ 242971 w 282362"/>
                <a:gd name="connsiteY10" fmla="*/ 239877 h 1553645"/>
                <a:gd name="connsiteX11" fmla="*/ 230256 w 282362"/>
                <a:gd name="connsiteY11" fmla="*/ 330425 h 1553645"/>
                <a:gd name="connsiteX12" fmla="*/ 227087 w 282362"/>
                <a:gd name="connsiteY12" fmla="*/ 673565 h 1553645"/>
                <a:gd name="connsiteX13" fmla="*/ 257270 w 282362"/>
                <a:gd name="connsiteY13" fmla="*/ 1043718 h 1553645"/>
                <a:gd name="connsiteX14" fmla="*/ 277907 w 282362"/>
                <a:gd name="connsiteY14" fmla="*/ 1453561 h 1553645"/>
                <a:gd name="connsiteX15" fmla="*/ 279492 w 282362"/>
                <a:gd name="connsiteY15" fmla="*/ 1507588 h 1553645"/>
                <a:gd name="connsiteX16" fmla="*/ 158761 w 282362"/>
                <a:gd name="connsiteY16" fmla="*/ 1540940 h 1553645"/>
                <a:gd name="connsiteX17" fmla="*/ 28598 w 282362"/>
                <a:gd name="connsiteY17" fmla="*/ 1550447 h 1553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2362" h="1553645">
                  <a:moveTo>
                    <a:pt x="28598" y="1550447"/>
                  </a:moveTo>
                  <a:cubicBezTo>
                    <a:pt x="25731" y="1544788"/>
                    <a:pt x="23844" y="1412248"/>
                    <a:pt x="25429" y="1305817"/>
                  </a:cubicBezTo>
                  <a:cubicBezTo>
                    <a:pt x="27014" y="1199385"/>
                    <a:pt x="0" y="837192"/>
                    <a:pt x="0" y="764113"/>
                  </a:cubicBezTo>
                  <a:cubicBezTo>
                    <a:pt x="0" y="691033"/>
                    <a:pt x="0" y="413050"/>
                    <a:pt x="4754" y="308203"/>
                  </a:cubicBezTo>
                  <a:cubicBezTo>
                    <a:pt x="9508" y="203356"/>
                    <a:pt x="44444" y="131861"/>
                    <a:pt x="44444" y="131861"/>
                  </a:cubicBezTo>
                  <a:lnTo>
                    <a:pt x="60328" y="0"/>
                  </a:lnTo>
                  <a:cubicBezTo>
                    <a:pt x="60328" y="0"/>
                    <a:pt x="119109" y="36559"/>
                    <a:pt x="147707" y="49236"/>
                  </a:cubicBezTo>
                  <a:cubicBezTo>
                    <a:pt x="176305" y="61950"/>
                    <a:pt x="201734" y="74664"/>
                    <a:pt x="223956" y="90548"/>
                  </a:cubicBezTo>
                  <a:cubicBezTo>
                    <a:pt x="233086" y="97075"/>
                    <a:pt x="244593" y="103263"/>
                    <a:pt x="244593" y="103263"/>
                  </a:cubicBezTo>
                  <a:cubicBezTo>
                    <a:pt x="244593" y="103263"/>
                    <a:pt x="249385" y="136614"/>
                    <a:pt x="247762" y="166797"/>
                  </a:cubicBezTo>
                  <a:cubicBezTo>
                    <a:pt x="247008" y="180983"/>
                    <a:pt x="246178" y="214448"/>
                    <a:pt x="242971" y="239877"/>
                  </a:cubicBezTo>
                  <a:cubicBezTo>
                    <a:pt x="240783" y="257496"/>
                    <a:pt x="232558" y="311976"/>
                    <a:pt x="230256" y="330425"/>
                  </a:cubicBezTo>
                  <a:cubicBezTo>
                    <a:pt x="225502" y="368568"/>
                    <a:pt x="223918" y="638628"/>
                    <a:pt x="227087" y="673565"/>
                  </a:cubicBezTo>
                  <a:cubicBezTo>
                    <a:pt x="230256" y="708501"/>
                    <a:pt x="247725" y="975391"/>
                    <a:pt x="257270" y="1043718"/>
                  </a:cubicBezTo>
                  <a:cubicBezTo>
                    <a:pt x="266815" y="1112044"/>
                    <a:pt x="273153" y="1412248"/>
                    <a:pt x="277907" y="1453561"/>
                  </a:cubicBezTo>
                  <a:cubicBezTo>
                    <a:pt x="282661" y="1494874"/>
                    <a:pt x="284246" y="1504381"/>
                    <a:pt x="279492" y="1507588"/>
                  </a:cubicBezTo>
                  <a:cubicBezTo>
                    <a:pt x="274738" y="1510757"/>
                    <a:pt x="200074" y="1536186"/>
                    <a:pt x="158761" y="1540940"/>
                  </a:cubicBezTo>
                  <a:cubicBezTo>
                    <a:pt x="117562" y="1545694"/>
                    <a:pt x="33352" y="1559955"/>
                    <a:pt x="28598" y="1550447"/>
                  </a:cubicBezTo>
                  <a:close/>
                </a:path>
              </a:pathLst>
            </a:custGeom>
            <a:solidFill>
              <a:srgbClr val="DCE7F1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429D7164-6433-558B-C28E-E4F82A4925EA}"/>
                </a:ext>
              </a:extLst>
            </p:cNvPr>
            <p:cNvSpPr/>
            <p:nvPr/>
          </p:nvSpPr>
          <p:spPr>
            <a:xfrm>
              <a:off x="8007280" y="3444448"/>
              <a:ext cx="434483" cy="1607643"/>
            </a:xfrm>
            <a:custGeom>
              <a:avLst/>
              <a:gdLst>
                <a:gd name="connsiteX0" fmla="*/ 240607 w 434483"/>
                <a:gd name="connsiteY0" fmla="*/ 0 h 1607643"/>
                <a:gd name="connsiteX1" fmla="*/ 183411 w 434483"/>
                <a:gd name="connsiteY1" fmla="*/ 38143 h 1607643"/>
                <a:gd name="connsiteX2" fmla="*/ 102408 w 434483"/>
                <a:gd name="connsiteY2" fmla="*/ 81041 h 1607643"/>
                <a:gd name="connsiteX3" fmla="*/ 59511 w 434483"/>
                <a:gd name="connsiteY3" fmla="*/ 103300 h 1607643"/>
                <a:gd name="connsiteX4" fmla="*/ 56342 w 434483"/>
                <a:gd name="connsiteY4" fmla="*/ 606861 h 1607643"/>
                <a:gd name="connsiteX5" fmla="*/ 70641 w 434483"/>
                <a:gd name="connsiteY5" fmla="*/ 814970 h 1607643"/>
                <a:gd name="connsiteX6" fmla="*/ 50003 w 434483"/>
                <a:gd name="connsiteY6" fmla="*/ 1086615 h 1607643"/>
                <a:gd name="connsiteX7" fmla="*/ 8728 w 434483"/>
                <a:gd name="connsiteY7" fmla="*/ 1482197 h 1607643"/>
                <a:gd name="connsiteX8" fmla="*/ 2352 w 434483"/>
                <a:gd name="connsiteY8" fmla="*/ 1545731 h 1607643"/>
                <a:gd name="connsiteX9" fmla="*/ 135798 w 434483"/>
                <a:gd name="connsiteY9" fmla="*/ 1585421 h 1607643"/>
                <a:gd name="connsiteX10" fmla="*/ 359791 w 434483"/>
                <a:gd name="connsiteY10" fmla="*/ 1607643 h 1607643"/>
                <a:gd name="connsiteX11" fmla="*/ 374090 w 434483"/>
                <a:gd name="connsiteY11" fmla="*/ 1571122 h 1607643"/>
                <a:gd name="connsiteX12" fmla="*/ 415403 w 434483"/>
                <a:gd name="connsiteY12" fmla="*/ 1100914 h 1607643"/>
                <a:gd name="connsiteX13" fmla="*/ 434455 w 434483"/>
                <a:gd name="connsiteY13" fmla="*/ 695824 h 1607643"/>
                <a:gd name="connsiteX14" fmla="*/ 401104 w 434483"/>
                <a:gd name="connsiteY14" fmla="*/ 379698 h 1607643"/>
                <a:gd name="connsiteX15" fmla="*/ 316894 w 434483"/>
                <a:gd name="connsiteY15" fmla="*/ 174758 h 1607643"/>
                <a:gd name="connsiteX16" fmla="*/ 240607 w 434483"/>
                <a:gd name="connsiteY16" fmla="*/ 0 h 1607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34483" h="1607643">
                  <a:moveTo>
                    <a:pt x="240607" y="0"/>
                  </a:moveTo>
                  <a:cubicBezTo>
                    <a:pt x="240607" y="0"/>
                    <a:pt x="212009" y="20675"/>
                    <a:pt x="183411" y="38143"/>
                  </a:cubicBezTo>
                  <a:cubicBezTo>
                    <a:pt x="154813" y="55612"/>
                    <a:pt x="115122" y="74664"/>
                    <a:pt x="102408" y="81041"/>
                  </a:cubicBezTo>
                  <a:cubicBezTo>
                    <a:pt x="89694" y="87379"/>
                    <a:pt x="64265" y="96924"/>
                    <a:pt x="59511" y="103300"/>
                  </a:cubicBezTo>
                  <a:cubicBezTo>
                    <a:pt x="54757" y="109639"/>
                    <a:pt x="49966" y="538572"/>
                    <a:pt x="56342" y="606861"/>
                  </a:cubicBezTo>
                  <a:cubicBezTo>
                    <a:pt x="62680" y="675187"/>
                    <a:pt x="73810" y="773658"/>
                    <a:pt x="70641" y="814970"/>
                  </a:cubicBezTo>
                  <a:cubicBezTo>
                    <a:pt x="67472" y="856283"/>
                    <a:pt x="51588" y="1045302"/>
                    <a:pt x="50003" y="1086615"/>
                  </a:cubicBezTo>
                  <a:cubicBezTo>
                    <a:pt x="48419" y="1127927"/>
                    <a:pt x="13482" y="1447222"/>
                    <a:pt x="8728" y="1482197"/>
                  </a:cubicBezTo>
                  <a:cubicBezTo>
                    <a:pt x="3975" y="1517133"/>
                    <a:pt x="-3986" y="1540977"/>
                    <a:pt x="2352" y="1545731"/>
                  </a:cubicBezTo>
                  <a:cubicBezTo>
                    <a:pt x="8728" y="1550485"/>
                    <a:pt x="80035" y="1571802"/>
                    <a:pt x="135798" y="1585421"/>
                  </a:cubicBezTo>
                  <a:cubicBezTo>
                    <a:pt x="213631" y="1604474"/>
                    <a:pt x="348661" y="1607643"/>
                    <a:pt x="359791" y="1607643"/>
                  </a:cubicBezTo>
                  <a:cubicBezTo>
                    <a:pt x="370921" y="1607643"/>
                    <a:pt x="366129" y="1596514"/>
                    <a:pt x="374090" y="1571122"/>
                  </a:cubicBezTo>
                  <a:cubicBezTo>
                    <a:pt x="382013" y="1545694"/>
                    <a:pt x="409026" y="1188255"/>
                    <a:pt x="415403" y="1100914"/>
                  </a:cubicBezTo>
                  <a:cubicBezTo>
                    <a:pt x="421779" y="1013535"/>
                    <a:pt x="435172" y="756190"/>
                    <a:pt x="434455" y="695824"/>
                  </a:cubicBezTo>
                  <a:cubicBezTo>
                    <a:pt x="432871" y="560794"/>
                    <a:pt x="415403" y="414635"/>
                    <a:pt x="401104" y="379698"/>
                  </a:cubicBezTo>
                  <a:cubicBezTo>
                    <a:pt x="386804" y="344762"/>
                    <a:pt x="348699" y="252629"/>
                    <a:pt x="316894" y="174758"/>
                  </a:cubicBezTo>
                  <a:cubicBezTo>
                    <a:pt x="285089" y="96886"/>
                    <a:pt x="240607" y="0"/>
                    <a:pt x="240607" y="0"/>
                  </a:cubicBezTo>
                  <a:close/>
                </a:path>
              </a:pathLst>
            </a:custGeom>
            <a:solidFill>
              <a:srgbClr val="DCE7F1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F7BB40B5-A711-1B25-5CFA-85A23BBC16C0}"/>
                </a:ext>
              </a:extLst>
            </p:cNvPr>
            <p:cNvSpPr/>
            <p:nvPr/>
          </p:nvSpPr>
          <p:spPr>
            <a:xfrm>
              <a:off x="7928313" y="3547478"/>
              <a:ext cx="281469" cy="662591"/>
            </a:xfrm>
            <a:custGeom>
              <a:avLst/>
              <a:gdLst>
                <a:gd name="connsiteX0" fmla="*/ 138479 w 281469"/>
                <a:gd name="connsiteY0" fmla="*/ 232 h 662591"/>
                <a:gd name="connsiteX1" fmla="*/ 98751 w 281469"/>
                <a:gd name="connsiteY1" fmla="*/ 51052 h 662591"/>
                <a:gd name="connsiteX2" fmla="*/ 93997 w 281469"/>
                <a:gd name="connsiteY2" fmla="*/ 105079 h 662591"/>
                <a:gd name="connsiteX3" fmla="*/ 57438 w 281469"/>
                <a:gd name="connsiteY3" fmla="*/ 228979 h 662591"/>
                <a:gd name="connsiteX4" fmla="*/ 39970 w 281469"/>
                <a:gd name="connsiteY4" fmla="*/ 319527 h 662591"/>
                <a:gd name="connsiteX5" fmla="*/ 20917 w 281469"/>
                <a:gd name="connsiteY5" fmla="*/ 383062 h 662591"/>
                <a:gd name="connsiteX6" fmla="*/ 22502 w 281469"/>
                <a:gd name="connsiteY6" fmla="*/ 445012 h 662591"/>
                <a:gd name="connsiteX7" fmla="*/ 280 w 281469"/>
                <a:gd name="connsiteY7" fmla="*/ 494247 h 662591"/>
                <a:gd name="connsiteX8" fmla="*/ 24124 w 281469"/>
                <a:gd name="connsiteY8" fmla="*/ 548274 h 662591"/>
                <a:gd name="connsiteX9" fmla="*/ 46346 w 281469"/>
                <a:gd name="connsiteY9" fmla="*/ 584795 h 662591"/>
                <a:gd name="connsiteX10" fmla="*/ 60645 w 281469"/>
                <a:gd name="connsiteY10" fmla="*/ 603848 h 662591"/>
                <a:gd name="connsiteX11" fmla="*/ 89243 w 281469"/>
                <a:gd name="connsiteY11" fmla="*/ 610187 h 662591"/>
                <a:gd name="connsiteX12" fmla="*/ 127387 w 281469"/>
                <a:gd name="connsiteY12" fmla="*/ 630824 h 662591"/>
                <a:gd name="connsiteX13" fmla="*/ 184583 w 281469"/>
                <a:gd name="connsiteY13" fmla="*/ 646708 h 662591"/>
                <a:gd name="connsiteX14" fmla="*/ 236987 w 281469"/>
                <a:gd name="connsiteY14" fmla="*/ 662591 h 662591"/>
                <a:gd name="connsiteX15" fmla="*/ 281469 w 281469"/>
                <a:gd name="connsiteY15" fmla="*/ 440182 h 662591"/>
                <a:gd name="connsiteX16" fmla="*/ 256040 w 281469"/>
                <a:gd name="connsiteY16" fmla="*/ 430637 h 662591"/>
                <a:gd name="connsiteX17" fmla="*/ 238572 w 281469"/>
                <a:gd name="connsiteY17" fmla="*/ 427430 h 662591"/>
                <a:gd name="connsiteX18" fmla="*/ 229027 w 281469"/>
                <a:gd name="connsiteY18" fmla="*/ 387702 h 662591"/>
                <a:gd name="connsiteX19" fmla="*/ 219482 w 281469"/>
                <a:gd name="connsiteY19" fmla="*/ 332091 h 662591"/>
                <a:gd name="connsiteX20" fmla="*/ 189299 w 281469"/>
                <a:gd name="connsiteY20" fmla="*/ 184346 h 662591"/>
                <a:gd name="connsiteX21" fmla="*/ 167077 w 281469"/>
                <a:gd name="connsiteY21" fmla="*/ 57240 h 662591"/>
                <a:gd name="connsiteX22" fmla="*/ 138479 w 281469"/>
                <a:gd name="connsiteY22" fmla="*/ 232 h 662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81469" h="662591">
                  <a:moveTo>
                    <a:pt x="138479" y="232"/>
                  </a:moveTo>
                  <a:cubicBezTo>
                    <a:pt x="130820" y="-3616"/>
                    <a:pt x="98751" y="41545"/>
                    <a:pt x="98751" y="51052"/>
                  </a:cubicBezTo>
                  <a:cubicBezTo>
                    <a:pt x="98751" y="60597"/>
                    <a:pt x="101920" y="85989"/>
                    <a:pt x="93997" y="105079"/>
                  </a:cubicBezTo>
                  <a:cubicBezTo>
                    <a:pt x="86074" y="124132"/>
                    <a:pt x="59060" y="206757"/>
                    <a:pt x="57438" y="228979"/>
                  </a:cubicBezTo>
                  <a:cubicBezTo>
                    <a:pt x="55854" y="251239"/>
                    <a:pt x="49515" y="303644"/>
                    <a:pt x="39970" y="319527"/>
                  </a:cubicBezTo>
                  <a:cubicBezTo>
                    <a:pt x="30425" y="335411"/>
                    <a:pt x="20917" y="367178"/>
                    <a:pt x="20917" y="383062"/>
                  </a:cubicBezTo>
                  <a:cubicBezTo>
                    <a:pt x="20917" y="398945"/>
                    <a:pt x="22502" y="445012"/>
                    <a:pt x="22502" y="445012"/>
                  </a:cubicBezTo>
                  <a:cubicBezTo>
                    <a:pt x="22502" y="445012"/>
                    <a:pt x="-2927" y="481533"/>
                    <a:pt x="280" y="494247"/>
                  </a:cubicBezTo>
                  <a:cubicBezTo>
                    <a:pt x="3449" y="506962"/>
                    <a:pt x="16163" y="532391"/>
                    <a:pt x="24124" y="548274"/>
                  </a:cubicBezTo>
                  <a:cubicBezTo>
                    <a:pt x="32047" y="564158"/>
                    <a:pt x="46346" y="578457"/>
                    <a:pt x="46346" y="584795"/>
                  </a:cubicBezTo>
                  <a:cubicBezTo>
                    <a:pt x="46346" y="591134"/>
                    <a:pt x="54307" y="603848"/>
                    <a:pt x="60645" y="603848"/>
                  </a:cubicBezTo>
                  <a:cubicBezTo>
                    <a:pt x="66983" y="603848"/>
                    <a:pt x="81282" y="602264"/>
                    <a:pt x="89243" y="610187"/>
                  </a:cubicBezTo>
                  <a:cubicBezTo>
                    <a:pt x="97204" y="618109"/>
                    <a:pt x="103542" y="629239"/>
                    <a:pt x="127387" y="630824"/>
                  </a:cubicBezTo>
                  <a:cubicBezTo>
                    <a:pt x="151231" y="632409"/>
                    <a:pt x="165530" y="633993"/>
                    <a:pt x="184583" y="646708"/>
                  </a:cubicBezTo>
                  <a:cubicBezTo>
                    <a:pt x="203636" y="659422"/>
                    <a:pt x="222688" y="662591"/>
                    <a:pt x="236987" y="662591"/>
                  </a:cubicBezTo>
                  <a:cubicBezTo>
                    <a:pt x="269132" y="662591"/>
                    <a:pt x="281469" y="440182"/>
                    <a:pt x="281469" y="440182"/>
                  </a:cubicBezTo>
                  <a:cubicBezTo>
                    <a:pt x="281469" y="440182"/>
                    <a:pt x="267170" y="432222"/>
                    <a:pt x="256040" y="430637"/>
                  </a:cubicBezTo>
                  <a:cubicBezTo>
                    <a:pt x="244910" y="429053"/>
                    <a:pt x="238572" y="427430"/>
                    <a:pt x="238572" y="427430"/>
                  </a:cubicBezTo>
                  <a:cubicBezTo>
                    <a:pt x="238572" y="427430"/>
                    <a:pt x="235403" y="397248"/>
                    <a:pt x="229027" y="387702"/>
                  </a:cubicBezTo>
                  <a:cubicBezTo>
                    <a:pt x="222651" y="378157"/>
                    <a:pt x="224235" y="354351"/>
                    <a:pt x="219482" y="332091"/>
                  </a:cubicBezTo>
                  <a:cubicBezTo>
                    <a:pt x="214728" y="309869"/>
                    <a:pt x="194053" y="227244"/>
                    <a:pt x="189299" y="184346"/>
                  </a:cubicBezTo>
                  <a:cubicBezTo>
                    <a:pt x="184545" y="141449"/>
                    <a:pt x="175000" y="82668"/>
                    <a:pt x="167077" y="57240"/>
                  </a:cubicBezTo>
                  <a:cubicBezTo>
                    <a:pt x="159154" y="31999"/>
                    <a:pt x="148024" y="4986"/>
                    <a:pt x="138479" y="232"/>
                  </a:cubicBezTo>
                  <a:close/>
                </a:path>
              </a:pathLst>
            </a:custGeom>
            <a:solidFill>
              <a:srgbClr val="E7F0FA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424B00BB-64A1-F3F6-AF2A-A9031EB3159C}"/>
                </a:ext>
              </a:extLst>
            </p:cNvPr>
            <p:cNvSpPr/>
            <p:nvPr/>
          </p:nvSpPr>
          <p:spPr>
            <a:xfrm>
              <a:off x="8146579" y="3988343"/>
              <a:ext cx="106100" cy="224431"/>
            </a:xfrm>
            <a:custGeom>
              <a:avLst/>
              <a:gdLst>
                <a:gd name="connsiteX0" fmla="*/ 106100 w 106100"/>
                <a:gd name="connsiteY0" fmla="*/ 94695 h 224431"/>
                <a:gd name="connsiteX1" fmla="*/ 102931 w 106100"/>
                <a:gd name="connsiteY1" fmla="*/ 185243 h 224431"/>
                <a:gd name="connsiteX2" fmla="*/ 69579 w 106100"/>
                <a:gd name="connsiteY2" fmla="*/ 223386 h 224431"/>
                <a:gd name="connsiteX3" fmla="*/ 6045 w 106100"/>
                <a:gd name="connsiteY3" fmla="*/ 218632 h 224431"/>
                <a:gd name="connsiteX4" fmla="*/ 1291 w 106100"/>
                <a:gd name="connsiteY4" fmla="*/ 163021 h 224431"/>
                <a:gd name="connsiteX5" fmla="*/ 26720 w 106100"/>
                <a:gd name="connsiteY5" fmla="*/ 23237 h 224431"/>
                <a:gd name="connsiteX6" fmla="*/ 72786 w 106100"/>
                <a:gd name="connsiteY6" fmla="*/ 2600 h 224431"/>
                <a:gd name="connsiteX7" fmla="*/ 106100 w 106100"/>
                <a:gd name="connsiteY7" fmla="*/ 94695 h 224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100" h="224431">
                  <a:moveTo>
                    <a:pt x="106100" y="94695"/>
                  </a:moveTo>
                  <a:cubicBezTo>
                    <a:pt x="106100" y="94695"/>
                    <a:pt x="106100" y="164605"/>
                    <a:pt x="102931" y="185243"/>
                  </a:cubicBezTo>
                  <a:cubicBezTo>
                    <a:pt x="99762" y="205880"/>
                    <a:pt x="85463" y="220179"/>
                    <a:pt x="69579" y="223386"/>
                  </a:cubicBezTo>
                  <a:cubicBezTo>
                    <a:pt x="53696" y="226555"/>
                    <a:pt x="17137" y="221801"/>
                    <a:pt x="6045" y="218632"/>
                  </a:cubicBezTo>
                  <a:cubicBezTo>
                    <a:pt x="-5085" y="215463"/>
                    <a:pt x="2876" y="188450"/>
                    <a:pt x="1291" y="163021"/>
                  </a:cubicBezTo>
                  <a:cubicBezTo>
                    <a:pt x="-294" y="137592"/>
                    <a:pt x="15590" y="45459"/>
                    <a:pt x="26720" y="23237"/>
                  </a:cubicBezTo>
                  <a:cubicBezTo>
                    <a:pt x="37850" y="1015"/>
                    <a:pt x="61656" y="-3776"/>
                    <a:pt x="72786" y="2600"/>
                  </a:cubicBezTo>
                  <a:cubicBezTo>
                    <a:pt x="83841" y="8938"/>
                    <a:pt x="106100" y="94695"/>
                    <a:pt x="106100" y="94695"/>
                  </a:cubicBezTo>
                  <a:close/>
                </a:path>
              </a:pathLst>
            </a:custGeom>
            <a:solidFill>
              <a:srgbClr val="D4DFE9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BBCC2897-93F3-1A27-8B68-BAA67096AF40}"/>
                </a:ext>
              </a:extLst>
            </p:cNvPr>
            <p:cNvSpPr/>
            <p:nvPr/>
          </p:nvSpPr>
          <p:spPr>
            <a:xfrm>
              <a:off x="8147731" y="3987736"/>
              <a:ext cx="131923" cy="168381"/>
            </a:xfrm>
            <a:custGeom>
              <a:avLst/>
              <a:gdLst>
                <a:gd name="connsiteX0" fmla="*/ 63 w 131923"/>
                <a:gd name="connsiteY0" fmla="*/ 168382 h 168381"/>
                <a:gd name="connsiteX1" fmla="*/ 11193 w 131923"/>
                <a:gd name="connsiteY1" fmla="*/ 65119 h 168381"/>
                <a:gd name="connsiteX2" fmla="*/ 62013 w 131923"/>
                <a:gd name="connsiteY2" fmla="*/ 0 h 168381"/>
                <a:gd name="connsiteX3" fmla="*/ 131924 w 131923"/>
                <a:gd name="connsiteY3" fmla="*/ 0 h 168381"/>
                <a:gd name="connsiteX4" fmla="*/ 124001 w 131923"/>
                <a:gd name="connsiteY4" fmla="*/ 76249 h 168381"/>
                <a:gd name="connsiteX5" fmla="*/ 95403 w 131923"/>
                <a:gd name="connsiteY5" fmla="*/ 146160 h 168381"/>
                <a:gd name="connsiteX6" fmla="*/ 63 w 131923"/>
                <a:gd name="connsiteY6" fmla="*/ 168382 h 16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1923" h="168381">
                  <a:moveTo>
                    <a:pt x="63" y="168382"/>
                  </a:moveTo>
                  <a:cubicBezTo>
                    <a:pt x="63" y="168382"/>
                    <a:pt x="-1522" y="119146"/>
                    <a:pt x="11193" y="65119"/>
                  </a:cubicBezTo>
                  <a:cubicBezTo>
                    <a:pt x="23907" y="11092"/>
                    <a:pt x="38206" y="0"/>
                    <a:pt x="62013" y="0"/>
                  </a:cubicBezTo>
                  <a:cubicBezTo>
                    <a:pt x="85857" y="0"/>
                    <a:pt x="131924" y="0"/>
                    <a:pt x="131924" y="0"/>
                  </a:cubicBezTo>
                  <a:cubicBezTo>
                    <a:pt x="131924" y="0"/>
                    <a:pt x="124001" y="49235"/>
                    <a:pt x="124001" y="76249"/>
                  </a:cubicBezTo>
                  <a:cubicBezTo>
                    <a:pt x="124001" y="103263"/>
                    <a:pt x="111286" y="135030"/>
                    <a:pt x="95403" y="146160"/>
                  </a:cubicBezTo>
                  <a:cubicBezTo>
                    <a:pt x="79519" y="157290"/>
                    <a:pt x="63" y="168382"/>
                    <a:pt x="63" y="168382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91526CF2-9DE2-F8C9-5C18-405D777FAA5B}"/>
                </a:ext>
              </a:extLst>
            </p:cNvPr>
            <p:cNvSpPr/>
            <p:nvPr/>
          </p:nvSpPr>
          <p:spPr>
            <a:xfrm>
              <a:off x="8204396" y="3387188"/>
              <a:ext cx="226172" cy="559272"/>
            </a:xfrm>
            <a:custGeom>
              <a:avLst/>
              <a:gdLst>
                <a:gd name="connsiteX0" fmla="*/ 83219 w 226172"/>
                <a:gd name="connsiteY0" fmla="*/ 63 h 559272"/>
                <a:gd name="connsiteX1" fmla="*/ 70505 w 226172"/>
                <a:gd name="connsiteY1" fmla="*/ 30246 h 559272"/>
                <a:gd name="connsiteX2" fmla="*/ 87973 w 226172"/>
                <a:gd name="connsiteY2" fmla="*/ 111286 h 559272"/>
                <a:gd name="connsiteX3" fmla="*/ 180106 w 226172"/>
                <a:gd name="connsiteY3" fmla="*/ 344787 h 559272"/>
                <a:gd name="connsiteX4" fmla="*/ 215042 w 226172"/>
                <a:gd name="connsiteY4" fmla="*/ 446465 h 559272"/>
                <a:gd name="connsiteX5" fmla="*/ 226172 w 226172"/>
                <a:gd name="connsiteY5" fmla="*/ 559273 h 559272"/>
                <a:gd name="connsiteX6" fmla="*/ 178521 w 226172"/>
                <a:gd name="connsiteY6" fmla="*/ 430581 h 559272"/>
                <a:gd name="connsiteX7" fmla="*/ 30777 w 226172"/>
                <a:gd name="connsiteY7" fmla="*/ 214549 h 559272"/>
                <a:gd name="connsiteX8" fmla="*/ 52999 w 226172"/>
                <a:gd name="connsiteY8" fmla="*/ 157353 h 559272"/>
                <a:gd name="connsiteX9" fmla="*/ 5348 w 226172"/>
                <a:gd name="connsiteY9" fmla="*/ 155768 h 559272"/>
                <a:gd name="connsiteX10" fmla="*/ 594 w 226172"/>
                <a:gd name="connsiteY10" fmla="*/ 84273 h 559272"/>
                <a:gd name="connsiteX11" fmla="*/ 19647 w 226172"/>
                <a:gd name="connsiteY11" fmla="*/ 54090 h 559272"/>
                <a:gd name="connsiteX12" fmla="*/ 57790 w 226172"/>
                <a:gd name="connsiteY12" fmla="*/ 11193 h 559272"/>
                <a:gd name="connsiteX13" fmla="*/ 83219 w 226172"/>
                <a:gd name="connsiteY13" fmla="*/ 63 h 559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6172" h="559272">
                  <a:moveTo>
                    <a:pt x="83219" y="63"/>
                  </a:moveTo>
                  <a:lnTo>
                    <a:pt x="70505" y="30246"/>
                  </a:lnTo>
                  <a:cubicBezTo>
                    <a:pt x="70505" y="30246"/>
                    <a:pt x="68920" y="65182"/>
                    <a:pt x="87973" y="111286"/>
                  </a:cubicBezTo>
                  <a:cubicBezTo>
                    <a:pt x="107026" y="157353"/>
                    <a:pt x="170561" y="314604"/>
                    <a:pt x="180106" y="344787"/>
                  </a:cubicBezTo>
                  <a:cubicBezTo>
                    <a:pt x="189651" y="374970"/>
                    <a:pt x="210289" y="416282"/>
                    <a:pt x="215042" y="446465"/>
                  </a:cubicBezTo>
                  <a:cubicBezTo>
                    <a:pt x="219796" y="476648"/>
                    <a:pt x="226172" y="559273"/>
                    <a:pt x="226172" y="559273"/>
                  </a:cubicBezTo>
                  <a:cubicBezTo>
                    <a:pt x="226172" y="559273"/>
                    <a:pt x="205535" y="481439"/>
                    <a:pt x="178521" y="430581"/>
                  </a:cubicBezTo>
                  <a:cubicBezTo>
                    <a:pt x="151508" y="379761"/>
                    <a:pt x="33493" y="222660"/>
                    <a:pt x="30777" y="214549"/>
                  </a:cubicBezTo>
                  <a:cubicBezTo>
                    <a:pt x="27608" y="205004"/>
                    <a:pt x="52999" y="157353"/>
                    <a:pt x="52999" y="157353"/>
                  </a:cubicBezTo>
                  <a:cubicBezTo>
                    <a:pt x="52999" y="157353"/>
                    <a:pt x="10102" y="158937"/>
                    <a:pt x="5348" y="155768"/>
                  </a:cubicBezTo>
                  <a:cubicBezTo>
                    <a:pt x="594" y="152599"/>
                    <a:pt x="-990" y="103326"/>
                    <a:pt x="594" y="84273"/>
                  </a:cubicBezTo>
                  <a:cubicBezTo>
                    <a:pt x="2179" y="65220"/>
                    <a:pt x="3763" y="63635"/>
                    <a:pt x="19647" y="54090"/>
                  </a:cubicBezTo>
                  <a:cubicBezTo>
                    <a:pt x="35531" y="44545"/>
                    <a:pt x="48245" y="23907"/>
                    <a:pt x="57790" y="11193"/>
                  </a:cubicBezTo>
                  <a:cubicBezTo>
                    <a:pt x="67336" y="-1522"/>
                    <a:pt x="83219" y="63"/>
                    <a:pt x="83219" y="63"/>
                  </a:cubicBezTo>
                  <a:close/>
                </a:path>
              </a:pathLst>
            </a:custGeom>
            <a:solidFill>
              <a:srgbClr val="E7F0FA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3166062C-D54C-3709-0818-F3AA35C7F3A4}"/>
                </a:ext>
              </a:extLst>
            </p:cNvPr>
            <p:cNvSpPr/>
            <p:nvPr/>
          </p:nvSpPr>
          <p:spPr>
            <a:xfrm>
              <a:off x="8475088" y="3438109"/>
              <a:ext cx="119607" cy="489299"/>
            </a:xfrm>
            <a:custGeom>
              <a:avLst/>
              <a:gdLst>
                <a:gd name="connsiteX0" fmla="*/ 26976 w 119607"/>
                <a:gd name="connsiteY0" fmla="*/ 0 h 489299"/>
                <a:gd name="connsiteX1" fmla="*/ 22222 w 119607"/>
                <a:gd name="connsiteY1" fmla="*/ 176342 h 489299"/>
                <a:gd name="connsiteX2" fmla="*/ 0 w 119607"/>
                <a:gd name="connsiteY2" fmla="*/ 489299 h 489299"/>
                <a:gd name="connsiteX3" fmla="*/ 63535 w 119607"/>
                <a:gd name="connsiteY3" fmla="*/ 258968 h 489299"/>
                <a:gd name="connsiteX4" fmla="*/ 114355 w 119607"/>
                <a:gd name="connsiteY4" fmla="*/ 150951 h 489299"/>
                <a:gd name="connsiteX5" fmla="*/ 84172 w 119607"/>
                <a:gd name="connsiteY5" fmla="*/ 108054 h 489299"/>
                <a:gd name="connsiteX6" fmla="*/ 119108 w 119607"/>
                <a:gd name="connsiteY6" fmla="*/ 95340 h 489299"/>
                <a:gd name="connsiteX7" fmla="*/ 74627 w 119607"/>
                <a:gd name="connsiteY7" fmla="*/ 49273 h 489299"/>
                <a:gd name="connsiteX8" fmla="*/ 42859 w 119607"/>
                <a:gd name="connsiteY8" fmla="*/ 12752 h 489299"/>
                <a:gd name="connsiteX9" fmla="*/ 26976 w 119607"/>
                <a:gd name="connsiteY9" fmla="*/ 0 h 489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9607" h="489299">
                  <a:moveTo>
                    <a:pt x="26976" y="0"/>
                  </a:moveTo>
                  <a:cubicBezTo>
                    <a:pt x="26976" y="0"/>
                    <a:pt x="28560" y="98471"/>
                    <a:pt x="22222" y="176342"/>
                  </a:cubicBezTo>
                  <a:cubicBezTo>
                    <a:pt x="15884" y="254176"/>
                    <a:pt x="0" y="489299"/>
                    <a:pt x="0" y="489299"/>
                  </a:cubicBezTo>
                  <a:cubicBezTo>
                    <a:pt x="0" y="489299"/>
                    <a:pt x="38143" y="328840"/>
                    <a:pt x="63535" y="258968"/>
                  </a:cubicBezTo>
                  <a:cubicBezTo>
                    <a:pt x="88964" y="189057"/>
                    <a:pt x="115939" y="160459"/>
                    <a:pt x="114355" y="150951"/>
                  </a:cubicBezTo>
                  <a:cubicBezTo>
                    <a:pt x="112770" y="141406"/>
                    <a:pt x="84172" y="108054"/>
                    <a:pt x="84172" y="108054"/>
                  </a:cubicBezTo>
                  <a:cubicBezTo>
                    <a:pt x="84172" y="108054"/>
                    <a:pt x="111186" y="101678"/>
                    <a:pt x="119108" y="95340"/>
                  </a:cubicBezTo>
                  <a:cubicBezTo>
                    <a:pt x="124202" y="91227"/>
                    <a:pt x="88926" y="65157"/>
                    <a:pt x="74627" y="49273"/>
                  </a:cubicBezTo>
                  <a:cubicBezTo>
                    <a:pt x="60328" y="33390"/>
                    <a:pt x="42859" y="12752"/>
                    <a:pt x="42859" y="12752"/>
                  </a:cubicBezTo>
                  <a:lnTo>
                    <a:pt x="26976" y="0"/>
                  </a:lnTo>
                  <a:close/>
                </a:path>
              </a:pathLst>
            </a:custGeom>
            <a:solidFill>
              <a:srgbClr val="E7F0FA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E544024D-7F97-7C05-387B-41A9FDF40B37}"/>
                </a:ext>
              </a:extLst>
            </p:cNvPr>
            <p:cNvSpPr/>
            <p:nvPr/>
          </p:nvSpPr>
          <p:spPr>
            <a:xfrm>
              <a:off x="8468951" y="3861542"/>
              <a:ext cx="582244" cy="265075"/>
            </a:xfrm>
            <a:custGeom>
              <a:avLst/>
              <a:gdLst>
                <a:gd name="connsiteX0" fmla="*/ 10098 w 582244"/>
                <a:gd name="connsiteY0" fmla="*/ 254094 h 265075"/>
                <a:gd name="connsiteX1" fmla="*/ 137582 w 582244"/>
                <a:gd name="connsiteY1" fmla="*/ 264808 h 265075"/>
                <a:gd name="connsiteX2" fmla="*/ 170934 w 582244"/>
                <a:gd name="connsiteY2" fmla="*/ 251679 h 265075"/>
                <a:gd name="connsiteX3" fmla="*/ 570063 w 582244"/>
                <a:gd name="connsiteY3" fmla="*/ 46776 h 265075"/>
                <a:gd name="connsiteX4" fmla="*/ 577193 w 582244"/>
                <a:gd name="connsiteY4" fmla="*/ 28893 h 265075"/>
                <a:gd name="connsiteX5" fmla="*/ 472346 w 582244"/>
                <a:gd name="connsiteY5" fmla="*/ 1502 h 265075"/>
                <a:gd name="connsiteX6" fmla="*/ 413943 w 582244"/>
                <a:gd name="connsiteY6" fmla="*/ 18178 h 265075"/>
                <a:gd name="connsiteX7" fmla="*/ 15984 w 582244"/>
                <a:gd name="connsiteY7" fmla="*/ 231456 h 265075"/>
                <a:gd name="connsiteX8" fmla="*/ 10098 w 582244"/>
                <a:gd name="connsiteY8" fmla="*/ 254094 h 265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2244" h="265075">
                  <a:moveTo>
                    <a:pt x="10098" y="254094"/>
                  </a:moveTo>
                  <a:cubicBezTo>
                    <a:pt x="21643" y="257942"/>
                    <a:pt x="130451" y="263639"/>
                    <a:pt x="137582" y="264808"/>
                  </a:cubicBezTo>
                  <a:cubicBezTo>
                    <a:pt x="144751" y="265978"/>
                    <a:pt x="149504" y="263601"/>
                    <a:pt x="170934" y="251679"/>
                  </a:cubicBezTo>
                  <a:cubicBezTo>
                    <a:pt x="192401" y="239757"/>
                    <a:pt x="560555" y="53907"/>
                    <a:pt x="570063" y="46776"/>
                  </a:cubicBezTo>
                  <a:cubicBezTo>
                    <a:pt x="579608" y="39608"/>
                    <a:pt x="587946" y="31270"/>
                    <a:pt x="577193" y="28893"/>
                  </a:cubicBezTo>
                  <a:cubicBezTo>
                    <a:pt x="566478" y="26516"/>
                    <a:pt x="484268" y="3879"/>
                    <a:pt x="472346" y="1502"/>
                  </a:cubicBezTo>
                  <a:cubicBezTo>
                    <a:pt x="460424" y="-875"/>
                    <a:pt x="452086" y="-3252"/>
                    <a:pt x="413943" y="18178"/>
                  </a:cubicBezTo>
                  <a:cubicBezTo>
                    <a:pt x="375799" y="39608"/>
                    <a:pt x="31490" y="224288"/>
                    <a:pt x="15984" y="231456"/>
                  </a:cubicBezTo>
                  <a:cubicBezTo>
                    <a:pt x="553" y="238587"/>
                    <a:pt x="-7785" y="248132"/>
                    <a:pt x="10098" y="254094"/>
                  </a:cubicBezTo>
                  <a:close/>
                </a:path>
              </a:pathLst>
            </a:custGeom>
            <a:solidFill>
              <a:srgbClr val="2C3E63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77D1EF53-C1AD-7332-E962-4FB1A8C9CC7D}"/>
                </a:ext>
              </a:extLst>
            </p:cNvPr>
            <p:cNvSpPr/>
            <p:nvPr/>
          </p:nvSpPr>
          <p:spPr>
            <a:xfrm>
              <a:off x="8711343" y="4056024"/>
              <a:ext cx="131068" cy="141995"/>
            </a:xfrm>
            <a:custGeom>
              <a:avLst/>
              <a:gdLst>
                <a:gd name="connsiteX0" fmla="*/ 131068 w 131068"/>
                <a:gd name="connsiteY0" fmla="*/ 23844 h 141995"/>
                <a:gd name="connsiteX1" fmla="*/ 83417 w 131068"/>
                <a:gd name="connsiteY1" fmla="*/ 106054 h 141995"/>
                <a:gd name="connsiteX2" fmla="*/ 41728 w 131068"/>
                <a:gd name="connsiteY2" fmla="*/ 141783 h 141995"/>
                <a:gd name="connsiteX3" fmla="*/ 4791 w 131068"/>
                <a:gd name="connsiteY3" fmla="*/ 103677 h 141995"/>
                <a:gd name="connsiteX4" fmla="*/ 1207 w 131068"/>
                <a:gd name="connsiteY4" fmla="*/ 23844 h 141995"/>
                <a:gd name="connsiteX5" fmla="*/ 0 w 131068"/>
                <a:gd name="connsiteY5" fmla="*/ 0 h 141995"/>
                <a:gd name="connsiteX6" fmla="*/ 65534 w 131068"/>
                <a:gd name="connsiteY6" fmla="*/ 22637 h 141995"/>
                <a:gd name="connsiteX7" fmla="*/ 131068 w 131068"/>
                <a:gd name="connsiteY7" fmla="*/ 23844 h 141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1068" h="141995">
                  <a:moveTo>
                    <a:pt x="131068" y="23844"/>
                  </a:moveTo>
                  <a:cubicBezTo>
                    <a:pt x="131068" y="23844"/>
                    <a:pt x="96509" y="89378"/>
                    <a:pt x="83417" y="106054"/>
                  </a:cubicBezTo>
                  <a:cubicBezTo>
                    <a:pt x="70326" y="122730"/>
                    <a:pt x="53612" y="139406"/>
                    <a:pt x="41728" y="141783"/>
                  </a:cubicBezTo>
                  <a:cubicBezTo>
                    <a:pt x="29805" y="144160"/>
                    <a:pt x="8376" y="126315"/>
                    <a:pt x="4791" y="103677"/>
                  </a:cubicBezTo>
                  <a:cubicBezTo>
                    <a:pt x="1207" y="81040"/>
                    <a:pt x="1207" y="34559"/>
                    <a:pt x="1207" y="23844"/>
                  </a:cubicBezTo>
                  <a:cubicBezTo>
                    <a:pt x="1207" y="13129"/>
                    <a:pt x="0" y="0"/>
                    <a:pt x="0" y="0"/>
                  </a:cubicBezTo>
                  <a:cubicBezTo>
                    <a:pt x="0" y="0"/>
                    <a:pt x="39313" y="22637"/>
                    <a:pt x="65534" y="22637"/>
                  </a:cubicBezTo>
                  <a:cubicBezTo>
                    <a:pt x="91755" y="22675"/>
                    <a:pt x="131068" y="23844"/>
                    <a:pt x="131068" y="23844"/>
                  </a:cubicBezTo>
                  <a:close/>
                </a:path>
              </a:pathLst>
            </a:custGeom>
            <a:solidFill>
              <a:srgbClr val="D4DFE9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082A43A3-CF92-E801-B6BE-96FEEBB49B1D}"/>
                </a:ext>
              </a:extLst>
            </p:cNvPr>
            <p:cNvSpPr/>
            <p:nvPr/>
          </p:nvSpPr>
          <p:spPr>
            <a:xfrm>
              <a:off x="8677783" y="3947930"/>
              <a:ext cx="240943" cy="185843"/>
            </a:xfrm>
            <a:custGeom>
              <a:avLst/>
              <a:gdLst>
                <a:gd name="connsiteX0" fmla="*/ 6169 w 240943"/>
                <a:gd name="connsiteY0" fmla="*/ 97380 h 185843"/>
                <a:gd name="connsiteX1" fmla="*/ 6169 w 240943"/>
                <a:gd name="connsiteY1" fmla="*/ 114056 h 185843"/>
                <a:gd name="connsiteX2" fmla="*/ 34767 w 240943"/>
                <a:gd name="connsiteY2" fmla="*/ 131939 h 185843"/>
                <a:gd name="connsiteX3" fmla="*/ 49066 w 240943"/>
                <a:gd name="connsiteY3" fmla="*/ 167668 h 185843"/>
                <a:gd name="connsiteX4" fmla="*/ 103848 w 240943"/>
                <a:gd name="connsiteY4" fmla="*/ 184344 h 185843"/>
                <a:gd name="connsiteX5" fmla="*/ 157460 w 240943"/>
                <a:gd name="connsiteY5" fmla="*/ 143823 h 185843"/>
                <a:gd name="connsiteX6" fmla="*/ 195603 w 240943"/>
                <a:gd name="connsiteY6" fmla="*/ 114056 h 185843"/>
                <a:gd name="connsiteX7" fmla="*/ 219448 w 240943"/>
                <a:gd name="connsiteY7" fmla="*/ 56860 h 185843"/>
                <a:gd name="connsiteX8" fmla="*/ 240877 w 240943"/>
                <a:gd name="connsiteY8" fmla="*/ 2040 h 185843"/>
                <a:gd name="connsiteX9" fmla="*/ 211072 w 240943"/>
                <a:gd name="connsiteY9" fmla="*/ 12755 h 185843"/>
                <a:gd name="connsiteX10" fmla="*/ 182474 w 240943"/>
                <a:gd name="connsiteY10" fmla="*/ 56822 h 185843"/>
                <a:gd name="connsiteX11" fmla="*/ 163421 w 240943"/>
                <a:gd name="connsiteY11" fmla="*/ 83043 h 185843"/>
                <a:gd name="connsiteX12" fmla="*/ 155083 w 240943"/>
                <a:gd name="connsiteY12" fmla="*/ 44900 h 185843"/>
                <a:gd name="connsiteX13" fmla="*/ 136030 w 240943"/>
                <a:gd name="connsiteY13" fmla="*/ 29393 h 185843"/>
                <a:gd name="connsiteX14" fmla="*/ 124146 w 240943"/>
                <a:gd name="connsiteY14" fmla="*/ 54407 h 185843"/>
                <a:gd name="connsiteX15" fmla="*/ 116977 w 240943"/>
                <a:gd name="connsiteY15" fmla="*/ 108019 h 185843"/>
                <a:gd name="connsiteX16" fmla="*/ 105055 w 240943"/>
                <a:gd name="connsiteY16" fmla="*/ 71083 h 185843"/>
                <a:gd name="connsiteX17" fmla="*/ 83625 w 240943"/>
                <a:gd name="connsiteY17" fmla="*/ 55615 h 185843"/>
                <a:gd name="connsiteX18" fmla="*/ 76495 w 240943"/>
                <a:gd name="connsiteY18" fmla="*/ 88966 h 185843"/>
                <a:gd name="connsiteX19" fmla="*/ 72911 w 240943"/>
                <a:gd name="connsiteY19" fmla="*/ 109226 h 185843"/>
                <a:gd name="connsiteX20" fmla="*/ 52688 w 240943"/>
                <a:gd name="connsiteY20" fmla="*/ 106850 h 185843"/>
                <a:gd name="connsiteX21" fmla="*/ 6169 w 240943"/>
                <a:gd name="connsiteY21" fmla="*/ 97380 h 18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40943" h="185843">
                  <a:moveTo>
                    <a:pt x="6169" y="97380"/>
                  </a:moveTo>
                  <a:cubicBezTo>
                    <a:pt x="-622" y="101568"/>
                    <a:pt x="-3376" y="108095"/>
                    <a:pt x="6169" y="114056"/>
                  </a:cubicBezTo>
                  <a:cubicBezTo>
                    <a:pt x="15714" y="120017"/>
                    <a:pt x="30013" y="120017"/>
                    <a:pt x="34767" y="131939"/>
                  </a:cubicBezTo>
                  <a:cubicBezTo>
                    <a:pt x="39521" y="143861"/>
                    <a:pt x="39521" y="158160"/>
                    <a:pt x="49066" y="167668"/>
                  </a:cubicBezTo>
                  <a:cubicBezTo>
                    <a:pt x="58574" y="177213"/>
                    <a:pt x="89549" y="190305"/>
                    <a:pt x="103848" y="184344"/>
                  </a:cubicBezTo>
                  <a:cubicBezTo>
                    <a:pt x="118147" y="178383"/>
                    <a:pt x="140784" y="152199"/>
                    <a:pt x="157460" y="143823"/>
                  </a:cubicBezTo>
                  <a:cubicBezTo>
                    <a:pt x="174136" y="135485"/>
                    <a:pt x="193189" y="124771"/>
                    <a:pt x="195603" y="114056"/>
                  </a:cubicBezTo>
                  <a:cubicBezTo>
                    <a:pt x="197980" y="103341"/>
                    <a:pt x="212279" y="75950"/>
                    <a:pt x="219448" y="56860"/>
                  </a:cubicBezTo>
                  <a:cubicBezTo>
                    <a:pt x="226578" y="37807"/>
                    <a:pt x="242085" y="6832"/>
                    <a:pt x="240877" y="2040"/>
                  </a:cubicBezTo>
                  <a:cubicBezTo>
                    <a:pt x="239670" y="-2714"/>
                    <a:pt x="217033" y="833"/>
                    <a:pt x="211072" y="12755"/>
                  </a:cubicBezTo>
                  <a:cubicBezTo>
                    <a:pt x="205111" y="24677"/>
                    <a:pt x="188435" y="44937"/>
                    <a:pt x="182474" y="56822"/>
                  </a:cubicBezTo>
                  <a:cubicBezTo>
                    <a:pt x="176513" y="68744"/>
                    <a:pt x="163421" y="83043"/>
                    <a:pt x="163421" y="83043"/>
                  </a:cubicBezTo>
                  <a:cubicBezTo>
                    <a:pt x="163421" y="83043"/>
                    <a:pt x="156253" y="60406"/>
                    <a:pt x="155083" y="44900"/>
                  </a:cubicBezTo>
                  <a:cubicBezTo>
                    <a:pt x="153913" y="29393"/>
                    <a:pt x="141991" y="25847"/>
                    <a:pt x="136030" y="29393"/>
                  </a:cubicBezTo>
                  <a:cubicBezTo>
                    <a:pt x="130069" y="32977"/>
                    <a:pt x="124146" y="42485"/>
                    <a:pt x="124146" y="54407"/>
                  </a:cubicBezTo>
                  <a:cubicBezTo>
                    <a:pt x="124146" y="66329"/>
                    <a:pt x="116977" y="108019"/>
                    <a:pt x="116977" y="108019"/>
                  </a:cubicBezTo>
                  <a:cubicBezTo>
                    <a:pt x="116977" y="108019"/>
                    <a:pt x="107432" y="83005"/>
                    <a:pt x="105055" y="71083"/>
                  </a:cubicBezTo>
                  <a:cubicBezTo>
                    <a:pt x="102678" y="59161"/>
                    <a:pt x="96717" y="49616"/>
                    <a:pt x="83625" y="55615"/>
                  </a:cubicBezTo>
                  <a:cubicBezTo>
                    <a:pt x="70534" y="61576"/>
                    <a:pt x="74080" y="71083"/>
                    <a:pt x="76495" y="88966"/>
                  </a:cubicBezTo>
                  <a:cubicBezTo>
                    <a:pt x="78872" y="106850"/>
                    <a:pt x="72911" y="109226"/>
                    <a:pt x="72911" y="109226"/>
                  </a:cubicBezTo>
                  <a:cubicBezTo>
                    <a:pt x="72911" y="109226"/>
                    <a:pt x="63365" y="112811"/>
                    <a:pt x="52688" y="106850"/>
                  </a:cubicBezTo>
                  <a:cubicBezTo>
                    <a:pt x="41898" y="100964"/>
                    <a:pt x="21675" y="87872"/>
                    <a:pt x="6169" y="97380"/>
                  </a:cubicBezTo>
                  <a:close/>
                </a:path>
              </a:pathLst>
            </a:custGeom>
            <a:solidFill>
              <a:srgbClr val="D66F28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684E632D-48E5-115D-B7C0-6F354D187623}"/>
                </a:ext>
              </a:extLst>
            </p:cNvPr>
            <p:cNvSpPr/>
            <p:nvPr/>
          </p:nvSpPr>
          <p:spPr>
            <a:xfrm>
              <a:off x="8307461" y="3272067"/>
              <a:ext cx="240669" cy="227539"/>
            </a:xfrm>
            <a:custGeom>
              <a:avLst/>
              <a:gdLst>
                <a:gd name="connsiteX0" fmla="*/ 35766 w 240669"/>
                <a:gd name="connsiteY0" fmla="*/ 0 h 227539"/>
                <a:gd name="connsiteX1" fmla="*/ 22637 w 240669"/>
                <a:gd name="connsiteY1" fmla="*/ 81003 h 227539"/>
                <a:gd name="connsiteX2" fmla="*/ 0 w 240669"/>
                <a:gd name="connsiteY2" fmla="*/ 129861 h 227539"/>
                <a:gd name="connsiteX3" fmla="*/ 27391 w 240669"/>
                <a:gd name="connsiteY3" fmla="*/ 163213 h 227539"/>
                <a:gd name="connsiteX4" fmla="*/ 115562 w 240669"/>
                <a:gd name="connsiteY4" fmla="*/ 227540 h 227539"/>
                <a:gd name="connsiteX5" fmla="*/ 160836 w 240669"/>
                <a:gd name="connsiteY5" fmla="*/ 204903 h 227539"/>
                <a:gd name="connsiteX6" fmla="*/ 223993 w 240669"/>
                <a:gd name="connsiteY6" fmla="*/ 127484 h 227539"/>
                <a:gd name="connsiteX7" fmla="*/ 240669 w 240669"/>
                <a:gd name="connsiteY7" fmla="*/ 29768 h 227539"/>
                <a:gd name="connsiteX8" fmla="*/ 35766 w 240669"/>
                <a:gd name="connsiteY8" fmla="*/ 0 h 227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0669" h="227539">
                  <a:moveTo>
                    <a:pt x="35766" y="0"/>
                  </a:moveTo>
                  <a:cubicBezTo>
                    <a:pt x="35766" y="0"/>
                    <a:pt x="28598" y="63157"/>
                    <a:pt x="22637" y="81003"/>
                  </a:cubicBezTo>
                  <a:cubicBezTo>
                    <a:pt x="16676" y="98886"/>
                    <a:pt x="0" y="129861"/>
                    <a:pt x="0" y="129861"/>
                  </a:cubicBezTo>
                  <a:cubicBezTo>
                    <a:pt x="0" y="129861"/>
                    <a:pt x="9093" y="145707"/>
                    <a:pt x="27391" y="163213"/>
                  </a:cubicBezTo>
                  <a:cubicBezTo>
                    <a:pt x="55989" y="190604"/>
                    <a:pt x="115562" y="227540"/>
                    <a:pt x="115562" y="227540"/>
                  </a:cubicBezTo>
                  <a:cubicBezTo>
                    <a:pt x="115562" y="227540"/>
                    <a:pt x="140236" y="219617"/>
                    <a:pt x="160836" y="204903"/>
                  </a:cubicBezTo>
                  <a:cubicBezTo>
                    <a:pt x="185850" y="187020"/>
                    <a:pt x="223993" y="127484"/>
                    <a:pt x="223993" y="127484"/>
                  </a:cubicBezTo>
                  <a:lnTo>
                    <a:pt x="240669" y="29768"/>
                  </a:lnTo>
                  <a:lnTo>
                    <a:pt x="35766" y="0"/>
                  </a:lnTo>
                  <a:close/>
                </a:path>
              </a:pathLst>
            </a:custGeom>
            <a:solidFill>
              <a:srgbClr val="AF5F28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4A65C6F0-B4B0-D44E-428C-CA2F87D01FFE}"/>
                </a:ext>
              </a:extLst>
            </p:cNvPr>
            <p:cNvSpPr/>
            <p:nvPr/>
          </p:nvSpPr>
          <p:spPr>
            <a:xfrm>
              <a:off x="8378123" y="3959968"/>
              <a:ext cx="47691" cy="22297"/>
            </a:xfrm>
            <a:custGeom>
              <a:avLst/>
              <a:gdLst>
                <a:gd name="connsiteX0" fmla="*/ 47691 w 47691"/>
                <a:gd name="connsiteY0" fmla="*/ 15054 h 22297"/>
                <a:gd name="connsiteX1" fmla="*/ 15132 w 47691"/>
                <a:gd name="connsiteY1" fmla="*/ 22222 h 22297"/>
                <a:gd name="connsiteX2" fmla="*/ 40 w 47691"/>
                <a:gd name="connsiteY2" fmla="*/ 0 h 22297"/>
                <a:gd name="connsiteX3" fmla="*/ 47691 w 47691"/>
                <a:gd name="connsiteY3" fmla="*/ 15054 h 2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91" h="22297">
                  <a:moveTo>
                    <a:pt x="47691" y="15054"/>
                  </a:moveTo>
                  <a:cubicBezTo>
                    <a:pt x="47691" y="15054"/>
                    <a:pt x="31808" y="20637"/>
                    <a:pt x="15132" y="22222"/>
                  </a:cubicBezTo>
                  <a:cubicBezTo>
                    <a:pt x="-1544" y="23807"/>
                    <a:pt x="40" y="0"/>
                    <a:pt x="40" y="0"/>
                  </a:cubicBezTo>
                  <a:cubicBezTo>
                    <a:pt x="40" y="0"/>
                    <a:pt x="29431" y="5508"/>
                    <a:pt x="47691" y="15054"/>
                  </a:cubicBezTo>
                  <a:close/>
                </a:path>
              </a:pathLst>
            </a:custGeom>
            <a:solidFill>
              <a:srgbClr val="393B41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3D35BB5F-1E46-9BE6-C21D-B44B8E577ACF}"/>
                </a:ext>
              </a:extLst>
            </p:cNvPr>
            <p:cNvSpPr/>
            <p:nvPr/>
          </p:nvSpPr>
          <p:spPr>
            <a:xfrm>
              <a:off x="8186012" y="3911491"/>
              <a:ext cx="212479" cy="213651"/>
            </a:xfrm>
            <a:custGeom>
              <a:avLst/>
              <a:gdLst>
                <a:gd name="connsiteX0" fmla="*/ 15809 w 212479"/>
                <a:gd name="connsiteY0" fmla="*/ 213651 h 213651"/>
                <a:gd name="connsiteX1" fmla="*/ 59499 w 212479"/>
                <a:gd name="connsiteY1" fmla="*/ 186638 h 213651"/>
                <a:gd name="connsiteX2" fmla="*/ 85720 w 212479"/>
                <a:gd name="connsiteY2" fmla="*/ 178715 h 213651"/>
                <a:gd name="connsiteX3" fmla="*/ 111149 w 212479"/>
                <a:gd name="connsiteY3" fmla="*/ 192222 h 213651"/>
                <a:gd name="connsiteX4" fmla="*/ 142916 w 212479"/>
                <a:gd name="connsiteY4" fmla="*/ 189053 h 213651"/>
                <a:gd name="connsiteX5" fmla="*/ 185021 w 212479"/>
                <a:gd name="connsiteY5" fmla="*/ 154908 h 213651"/>
                <a:gd name="connsiteX6" fmla="*/ 196943 w 212479"/>
                <a:gd name="connsiteY6" fmla="*/ 120764 h 213651"/>
                <a:gd name="connsiteX7" fmla="*/ 208073 w 212479"/>
                <a:gd name="connsiteY7" fmla="*/ 104881 h 213651"/>
                <a:gd name="connsiteX8" fmla="*/ 206488 w 212479"/>
                <a:gd name="connsiteY8" fmla="*/ 78659 h 213651"/>
                <a:gd name="connsiteX9" fmla="*/ 212034 w 212479"/>
                <a:gd name="connsiteY9" fmla="*/ 57230 h 213651"/>
                <a:gd name="connsiteX10" fmla="*/ 192189 w 212479"/>
                <a:gd name="connsiteY10" fmla="*/ 45307 h 213651"/>
                <a:gd name="connsiteX11" fmla="*/ 177098 w 212479"/>
                <a:gd name="connsiteY11" fmla="*/ 43723 h 213651"/>
                <a:gd name="connsiteX12" fmla="*/ 189020 w 212479"/>
                <a:gd name="connsiteY12" fmla="*/ 30216 h 213651"/>
                <a:gd name="connsiteX13" fmla="*/ 173136 w 212479"/>
                <a:gd name="connsiteY13" fmla="*/ 16709 h 213651"/>
                <a:gd name="connsiteX14" fmla="*/ 151669 w 212479"/>
                <a:gd name="connsiteY14" fmla="*/ 33 h 213651"/>
                <a:gd name="connsiteX15" fmla="*/ 115940 w 212479"/>
                <a:gd name="connsiteY15" fmla="*/ 1618 h 213651"/>
                <a:gd name="connsiteX16" fmla="*/ 96887 w 212479"/>
                <a:gd name="connsiteY16" fmla="*/ 10371 h 213651"/>
                <a:gd name="connsiteX17" fmla="*/ 62743 w 212479"/>
                <a:gd name="connsiteY17" fmla="*/ 38177 h 213651"/>
                <a:gd name="connsiteX18" fmla="*/ 33353 w 212479"/>
                <a:gd name="connsiteY18" fmla="*/ 65190 h 213651"/>
                <a:gd name="connsiteX19" fmla="*/ 12715 w 212479"/>
                <a:gd name="connsiteY19" fmla="*/ 83451 h 213651"/>
                <a:gd name="connsiteX20" fmla="*/ 1 w 212479"/>
                <a:gd name="connsiteY20" fmla="*/ 132686 h 213651"/>
                <a:gd name="connsiteX21" fmla="*/ 15809 w 212479"/>
                <a:gd name="connsiteY21" fmla="*/ 213651 h 213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12479" h="213651">
                  <a:moveTo>
                    <a:pt x="15809" y="213651"/>
                  </a:moveTo>
                  <a:cubicBezTo>
                    <a:pt x="15809" y="213651"/>
                    <a:pt x="52368" y="190599"/>
                    <a:pt x="59499" y="186638"/>
                  </a:cubicBezTo>
                  <a:cubicBezTo>
                    <a:pt x="66667" y="182676"/>
                    <a:pt x="83343" y="176300"/>
                    <a:pt x="85720" y="178715"/>
                  </a:cubicBezTo>
                  <a:cubicBezTo>
                    <a:pt x="88097" y="181092"/>
                    <a:pt x="107187" y="192222"/>
                    <a:pt x="111149" y="192222"/>
                  </a:cubicBezTo>
                  <a:cubicBezTo>
                    <a:pt x="115110" y="192222"/>
                    <a:pt x="135785" y="192222"/>
                    <a:pt x="142916" y="189053"/>
                  </a:cubicBezTo>
                  <a:cubicBezTo>
                    <a:pt x="150084" y="185883"/>
                    <a:pt x="179475" y="160455"/>
                    <a:pt x="185021" y="154908"/>
                  </a:cubicBezTo>
                  <a:cubicBezTo>
                    <a:pt x="190567" y="149362"/>
                    <a:pt x="196943" y="120764"/>
                    <a:pt x="196943" y="120764"/>
                  </a:cubicBezTo>
                  <a:cubicBezTo>
                    <a:pt x="196943" y="120764"/>
                    <a:pt x="208073" y="112011"/>
                    <a:pt x="208073" y="104881"/>
                  </a:cubicBezTo>
                  <a:cubicBezTo>
                    <a:pt x="208073" y="97750"/>
                    <a:pt x="206488" y="78659"/>
                    <a:pt x="206488" y="78659"/>
                  </a:cubicBezTo>
                  <a:cubicBezTo>
                    <a:pt x="206488" y="78659"/>
                    <a:pt x="214411" y="65945"/>
                    <a:pt x="212034" y="57230"/>
                  </a:cubicBezTo>
                  <a:cubicBezTo>
                    <a:pt x="209657" y="48514"/>
                    <a:pt x="201697" y="46892"/>
                    <a:pt x="192189" y="45307"/>
                  </a:cubicBezTo>
                  <a:cubicBezTo>
                    <a:pt x="182644" y="43723"/>
                    <a:pt x="177098" y="43723"/>
                    <a:pt x="177098" y="43723"/>
                  </a:cubicBezTo>
                  <a:cubicBezTo>
                    <a:pt x="177098" y="43723"/>
                    <a:pt x="191397" y="37385"/>
                    <a:pt x="189020" y="30216"/>
                  </a:cubicBezTo>
                  <a:cubicBezTo>
                    <a:pt x="186643" y="23085"/>
                    <a:pt x="177890" y="20671"/>
                    <a:pt x="173136" y="16709"/>
                  </a:cubicBezTo>
                  <a:cubicBezTo>
                    <a:pt x="168383" y="12748"/>
                    <a:pt x="157253" y="-759"/>
                    <a:pt x="151669" y="33"/>
                  </a:cubicBezTo>
                  <a:cubicBezTo>
                    <a:pt x="146123" y="826"/>
                    <a:pt x="121486" y="1618"/>
                    <a:pt x="115940" y="1618"/>
                  </a:cubicBezTo>
                  <a:cubicBezTo>
                    <a:pt x="110394" y="1618"/>
                    <a:pt x="101641" y="3203"/>
                    <a:pt x="96887" y="10371"/>
                  </a:cubicBezTo>
                  <a:cubicBezTo>
                    <a:pt x="92134" y="17502"/>
                    <a:pt x="72251" y="31838"/>
                    <a:pt x="62743" y="38177"/>
                  </a:cubicBezTo>
                  <a:cubicBezTo>
                    <a:pt x="53198" y="44515"/>
                    <a:pt x="34145" y="56437"/>
                    <a:pt x="33353" y="65190"/>
                  </a:cubicBezTo>
                  <a:cubicBezTo>
                    <a:pt x="32560" y="73943"/>
                    <a:pt x="19054" y="79489"/>
                    <a:pt x="12715" y="83451"/>
                  </a:cubicBezTo>
                  <a:cubicBezTo>
                    <a:pt x="6377" y="87412"/>
                    <a:pt x="1" y="104088"/>
                    <a:pt x="1" y="132686"/>
                  </a:cubicBezTo>
                  <a:cubicBezTo>
                    <a:pt x="-75" y="161247"/>
                    <a:pt x="4679" y="197768"/>
                    <a:pt x="15809" y="213651"/>
                  </a:cubicBezTo>
                  <a:close/>
                </a:path>
              </a:pathLst>
            </a:custGeom>
            <a:solidFill>
              <a:srgbClr val="D66F28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649D2279-BC6B-2E36-96C1-604250E004B5}"/>
                </a:ext>
              </a:extLst>
            </p:cNvPr>
            <p:cNvSpPr/>
            <p:nvPr/>
          </p:nvSpPr>
          <p:spPr>
            <a:xfrm>
              <a:off x="8203438" y="3932124"/>
              <a:ext cx="138166" cy="27013"/>
            </a:xfrm>
            <a:custGeom>
              <a:avLst/>
              <a:gdLst>
                <a:gd name="connsiteX0" fmla="*/ 138167 w 138166"/>
                <a:gd name="connsiteY0" fmla="*/ 24637 h 27013"/>
                <a:gd name="connsiteX1" fmla="*/ 104023 w 138166"/>
                <a:gd name="connsiteY1" fmla="*/ 23844 h 27013"/>
                <a:gd name="connsiteX2" fmla="*/ 78594 w 138166"/>
                <a:gd name="connsiteY2" fmla="*/ 23052 h 27013"/>
                <a:gd name="connsiteX3" fmla="*/ 60333 w 138166"/>
                <a:gd name="connsiteY3" fmla="*/ 27013 h 27013"/>
                <a:gd name="connsiteX4" fmla="*/ 1552 w 138166"/>
                <a:gd name="connsiteY4" fmla="*/ 17468 h 27013"/>
                <a:gd name="connsiteX5" fmla="*/ 3929 w 138166"/>
                <a:gd name="connsiteY5" fmla="*/ 0 h 27013"/>
                <a:gd name="connsiteX6" fmla="*/ 61125 w 138166"/>
                <a:gd name="connsiteY6" fmla="*/ 7961 h 27013"/>
                <a:gd name="connsiteX7" fmla="*/ 113530 w 138166"/>
                <a:gd name="connsiteY7" fmla="*/ 15129 h 27013"/>
                <a:gd name="connsiteX8" fmla="*/ 138167 w 138166"/>
                <a:gd name="connsiteY8" fmla="*/ 24637 h 2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8166" h="27013">
                  <a:moveTo>
                    <a:pt x="138167" y="24637"/>
                  </a:moveTo>
                  <a:cubicBezTo>
                    <a:pt x="138167" y="24637"/>
                    <a:pt x="115152" y="24637"/>
                    <a:pt x="104023" y="23844"/>
                  </a:cubicBezTo>
                  <a:cubicBezTo>
                    <a:pt x="92893" y="23052"/>
                    <a:pt x="84970" y="23052"/>
                    <a:pt x="78594" y="23052"/>
                  </a:cubicBezTo>
                  <a:cubicBezTo>
                    <a:pt x="72217" y="23052"/>
                    <a:pt x="60333" y="27013"/>
                    <a:pt x="60333" y="27013"/>
                  </a:cubicBezTo>
                  <a:lnTo>
                    <a:pt x="1552" y="17468"/>
                  </a:lnTo>
                  <a:cubicBezTo>
                    <a:pt x="1552" y="17468"/>
                    <a:pt x="-3202" y="7131"/>
                    <a:pt x="3929" y="0"/>
                  </a:cubicBezTo>
                  <a:cubicBezTo>
                    <a:pt x="20605" y="3169"/>
                    <a:pt x="41280" y="5546"/>
                    <a:pt x="61125" y="7961"/>
                  </a:cubicBezTo>
                  <a:cubicBezTo>
                    <a:pt x="80970" y="10338"/>
                    <a:pt x="113530" y="15129"/>
                    <a:pt x="113530" y="15129"/>
                  </a:cubicBezTo>
                  <a:cubicBezTo>
                    <a:pt x="113530" y="15129"/>
                    <a:pt x="127075" y="23052"/>
                    <a:pt x="138167" y="24637"/>
                  </a:cubicBezTo>
                  <a:close/>
                </a:path>
              </a:pathLst>
            </a:custGeom>
            <a:solidFill>
              <a:srgbClr val="393B41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B5E8DABA-9A44-BE1E-393D-6A48E148C54A}"/>
                </a:ext>
              </a:extLst>
            </p:cNvPr>
            <p:cNvSpPr/>
            <p:nvPr/>
          </p:nvSpPr>
          <p:spPr>
            <a:xfrm>
              <a:off x="8279928" y="3106127"/>
              <a:ext cx="312804" cy="332763"/>
            </a:xfrm>
            <a:custGeom>
              <a:avLst/>
              <a:gdLst>
                <a:gd name="connsiteX0" fmla="*/ 303629 w 312804"/>
                <a:gd name="connsiteY0" fmla="*/ 143077 h 332763"/>
                <a:gd name="connsiteX1" fmla="*/ 309439 w 312804"/>
                <a:gd name="connsiteY1" fmla="*/ 115195 h 332763"/>
                <a:gd name="connsiteX2" fmla="*/ 312457 w 312804"/>
                <a:gd name="connsiteY2" fmla="*/ 71053 h 332763"/>
                <a:gd name="connsiteX3" fmla="*/ 298611 w 312804"/>
                <a:gd name="connsiteY3" fmla="*/ 23817 h 332763"/>
                <a:gd name="connsiteX4" fmla="*/ 282953 w 312804"/>
                <a:gd name="connsiteY4" fmla="*/ 162 h 332763"/>
                <a:gd name="connsiteX5" fmla="*/ 260241 w 312804"/>
                <a:gd name="connsiteY5" fmla="*/ 1029 h 332763"/>
                <a:gd name="connsiteX6" fmla="*/ 203460 w 312804"/>
                <a:gd name="connsiteY6" fmla="*/ 6915 h 332763"/>
                <a:gd name="connsiteX7" fmla="*/ 147848 w 312804"/>
                <a:gd name="connsiteY7" fmla="*/ 34909 h 332763"/>
                <a:gd name="connsiteX8" fmla="*/ 116383 w 312804"/>
                <a:gd name="connsiteY8" fmla="*/ 36796 h 332763"/>
                <a:gd name="connsiteX9" fmla="*/ 96575 w 312804"/>
                <a:gd name="connsiteY9" fmla="*/ 58226 h 332763"/>
                <a:gd name="connsiteX10" fmla="*/ 70920 w 312804"/>
                <a:gd name="connsiteY10" fmla="*/ 91200 h 332763"/>
                <a:gd name="connsiteX11" fmla="*/ 64091 w 312804"/>
                <a:gd name="connsiteY11" fmla="*/ 117950 h 332763"/>
                <a:gd name="connsiteX12" fmla="*/ 56055 w 312804"/>
                <a:gd name="connsiteY12" fmla="*/ 164431 h 332763"/>
                <a:gd name="connsiteX13" fmla="*/ 39719 w 312804"/>
                <a:gd name="connsiteY13" fmla="*/ 142737 h 332763"/>
                <a:gd name="connsiteX14" fmla="*/ 37606 w 312804"/>
                <a:gd name="connsiteY14" fmla="*/ 107838 h 332763"/>
                <a:gd name="connsiteX15" fmla="*/ 23382 w 312804"/>
                <a:gd name="connsiteY15" fmla="*/ 90257 h 332763"/>
                <a:gd name="connsiteX16" fmla="*/ 14063 w 312804"/>
                <a:gd name="connsiteY16" fmla="*/ 87654 h 332763"/>
                <a:gd name="connsiteX17" fmla="*/ 3160 w 312804"/>
                <a:gd name="connsiteY17" fmla="*/ 142247 h 332763"/>
                <a:gd name="connsiteX18" fmla="*/ 15648 w 312804"/>
                <a:gd name="connsiteY18" fmla="*/ 178089 h 332763"/>
                <a:gd name="connsiteX19" fmla="*/ 32852 w 312804"/>
                <a:gd name="connsiteY19" fmla="*/ 194274 h 332763"/>
                <a:gd name="connsiteX20" fmla="*/ 42548 w 312804"/>
                <a:gd name="connsiteY20" fmla="*/ 192689 h 332763"/>
                <a:gd name="connsiteX21" fmla="*/ 45265 w 312804"/>
                <a:gd name="connsiteY21" fmla="*/ 227400 h 332763"/>
                <a:gd name="connsiteX22" fmla="*/ 96387 w 312804"/>
                <a:gd name="connsiteY22" fmla="*/ 287501 h 332763"/>
                <a:gd name="connsiteX23" fmla="*/ 154526 w 312804"/>
                <a:gd name="connsiteY23" fmla="*/ 327531 h 332763"/>
                <a:gd name="connsiteX24" fmla="*/ 204969 w 312804"/>
                <a:gd name="connsiteY24" fmla="*/ 332699 h 332763"/>
                <a:gd name="connsiteX25" fmla="*/ 240169 w 312804"/>
                <a:gd name="connsiteY25" fmla="*/ 307685 h 332763"/>
                <a:gd name="connsiteX26" fmla="*/ 281142 w 312804"/>
                <a:gd name="connsiteY26" fmla="*/ 259657 h 332763"/>
                <a:gd name="connsiteX27" fmla="*/ 304723 w 312804"/>
                <a:gd name="connsiteY27" fmla="*/ 173825 h 332763"/>
                <a:gd name="connsiteX28" fmla="*/ 303629 w 312804"/>
                <a:gd name="connsiteY28" fmla="*/ 143077 h 33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12804" h="332763">
                  <a:moveTo>
                    <a:pt x="303629" y="143077"/>
                  </a:moveTo>
                  <a:cubicBezTo>
                    <a:pt x="304345" y="138512"/>
                    <a:pt x="307364" y="125193"/>
                    <a:pt x="309439" y="115195"/>
                  </a:cubicBezTo>
                  <a:cubicBezTo>
                    <a:pt x="311551" y="105197"/>
                    <a:pt x="311929" y="79995"/>
                    <a:pt x="312457" y="71053"/>
                  </a:cubicBezTo>
                  <a:cubicBezTo>
                    <a:pt x="314042" y="45624"/>
                    <a:pt x="310344" y="36456"/>
                    <a:pt x="298611" y="23817"/>
                  </a:cubicBezTo>
                  <a:cubicBezTo>
                    <a:pt x="286877" y="11178"/>
                    <a:pt x="282953" y="162"/>
                    <a:pt x="282953" y="162"/>
                  </a:cubicBezTo>
                  <a:cubicBezTo>
                    <a:pt x="282953" y="162"/>
                    <a:pt x="269409" y="2312"/>
                    <a:pt x="260241" y="1029"/>
                  </a:cubicBezTo>
                  <a:cubicBezTo>
                    <a:pt x="233831" y="-2706"/>
                    <a:pt x="235114" y="4764"/>
                    <a:pt x="203460" y="6915"/>
                  </a:cubicBezTo>
                  <a:cubicBezTo>
                    <a:pt x="189236" y="7896"/>
                    <a:pt x="173843" y="42417"/>
                    <a:pt x="147848" y="34909"/>
                  </a:cubicBezTo>
                  <a:cubicBezTo>
                    <a:pt x="143660" y="41625"/>
                    <a:pt x="122910" y="31778"/>
                    <a:pt x="116383" y="36796"/>
                  </a:cubicBezTo>
                  <a:cubicBezTo>
                    <a:pt x="105970" y="44794"/>
                    <a:pt x="103027" y="54189"/>
                    <a:pt x="96575" y="58226"/>
                  </a:cubicBezTo>
                  <a:cubicBezTo>
                    <a:pt x="91180" y="66073"/>
                    <a:pt x="76919" y="80485"/>
                    <a:pt x="70920" y="91200"/>
                  </a:cubicBezTo>
                  <a:cubicBezTo>
                    <a:pt x="68015" y="96369"/>
                    <a:pt x="64317" y="104782"/>
                    <a:pt x="64091" y="117950"/>
                  </a:cubicBezTo>
                  <a:cubicBezTo>
                    <a:pt x="63827" y="131079"/>
                    <a:pt x="56055" y="164431"/>
                    <a:pt x="56055" y="164431"/>
                  </a:cubicBezTo>
                  <a:cubicBezTo>
                    <a:pt x="55036" y="158809"/>
                    <a:pt x="37379" y="149415"/>
                    <a:pt x="39719" y="142737"/>
                  </a:cubicBezTo>
                  <a:cubicBezTo>
                    <a:pt x="42171" y="136927"/>
                    <a:pt x="37794" y="108065"/>
                    <a:pt x="37606" y="107838"/>
                  </a:cubicBezTo>
                  <a:cubicBezTo>
                    <a:pt x="33682" y="103764"/>
                    <a:pt x="26212" y="92672"/>
                    <a:pt x="23382" y="90257"/>
                  </a:cubicBezTo>
                  <a:cubicBezTo>
                    <a:pt x="19949" y="87352"/>
                    <a:pt x="14856" y="87616"/>
                    <a:pt x="14063" y="87654"/>
                  </a:cubicBezTo>
                  <a:cubicBezTo>
                    <a:pt x="-4009" y="91276"/>
                    <a:pt x="-990" y="130589"/>
                    <a:pt x="3160" y="142247"/>
                  </a:cubicBezTo>
                  <a:cubicBezTo>
                    <a:pt x="7272" y="153867"/>
                    <a:pt x="9385" y="167789"/>
                    <a:pt x="15648" y="178089"/>
                  </a:cubicBezTo>
                  <a:cubicBezTo>
                    <a:pt x="21911" y="188388"/>
                    <a:pt x="28400" y="193331"/>
                    <a:pt x="32852" y="194274"/>
                  </a:cubicBezTo>
                  <a:cubicBezTo>
                    <a:pt x="37342" y="195217"/>
                    <a:pt x="42548" y="192689"/>
                    <a:pt x="42548" y="192689"/>
                  </a:cubicBezTo>
                  <a:cubicBezTo>
                    <a:pt x="42548" y="192689"/>
                    <a:pt x="43982" y="214044"/>
                    <a:pt x="45265" y="227400"/>
                  </a:cubicBezTo>
                  <a:cubicBezTo>
                    <a:pt x="47943" y="254941"/>
                    <a:pt x="81144" y="275352"/>
                    <a:pt x="96387" y="287501"/>
                  </a:cubicBezTo>
                  <a:cubicBezTo>
                    <a:pt x="111629" y="299687"/>
                    <a:pt x="141246" y="323833"/>
                    <a:pt x="154526" y="327531"/>
                  </a:cubicBezTo>
                  <a:cubicBezTo>
                    <a:pt x="167806" y="331190"/>
                    <a:pt x="189349" y="333152"/>
                    <a:pt x="204969" y="332699"/>
                  </a:cubicBezTo>
                  <a:cubicBezTo>
                    <a:pt x="227606" y="332058"/>
                    <a:pt x="234321" y="313458"/>
                    <a:pt x="240169" y="307685"/>
                  </a:cubicBezTo>
                  <a:cubicBezTo>
                    <a:pt x="250771" y="297310"/>
                    <a:pt x="273748" y="281464"/>
                    <a:pt x="281142" y="259657"/>
                  </a:cubicBezTo>
                  <a:cubicBezTo>
                    <a:pt x="288499" y="237813"/>
                    <a:pt x="301818" y="193255"/>
                    <a:pt x="304723" y="173825"/>
                  </a:cubicBezTo>
                  <a:cubicBezTo>
                    <a:pt x="307024" y="158168"/>
                    <a:pt x="302648" y="149113"/>
                    <a:pt x="303629" y="143077"/>
                  </a:cubicBezTo>
                  <a:close/>
                </a:path>
              </a:pathLst>
            </a:custGeom>
            <a:solidFill>
              <a:srgbClr val="D66F28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663" name="Graphic 662">
            <a:extLst>
              <a:ext uri="{FF2B5EF4-FFF2-40B4-BE49-F238E27FC236}">
                <a16:creationId xmlns:a16="http://schemas.microsoft.com/office/drawing/2014/main" id="{F1413ECA-6D81-151C-47AC-341C607EE293}"/>
              </a:ext>
            </a:extLst>
          </p:cNvPr>
          <p:cNvPicPr>
            <a:picLocks noChangeAspect="1"/>
          </p:cNvPicPr>
          <p:nvPr/>
        </p:nvPicPr>
        <p:blipFill>
          <a:blip r:embed="rId171">
            <a:extLst>
              <a:ext uri="{96DAC541-7B7A-43D3-8B79-37D633B846F1}">
                <asvg:svgBlip xmlns:asvg="http://schemas.microsoft.com/office/drawing/2016/SVG/main" r:embed="rId172"/>
              </a:ext>
            </a:extLst>
          </a:blip>
          <a:stretch>
            <a:fillRect/>
          </a:stretch>
        </p:blipFill>
        <p:spPr>
          <a:xfrm>
            <a:off x="-13085905" y="792725"/>
            <a:ext cx="979820" cy="31087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64" name="Graphic 663">
            <a:extLst>
              <a:ext uri="{FF2B5EF4-FFF2-40B4-BE49-F238E27FC236}">
                <a16:creationId xmlns:a16="http://schemas.microsoft.com/office/drawing/2014/main" id="{CE67A0F7-4FAF-D12A-5C5A-D27B08F64F30}"/>
              </a:ext>
            </a:extLst>
          </p:cNvPr>
          <p:cNvPicPr>
            <a:picLocks noChangeAspect="1"/>
          </p:cNvPicPr>
          <p:nvPr/>
        </p:nvPicPr>
        <p:blipFill>
          <a:blip r:embed="rId173">
            <a:extLst>
              <a:ext uri="{96DAC541-7B7A-43D3-8B79-37D633B846F1}">
                <asvg:svgBlip xmlns:asvg="http://schemas.microsoft.com/office/drawing/2016/SVG/main" r:embed="rId174"/>
              </a:ext>
            </a:extLst>
          </a:blip>
          <a:stretch>
            <a:fillRect/>
          </a:stretch>
        </p:blipFill>
        <p:spPr>
          <a:xfrm>
            <a:off x="-10161945" y="795592"/>
            <a:ext cx="1355185" cy="35024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65" name="Graphic 664">
            <a:extLst>
              <a:ext uri="{FF2B5EF4-FFF2-40B4-BE49-F238E27FC236}">
                <a16:creationId xmlns:a16="http://schemas.microsoft.com/office/drawing/2014/main" id="{137A63D2-3DF9-569B-7550-D43C4DA76AE1}"/>
              </a:ext>
            </a:extLst>
          </p:cNvPr>
          <p:cNvPicPr>
            <a:picLocks noChangeAspect="1"/>
          </p:cNvPicPr>
          <p:nvPr/>
        </p:nvPicPr>
        <p:blipFill>
          <a:blip r:embed="rId175">
            <a:extLst>
              <a:ext uri="{96DAC541-7B7A-43D3-8B79-37D633B846F1}">
                <asvg:svgBlip xmlns:asvg="http://schemas.microsoft.com/office/drawing/2016/SVG/main" r:embed="rId176"/>
              </a:ext>
            </a:extLst>
          </a:blip>
          <a:stretch>
            <a:fillRect/>
          </a:stretch>
        </p:blipFill>
        <p:spPr>
          <a:xfrm>
            <a:off x="-8697261" y="629030"/>
            <a:ext cx="1201511" cy="34042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66" name="Graphic 665">
            <a:extLst>
              <a:ext uri="{FF2B5EF4-FFF2-40B4-BE49-F238E27FC236}">
                <a16:creationId xmlns:a16="http://schemas.microsoft.com/office/drawing/2014/main" id="{2DD4593C-42F8-D081-2DE5-0D660280C23A}"/>
              </a:ext>
            </a:extLst>
          </p:cNvPr>
          <p:cNvPicPr>
            <a:picLocks noChangeAspect="1"/>
          </p:cNvPicPr>
          <p:nvPr/>
        </p:nvPicPr>
        <p:blipFill>
          <a:blip r:embed="rId177">
            <a:extLst>
              <a:ext uri="{96DAC541-7B7A-43D3-8B79-37D633B846F1}">
                <asvg:svgBlip xmlns:asvg="http://schemas.microsoft.com/office/drawing/2016/SVG/main" r:embed="rId178"/>
              </a:ext>
            </a:extLst>
          </a:blip>
          <a:stretch>
            <a:fillRect/>
          </a:stretch>
        </p:blipFill>
        <p:spPr>
          <a:xfrm>
            <a:off x="23131463" y="-5299529"/>
            <a:ext cx="864779" cy="2685596"/>
          </a:xfrm>
          <a:prstGeom prst="rect">
            <a:avLst/>
          </a:prstGeom>
        </p:spPr>
      </p:pic>
      <p:pic>
        <p:nvPicPr>
          <p:cNvPr id="667" name="Graphic 666">
            <a:extLst>
              <a:ext uri="{FF2B5EF4-FFF2-40B4-BE49-F238E27FC236}">
                <a16:creationId xmlns:a16="http://schemas.microsoft.com/office/drawing/2014/main" id="{8770D6C2-BFF3-F516-966B-7E62AB2FC315}"/>
              </a:ext>
            </a:extLst>
          </p:cNvPr>
          <p:cNvPicPr>
            <a:picLocks noChangeAspect="1"/>
          </p:cNvPicPr>
          <p:nvPr/>
        </p:nvPicPr>
        <p:blipFill>
          <a:blip r:embed="rId179">
            <a:extLst>
              <a:ext uri="{96DAC541-7B7A-43D3-8B79-37D633B846F1}">
                <asvg:svgBlip xmlns:asvg="http://schemas.microsoft.com/office/drawing/2016/SVG/main" r:embed="rId180"/>
              </a:ext>
            </a:extLst>
          </a:blip>
          <a:stretch>
            <a:fillRect/>
          </a:stretch>
        </p:blipFill>
        <p:spPr>
          <a:xfrm flipH="1">
            <a:off x="24456571" y="-5154386"/>
            <a:ext cx="841828" cy="2672779"/>
          </a:xfrm>
          <a:prstGeom prst="rect">
            <a:avLst/>
          </a:prstGeom>
        </p:spPr>
      </p:pic>
      <p:pic>
        <p:nvPicPr>
          <p:cNvPr id="668" name="Graphic 667">
            <a:extLst>
              <a:ext uri="{FF2B5EF4-FFF2-40B4-BE49-F238E27FC236}">
                <a16:creationId xmlns:a16="http://schemas.microsoft.com/office/drawing/2014/main" id="{47945666-0D66-AA6E-D42D-DC0E3F61F705}"/>
              </a:ext>
            </a:extLst>
          </p:cNvPr>
          <p:cNvPicPr>
            <a:picLocks noChangeAspect="1"/>
          </p:cNvPicPr>
          <p:nvPr/>
        </p:nvPicPr>
        <p:blipFill>
          <a:blip r:embed="rId181">
            <a:extLst>
              <a:ext uri="{96DAC541-7B7A-43D3-8B79-37D633B846F1}">
                <asvg:svgBlip xmlns:asvg="http://schemas.microsoft.com/office/drawing/2016/SVG/main" r:embed="rId182"/>
              </a:ext>
            </a:extLst>
          </a:blip>
          <a:stretch>
            <a:fillRect/>
          </a:stretch>
        </p:blipFill>
        <p:spPr>
          <a:xfrm>
            <a:off x="25654976" y="-5168901"/>
            <a:ext cx="877140" cy="2723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095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Whitehead</dc:creator>
  <cp:lastModifiedBy>Ryan Whitehead</cp:lastModifiedBy>
  <cp:revision>1</cp:revision>
  <dcterms:created xsi:type="dcterms:W3CDTF">2024-01-02T20:58:08Z</dcterms:created>
  <dcterms:modified xsi:type="dcterms:W3CDTF">2024-01-02T20:58:15Z</dcterms:modified>
</cp:coreProperties>
</file>