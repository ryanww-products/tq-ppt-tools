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D64D-4BA9-4921-B313-3CCDE928F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44278-08F6-6C6A-5011-570015B66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A8305-E56F-8CDD-001B-3AC1923A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D3B85-91DE-EDAD-8487-E45B0A06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7A42C-145B-8A69-FB10-EE8C1E8E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8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4E3E-A4DA-99DB-8E57-D2C464F3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3941-D36D-7EAE-54D5-121DB38E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B82CD-AD95-2CDC-682D-5CF6464B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A4D9-9465-F133-2697-9D0E06C0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22CC5-14EE-D7DD-4486-C15287CB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0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2E48-EE60-1497-7D83-7B7DD794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81AD2-B7B9-0C12-D10E-358660430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956C6-FAB7-2E38-AD86-0D44A7FA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4DD91-5E04-003E-1952-7B158C06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4FBC-8A0A-26FE-D8EB-CE660AEC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2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417B-1D3D-484C-D451-976DCD23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5CED9-FED7-F76B-0540-4A406F66B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59B20-116E-DBCF-4EB7-3F6B61CF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CF272-F114-0290-E168-245711C1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8401A-0CA6-68AF-2F99-3868B92C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442F1-88C8-4256-B918-4F76E8D0F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1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768A-2877-E66B-2E1D-C7E9B6DF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3EF45-8EB6-3533-052B-23463F83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55990-754B-1572-E69B-8E6F59B82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27A2A-3A1E-8A00-BD70-E928F697F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17B06-3224-8124-4208-51CE8BBFA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0D2E6-8489-DBEE-7B6D-F4064C07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20B39-8194-8F08-424F-279717E0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0388E-B0BE-4DCC-4F02-14305A2B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4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93D6-7CDF-B844-4722-41E1C372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D1585-38FD-F2EF-3E21-57E58D0C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807A8-AD2E-898B-F571-E3CD1A08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9A1BC-7A12-1075-96DB-AF9F5969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6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54AD60-265B-493C-8DDD-91C9340B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84D6A-62AC-F531-864F-05E69C8B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DB130-4D34-2364-7888-50028BA6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2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FA42-77BE-7191-CF7E-70609D52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975D-497E-F7B9-3725-10B3F4454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9E99C-01B2-75C7-9F3D-57E8E6B9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DF303-6E2B-58D1-A67C-82B998F8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88BDC-6C36-DA39-6082-3E53A11C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18EA1-0531-D949-8DE4-76C7B88F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9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8F3F-EBE8-C15F-6CEF-6095F582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E9FD3-4C57-B7AE-1B62-202836319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AA2EC-7552-A3E2-60D4-D8AAE1D99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AC7CE-0B67-3FC3-7190-E42A3773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BF32E-1708-7AD8-3EF1-8BEB99C3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6B7ED-2B8C-669B-EA72-907D3886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9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8956-7519-911F-29D7-40290F0F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73901-D421-D7FD-1432-556A73883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938E2-B363-B294-8FF5-DCE351A1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E07EC-459D-9A86-D086-E9F677FD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0FBF8-0271-5AC3-B242-525FD170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7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3E78C-BC45-9A02-E83A-7D1F5A02D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D2497-6A1F-8548-FE68-ECE8A110B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F4FE8-612A-19DB-7C26-092D9534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4CC5-B44E-F1D9-72F1-9DDDBB97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AE4F7-A04F-89A9-B025-1C14B2C6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5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A7ACB-322A-F72F-754F-92E708D4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61E3D-322E-4EE4-10D2-7F9FCB63E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D4185-BAFF-220C-FCF8-088A901DF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D289B-CA16-48C6-8923-50BD9FA1531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9CE5F-5470-E890-88C3-A65830675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65019-E7DF-679F-3762-82751250F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11BCC-3356-4A4C-A4FD-4EFDDB2E2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7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AB1B45-B90C-2143-43DD-4BDFC69743E5}"/>
              </a:ext>
            </a:extLst>
          </p:cNvPr>
          <p:cNvGrpSpPr/>
          <p:nvPr/>
        </p:nvGrpSpPr>
        <p:grpSpPr>
          <a:xfrm>
            <a:off x="3357736" y="1570786"/>
            <a:ext cx="5100464" cy="5757730"/>
            <a:chOff x="4063245" y="2517135"/>
            <a:chExt cx="3689446" cy="416488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9001DA9-22C6-ACAF-F852-28F79E2ED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78437" y="2517135"/>
              <a:ext cx="834502" cy="296712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4D657405-A7F1-15C2-66A8-2337A3B1D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63245" y="2756020"/>
              <a:ext cx="1122773" cy="3281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1A5DFD3-E3F8-F375-6C5E-A11494695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24630" y="2595454"/>
              <a:ext cx="1045201" cy="310116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" name="Graphic 155">
              <a:extLst>
                <a:ext uri="{FF2B5EF4-FFF2-40B4-BE49-F238E27FC236}">
                  <a16:creationId xmlns:a16="http://schemas.microsoft.com/office/drawing/2014/main" id="{17926FFE-AAB8-ADAC-4538-873121AB9665}"/>
                </a:ext>
              </a:extLst>
            </p:cNvPr>
            <p:cNvGrpSpPr/>
            <p:nvPr/>
          </p:nvGrpSpPr>
          <p:grpSpPr>
            <a:xfrm>
              <a:off x="4683034" y="3168455"/>
              <a:ext cx="1312041" cy="3467259"/>
              <a:chOff x="6912841" y="2528523"/>
              <a:chExt cx="1147942" cy="30336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93468E4-546B-742E-DD09-2939144750D9}"/>
                  </a:ext>
                </a:extLst>
              </p:cNvPr>
              <p:cNvSpPr/>
              <p:nvPr/>
            </p:nvSpPr>
            <p:spPr>
              <a:xfrm>
                <a:off x="7337074" y="2987772"/>
                <a:ext cx="256164" cy="962448"/>
              </a:xfrm>
              <a:custGeom>
                <a:avLst/>
                <a:gdLst>
                  <a:gd name="connsiteX0" fmla="*/ 38414 w 256164"/>
                  <a:gd name="connsiteY0" fmla="*/ 23056 h 962448"/>
                  <a:gd name="connsiteX1" fmla="*/ 0 w 256164"/>
                  <a:gd name="connsiteY1" fmla="*/ 69167 h 962448"/>
                  <a:gd name="connsiteX2" fmla="*/ 93924 w 256164"/>
                  <a:gd name="connsiteY2" fmla="*/ 939393 h 962448"/>
                  <a:gd name="connsiteX3" fmla="*/ 201542 w 256164"/>
                  <a:gd name="connsiteY3" fmla="*/ 962449 h 962448"/>
                  <a:gd name="connsiteX4" fmla="*/ 256164 w 256164"/>
                  <a:gd name="connsiteY4" fmla="*/ 44853 h 962448"/>
                  <a:gd name="connsiteX5" fmla="*/ 172898 w 256164"/>
                  <a:gd name="connsiteY5" fmla="*/ 0 h 962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164" h="962448">
                    <a:moveTo>
                      <a:pt x="38414" y="23056"/>
                    </a:moveTo>
                    <a:lnTo>
                      <a:pt x="0" y="69167"/>
                    </a:lnTo>
                    <a:lnTo>
                      <a:pt x="93924" y="939393"/>
                    </a:lnTo>
                    <a:lnTo>
                      <a:pt x="201542" y="962449"/>
                    </a:lnTo>
                    <a:lnTo>
                      <a:pt x="256164" y="44853"/>
                    </a:lnTo>
                    <a:lnTo>
                      <a:pt x="172898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3AB3A5F-ECB7-F163-2FEC-F6ABFA6041DF}"/>
                  </a:ext>
                </a:extLst>
              </p:cNvPr>
              <p:cNvSpPr/>
              <p:nvPr/>
            </p:nvSpPr>
            <p:spPr>
              <a:xfrm>
                <a:off x="7137302" y="5455714"/>
                <a:ext cx="272453" cy="99472"/>
              </a:xfrm>
              <a:custGeom>
                <a:avLst/>
                <a:gdLst>
                  <a:gd name="connsiteX0" fmla="*/ 26873 w 272453"/>
                  <a:gd name="connsiteY0" fmla="*/ 45445 h 99472"/>
                  <a:gd name="connsiteX1" fmla="*/ 14069 w 272453"/>
                  <a:gd name="connsiteY1" fmla="*/ 68501 h 99472"/>
                  <a:gd name="connsiteX2" fmla="*/ 1264 w 272453"/>
                  <a:gd name="connsiteY2" fmla="*/ 74903 h 99472"/>
                  <a:gd name="connsiteX3" fmla="*/ 3188 w 272453"/>
                  <a:gd name="connsiteY3" fmla="*/ 93480 h 99472"/>
                  <a:gd name="connsiteX4" fmla="*/ 122315 w 272453"/>
                  <a:gd name="connsiteY4" fmla="*/ 99254 h 99472"/>
                  <a:gd name="connsiteX5" fmla="*/ 199808 w 272453"/>
                  <a:gd name="connsiteY5" fmla="*/ 83230 h 99472"/>
                  <a:gd name="connsiteX6" fmla="*/ 212613 w 272453"/>
                  <a:gd name="connsiteY6" fmla="*/ 67871 h 99472"/>
                  <a:gd name="connsiteX7" fmla="*/ 235668 w 272453"/>
                  <a:gd name="connsiteY7" fmla="*/ 68501 h 99472"/>
                  <a:gd name="connsiteX8" fmla="*/ 272157 w 272453"/>
                  <a:gd name="connsiteY8" fmla="*/ 53772 h 99472"/>
                  <a:gd name="connsiteX9" fmla="*/ 272157 w 272453"/>
                  <a:gd name="connsiteY9" fmla="*/ 4478 h 99472"/>
                  <a:gd name="connsiteX10" fmla="*/ 255504 w 272453"/>
                  <a:gd name="connsiteY10" fmla="*/ 0 h 99472"/>
                  <a:gd name="connsiteX11" fmla="*/ 26873 w 272453"/>
                  <a:gd name="connsiteY11" fmla="*/ 45445 h 99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2453" h="99472">
                    <a:moveTo>
                      <a:pt x="26873" y="45445"/>
                    </a:moveTo>
                    <a:lnTo>
                      <a:pt x="14069" y="68501"/>
                    </a:lnTo>
                    <a:cubicBezTo>
                      <a:pt x="14069" y="68501"/>
                      <a:pt x="3188" y="69796"/>
                      <a:pt x="1264" y="74903"/>
                    </a:cubicBezTo>
                    <a:cubicBezTo>
                      <a:pt x="-660" y="80010"/>
                      <a:pt x="-660" y="90927"/>
                      <a:pt x="3188" y="93480"/>
                    </a:cubicBezTo>
                    <a:cubicBezTo>
                      <a:pt x="7037" y="96034"/>
                      <a:pt x="83235" y="100512"/>
                      <a:pt x="122315" y="99254"/>
                    </a:cubicBezTo>
                    <a:cubicBezTo>
                      <a:pt x="161395" y="97958"/>
                      <a:pt x="188928" y="89003"/>
                      <a:pt x="199808" y="83230"/>
                    </a:cubicBezTo>
                    <a:cubicBezTo>
                      <a:pt x="210688" y="77456"/>
                      <a:pt x="212613" y="67871"/>
                      <a:pt x="212613" y="67871"/>
                    </a:cubicBezTo>
                    <a:lnTo>
                      <a:pt x="235668" y="68501"/>
                    </a:lnTo>
                    <a:lnTo>
                      <a:pt x="272157" y="53772"/>
                    </a:lnTo>
                    <a:cubicBezTo>
                      <a:pt x="272157" y="53772"/>
                      <a:pt x="272823" y="8956"/>
                      <a:pt x="272157" y="4478"/>
                    </a:cubicBezTo>
                    <a:cubicBezTo>
                      <a:pt x="271528" y="0"/>
                      <a:pt x="255504" y="0"/>
                      <a:pt x="255504" y="0"/>
                    </a:cubicBezTo>
                    <a:lnTo>
                      <a:pt x="26873" y="45445"/>
                    </a:lnTo>
                    <a:close/>
                  </a:path>
                </a:pathLst>
              </a:custGeom>
              <a:solidFill>
                <a:srgbClr val="1012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91B268D-DD34-4AC4-90EE-54E601E8B936}"/>
                  </a:ext>
                </a:extLst>
              </p:cNvPr>
              <p:cNvSpPr/>
              <p:nvPr/>
            </p:nvSpPr>
            <p:spPr>
              <a:xfrm>
                <a:off x="7147838" y="5339770"/>
                <a:ext cx="260543" cy="192677"/>
              </a:xfrm>
              <a:custGeom>
                <a:avLst/>
                <a:gdLst>
                  <a:gd name="connsiteX0" fmla="*/ 89353 w 260543"/>
                  <a:gd name="connsiteY0" fmla="*/ 42928 h 192677"/>
                  <a:gd name="connsiteX1" fmla="*/ 76549 w 260543"/>
                  <a:gd name="connsiteY1" fmla="*/ 73015 h 192677"/>
                  <a:gd name="connsiteX2" fmla="*/ 40689 w 260543"/>
                  <a:gd name="connsiteY2" fmla="*/ 120422 h 192677"/>
                  <a:gd name="connsiteX3" fmla="*/ 2904 w 260543"/>
                  <a:gd name="connsiteY3" fmla="*/ 156282 h 192677"/>
                  <a:gd name="connsiteX4" fmla="*/ 980 w 260543"/>
                  <a:gd name="connsiteY4" fmla="*/ 185073 h 192677"/>
                  <a:gd name="connsiteX5" fmla="*/ 104711 w 260543"/>
                  <a:gd name="connsiteY5" fmla="*/ 190217 h 192677"/>
                  <a:gd name="connsiteX6" fmla="*/ 157225 w 260543"/>
                  <a:gd name="connsiteY6" fmla="*/ 190847 h 192677"/>
                  <a:gd name="connsiteX7" fmla="*/ 200782 w 260543"/>
                  <a:gd name="connsiteY7" fmla="*/ 167791 h 192677"/>
                  <a:gd name="connsiteX8" fmla="*/ 202706 w 260543"/>
                  <a:gd name="connsiteY8" fmla="*/ 138962 h 192677"/>
                  <a:gd name="connsiteX9" fmla="*/ 234089 w 260543"/>
                  <a:gd name="connsiteY9" fmla="*/ 126787 h 192677"/>
                  <a:gd name="connsiteX10" fmla="*/ 259069 w 260543"/>
                  <a:gd name="connsiteY10" fmla="*/ 114611 h 192677"/>
                  <a:gd name="connsiteX11" fmla="*/ 247522 w 260543"/>
                  <a:gd name="connsiteY11" fmla="*/ 30087 h 192677"/>
                  <a:gd name="connsiteX12" fmla="*/ 216140 w 260543"/>
                  <a:gd name="connsiteY12" fmla="*/ 0 h 192677"/>
                  <a:gd name="connsiteX13" fmla="*/ 89353 w 260543"/>
                  <a:gd name="connsiteY13" fmla="*/ 42928 h 192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0543" h="192677">
                    <a:moveTo>
                      <a:pt x="89353" y="42928"/>
                    </a:moveTo>
                    <a:cubicBezTo>
                      <a:pt x="89353" y="42928"/>
                      <a:pt x="82951" y="64689"/>
                      <a:pt x="76549" y="73015"/>
                    </a:cubicBezTo>
                    <a:cubicBezTo>
                      <a:pt x="70146" y="81342"/>
                      <a:pt x="47720" y="115907"/>
                      <a:pt x="40689" y="120422"/>
                    </a:cubicBezTo>
                    <a:cubicBezTo>
                      <a:pt x="33657" y="124900"/>
                      <a:pt x="8048" y="138999"/>
                      <a:pt x="2904" y="156282"/>
                    </a:cubicBezTo>
                    <a:cubicBezTo>
                      <a:pt x="-2203" y="173564"/>
                      <a:pt x="980" y="185073"/>
                      <a:pt x="980" y="185073"/>
                    </a:cubicBezTo>
                    <a:cubicBezTo>
                      <a:pt x="980" y="185073"/>
                      <a:pt x="95755" y="188922"/>
                      <a:pt x="104711" y="190217"/>
                    </a:cubicBezTo>
                    <a:cubicBezTo>
                      <a:pt x="113667" y="191476"/>
                      <a:pt x="141200" y="194695"/>
                      <a:pt x="157225" y="190847"/>
                    </a:cubicBezTo>
                    <a:cubicBezTo>
                      <a:pt x="173249" y="186998"/>
                      <a:pt x="195009" y="176747"/>
                      <a:pt x="200782" y="167791"/>
                    </a:cubicBezTo>
                    <a:cubicBezTo>
                      <a:pt x="206555" y="158835"/>
                      <a:pt x="199524" y="144106"/>
                      <a:pt x="202706" y="138962"/>
                    </a:cubicBezTo>
                    <a:cubicBezTo>
                      <a:pt x="205926" y="133855"/>
                      <a:pt x="221913" y="130636"/>
                      <a:pt x="234089" y="126787"/>
                    </a:cubicBezTo>
                    <a:cubicBezTo>
                      <a:pt x="246264" y="122938"/>
                      <a:pt x="255849" y="121680"/>
                      <a:pt x="259069" y="114611"/>
                    </a:cubicBezTo>
                    <a:cubicBezTo>
                      <a:pt x="262288" y="107580"/>
                      <a:pt x="260993" y="52513"/>
                      <a:pt x="247522" y="30087"/>
                    </a:cubicBezTo>
                    <a:cubicBezTo>
                      <a:pt x="234089" y="7661"/>
                      <a:pt x="216140" y="0"/>
                      <a:pt x="216140" y="0"/>
                    </a:cubicBezTo>
                    <a:lnTo>
                      <a:pt x="89353" y="42928"/>
                    </a:lnTo>
                    <a:close/>
                  </a:path>
                </a:pathLst>
              </a:custGeom>
              <a:solidFill>
                <a:srgbClr val="604331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650424D-97AB-2A4F-2F8B-242F41CA15FF}"/>
                  </a:ext>
                </a:extLst>
              </p:cNvPr>
              <p:cNvSpPr/>
              <p:nvPr/>
            </p:nvSpPr>
            <p:spPr>
              <a:xfrm>
                <a:off x="7602823" y="5447979"/>
                <a:ext cx="208758" cy="114146"/>
              </a:xfrm>
              <a:custGeom>
                <a:avLst/>
                <a:gdLst>
                  <a:gd name="connsiteX0" fmla="*/ 21131 w 208758"/>
                  <a:gd name="connsiteY0" fmla="*/ 0 h 114146"/>
                  <a:gd name="connsiteX1" fmla="*/ 5107 w 208758"/>
                  <a:gd name="connsiteY1" fmla="*/ 22426 h 114146"/>
                  <a:gd name="connsiteX2" fmla="*/ 629 w 208758"/>
                  <a:gd name="connsiteY2" fmla="*/ 28829 h 114146"/>
                  <a:gd name="connsiteX3" fmla="*/ 0 w 208758"/>
                  <a:gd name="connsiteY3" fmla="*/ 73645 h 114146"/>
                  <a:gd name="connsiteX4" fmla="*/ 13434 w 208758"/>
                  <a:gd name="connsiteY4" fmla="*/ 75569 h 114146"/>
                  <a:gd name="connsiteX5" fmla="*/ 30716 w 208758"/>
                  <a:gd name="connsiteY5" fmla="*/ 71091 h 114146"/>
                  <a:gd name="connsiteX6" fmla="*/ 23685 w 208758"/>
                  <a:gd name="connsiteY6" fmla="*/ 78159 h 114146"/>
                  <a:gd name="connsiteX7" fmla="*/ 12804 w 208758"/>
                  <a:gd name="connsiteY7" fmla="*/ 81342 h 114146"/>
                  <a:gd name="connsiteX8" fmla="*/ 7697 w 208758"/>
                  <a:gd name="connsiteY8" fmla="*/ 92888 h 114146"/>
                  <a:gd name="connsiteX9" fmla="*/ 24980 w 208758"/>
                  <a:gd name="connsiteY9" fmla="*/ 111466 h 114146"/>
                  <a:gd name="connsiteX10" fmla="*/ 188922 w 208758"/>
                  <a:gd name="connsiteY10" fmla="*/ 112761 h 114146"/>
                  <a:gd name="connsiteX11" fmla="*/ 208758 w 208758"/>
                  <a:gd name="connsiteY11" fmla="*/ 96108 h 114146"/>
                  <a:gd name="connsiteX12" fmla="*/ 204909 w 208758"/>
                  <a:gd name="connsiteY12" fmla="*/ 78825 h 114146"/>
                  <a:gd name="connsiteX13" fmla="*/ 188885 w 208758"/>
                  <a:gd name="connsiteY13" fmla="*/ 73052 h 114146"/>
                  <a:gd name="connsiteX14" fmla="*/ 21131 w 208758"/>
                  <a:gd name="connsiteY14" fmla="*/ 0 h 11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8758" h="114146">
                    <a:moveTo>
                      <a:pt x="21131" y="0"/>
                    </a:moveTo>
                    <a:lnTo>
                      <a:pt x="5107" y="22426"/>
                    </a:lnTo>
                    <a:cubicBezTo>
                      <a:pt x="5107" y="22426"/>
                      <a:pt x="629" y="20502"/>
                      <a:pt x="629" y="28829"/>
                    </a:cubicBezTo>
                    <a:cubicBezTo>
                      <a:pt x="629" y="37155"/>
                      <a:pt x="0" y="73645"/>
                      <a:pt x="0" y="73645"/>
                    </a:cubicBezTo>
                    <a:cubicBezTo>
                      <a:pt x="0" y="73645"/>
                      <a:pt x="9622" y="75569"/>
                      <a:pt x="13434" y="75569"/>
                    </a:cubicBezTo>
                    <a:cubicBezTo>
                      <a:pt x="17282" y="75569"/>
                      <a:pt x="30716" y="71091"/>
                      <a:pt x="30716" y="71091"/>
                    </a:cubicBezTo>
                    <a:lnTo>
                      <a:pt x="23685" y="78159"/>
                    </a:lnTo>
                    <a:cubicBezTo>
                      <a:pt x="23685" y="78159"/>
                      <a:pt x="15987" y="79455"/>
                      <a:pt x="12804" y="81342"/>
                    </a:cubicBezTo>
                    <a:cubicBezTo>
                      <a:pt x="9622" y="83266"/>
                      <a:pt x="7031" y="85820"/>
                      <a:pt x="7697" y="92888"/>
                    </a:cubicBezTo>
                    <a:cubicBezTo>
                      <a:pt x="8327" y="99920"/>
                      <a:pt x="15395" y="108875"/>
                      <a:pt x="24980" y="111466"/>
                    </a:cubicBezTo>
                    <a:cubicBezTo>
                      <a:pt x="34602" y="114019"/>
                      <a:pt x="172898" y="115315"/>
                      <a:pt x="188922" y="112761"/>
                    </a:cubicBezTo>
                    <a:cubicBezTo>
                      <a:pt x="204946" y="110208"/>
                      <a:pt x="208758" y="103139"/>
                      <a:pt x="208758" y="96108"/>
                    </a:cubicBezTo>
                    <a:cubicBezTo>
                      <a:pt x="208758" y="89077"/>
                      <a:pt x="208758" y="79455"/>
                      <a:pt x="204909" y="78825"/>
                    </a:cubicBezTo>
                    <a:cubicBezTo>
                      <a:pt x="201061" y="78196"/>
                      <a:pt x="188885" y="73052"/>
                      <a:pt x="188885" y="73052"/>
                    </a:cubicBezTo>
                    <a:lnTo>
                      <a:pt x="21131" y="0"/>
                    </a:lnTo>
                    <a:close/>
                  </a:path>
                </a:pathLst>
              </a:custGeom>
              <a:solidFill>
                <a:srgbClr val="1012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C1D8CD5-D6B5-65BA-EB7B-F9DA851D8D68}"/>
                  </a:ext>
                </a:extLst>
              </p:cNvPr>
              <p:cNvSpPr/>
              <p:nvPr/>
            </p:nvSpPr>
            <p:spPr>
              <a:xfrm>
                <a:off x="7602823" y="5384586"/>
                <a:ext cx="199067" cy="153691"/>
              </a:xfrm>
              <a:custGeom>
                <a:avLst/>
                <a:gdLst>
                  <a:gd name="connsiteX0" fmla="*/ 3220 w 199067"/>
                  <a:gd name="connsiteY0" fmla="*/ 12175 h 153691"/>
                  <a:gd name="connsiteX1" fmla="*/ 0 w 199067"/>
                  <a:gd name="connsiteY1" fmla="*/ 53142 h 153691"/>
                  <a:gd name="connsiteX2" fmla="*/ 2554 w 199067"/>
                  <a:gd name="connsiteY2" fmla="*/ 84525 h 153691"/>
                  <a:gd name="connsiteX3" fmla="*/ 11509 w 199067"/>
                  <a:gd name="connsiteY3" fmla="*/ 88373 h 153691"/>
                  <a:gd name="connsiteX4" fmla="*/ 13434 w 199067"/>
                  <a:gd name="connsiteY4" fmla="*/ 138962 h 153691"/>
                  <a:gd name="connsiteX5" fmla="*/ 29458 w 199067"/>
                  <a:gd name="connsiteY5" fmla="*/ 153691 h 153691"/>
                  <a:gd name="connsiteX6" fmla="*/ 73644 w 199067"/>
                  <a:gd name="connsiteY6" fmla="*/ 149213 h 153691"/>
                  <a:gd name="connsiteX7" fmla="*/ 169678 w 199067"/>
                  <a:gd name="connsiteY7" fmla="*/ 149842 h 153691"/>
                  <a:gd name="connsiteX8" fmla="*/ 198507 w 199067"/>
                  <a:gd name="connsiteY8" fmla="*/ 140887 h 153691"/>
                  <a:gd name="connsiteX9" fmla="*/ 192734 w 199067"/>
                  <a:gd name="connsiteY9" fmla="*/ 106951 h 153691"/>
                  <a:gd name="connsiteX10" fmla="*/ 160723 w 199067"/>
                  <a:gd name="connsiteY10" fmla="*/ 50589 h 153691"/>
                  <a:gd name="connsiteX11" fmla="*/ 149213 w 199067"/>
                  <a:gd name="connsiteY11" fmla="*/ 0 h 153691"/>
                  <a:gd name="connsiteX12" fmla="*/ 3220 w 199067"/>
                  <a:gd name="connsiteY12" fmla="*/ 12175 h 153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9067" h="153691">
                    <a:moveTo>
                      <a:pt x="3220" y="12175"/>
                    </a:moveTo>
                    <a:cubicBezTo>
                      <a:pt x="3220" y="12175"/>
                      <a:pt x="0" y="42928"/>
                      <a:pt x="0" y="53142"/>
                    </a:cubicBezTo>
                    <a:cubicBezTo>
                      <a:pt x="0" y="63393"/>
                      <a:pt x="0" y="80676"/>
                      <a:pt x="2554" y="84525"/>
                    </a:cubicBezTo>
                    <a:cubicBezTo>
                      <a:pt x="5107" y="88373"/>
                      <a:pt x="11509" y="85154"/>
                      <a:pt x="11509" y="88373"/>
                    </a:cubicBezTo>
                    <a:cubicBezTo>
                      <a:pt x="11509" y="91593"/>
                      <a:pt x="10880" y="127416"/>
                      <a:pt x="13434" y="138962"/>
                    </a:cubicBezTo>
                    <a:cubicBezTo>
                      <a:pt x="15987" y="150472"/>
                      <a:pt x="22389" y="153691"/>
                      <a:pt x="29458" y="153691"/>
                    </a:cubicBezTo>
                    <a:cubicBezTo>
                      <a:pt x="36489" y="153691"/>
                      <a:pt x="49960" y="149213"/>
                      <a:pt x="73644" y="149213"/>
                    </a:cubicBezTo>
                    <a:cubicBezTo>
                      <a:pt x="97329" y="149213"/>
                      <a:pt x="158798" y="149213"/>
                      <a:pt x="169678" y="149842"/>
                    </a:cubicBezTo>
                    <a:cubicBezTo>
                      <a:pt x="180559" y="150472"/>
                      <a:pt x="198507" y="146623"/>
                      <a:pt x="198507" y="140887"/>
                    </a:cubicBezTo>
                    <a:cubicBezTo>
                      <a:pt x="198507" y="135114"/>
                      <a:pt x="201727" y="119126"/>
                      <a:pt x="192734" y="106951"/>
                    </a:cubicBezTo>
                    <a:cubicBezTo>
                      <a:pt x="183778" y="94776"/>
                      <a:pt x="170307" y="69167"/>
                      <a:pt x="160723" y="50589"/>
                    </a:cubicBezTo>
                    <a:cubicBezTo>
                      <a:pt x="151138" y="32011"/>
                      <a:pt x="149213" y="0"/>
                      <a:pt x="149213" y="0"/>
                    </a:cubicBezTo>
                    <a:lnTo>
                      <a:pt x="3220" y="12175"/>
                    </a:lnTo>
                    <a:close/>
                  </a:path>
                </a:pathLst>
              </a:custGeom>
              <a:solidFill>
                <a:srgbClr val="604331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DB4498C-ED3A-5FEE-5098-48C9DFC02CFE}"/>
                  </a:ext>
                </a:extLst>
              </p:cNvPr>
              <p:cNvSpPr/>
              <p:nvPr/>
            </p:nvSpPr>
            <p:spPr>
              <a:xfrm>
                <a:off x="7161437" y="3853424"/>
                <a:ext cx="633081" cy="1572931"/>
              </a:xfrm>
              <a:custGeom>
                <a:avLst/>
                <a:gdLst>
                  <a:gd name="connsiteX0" fmla="*/ 0 w 633081"/>
                  <a:gd name="connsiteY0" fmla="*/ 307146 h 1572931"/>
                  <a:gd name="connsiteX1" fmla="*/ 23056 w 633081"/>
                  <a:gd name="connsiteY1" fmla="*/ 841161 h 1572931"/>
                  <a:gd name="connsiteX2" fmla="*/ 36489 w 633081"/>
                  <a:gd name="connsiteY2" fmla="*/ 1345719 h 1572931"/>
                  <a:gd name="connsiteX3" fmla="*/ 48665 w 633081"/>
                  <a:gd name="connsiteY3" fmla="*/ 1538675 h 1572931"/>
                  <a:gd name="connsiteX4" fmla="*/ 83636 w 633081"/>
                  <a:gd name="connsiteY4" fmla="*/ 1555513 h 1572931"/>
                  <a:gd name="connsiteX5" fmla="*/ 118645 w 633081"/>
                  <a:gd name="connsiteY5" fmla="*/ 1559325 h 1572931"/>
                  <a:gd name="connsiteX6" fmla="*/ 242953 w 633081"/>
                  <a:gd name="connsiteY6" fmla="*/ 1533494 h 1572931"/>
                  <a:gd name="connsiteX7" fmla="*/ 249355 w 633081"/>
                  <a:gd name="connsiteY7" fmla="*/ 1478427 h 1572931"/>
                  <a:gd name="connsiteX8" fmla="*/ 251613 w 633081"/>
                  <a:gd name="connsiteY8" fmla="*/ 1288098 h 1572931"/>
                  <a:gd name="connsiteX9" fmla="*/ 290248 w 633081"/>
                  <a:gd name="connsiteY9" fmla="*/ 723034 h 1572931"/>
                  <a:gd name="connsiteX10" fmla="*/ 321630 w 633081"/>
                  <a:gd name="connsiteY10" fmla="*/ 438078 h 1572931"/>
                  <a:gd name="connsiteX11" fmla="*/ 372219 w 633081"/>
                  <a:gd name="connsiteY11" fmla="*/ 876503 h 1572931"/>
                  <a:gd name="connsiteX12" fmla="*/ 411299 w 633081"/>
                  <a:gd name="connsiteY12" fmla="*/ 1408853 h 1572931"/>
                  <a:gd name="connsiteX13" fmla="*/ 417701 w 633081"/>
                  <a:gd name="connsiteY13" fmla="*/ 1504887 h 1572931"/>
                  <a:gd name="connsiteX14" fmla="*/ 433429 w 633081"/>
                  <a:gd name="connsiteY14" fmla="*/ 1564543 h 1572931"/>
                  <a:gd name="connsiteX15" fmla="*/ 515030 w 633081"/>
                  <a:gd name="connsiteY15" fmla="*/ 1570205 h 1572931"/>
                  <a:gd name="connsiteX16" fmla="*/ 564953 w 633081"/>
                  <a:gd name="connsiteY16" fmla="*/ 1568910 h 1572931"/>
                  <a:gd name="connsiteX17" fmla="*/ 609769 w 633081"/>
                  <a:gd name="connsiteY17" fmla="*/ 1548407 h 1572931"/>
                  <a:gd name="connsiteX18" fmla="*/ 613618 w 633081"/>
                  <a:gd name="connsiteY18" fmla="*/ 1458776 h 1572931"/>
                  <a:gd name="connsiteX19" fmla="*/ 631529 w 633081"/>
                  <a:gd name="connsiteY19" fmla="*/ 977237 h 1572931"/>
                  <a:gd name="connsiteX20" fmla="*/ 632825 w 633081"/>
                  <a:gd name="connsiteY20" fmla="*/ 585330 h 1572931"/>
                  <a:gd name="connsiteX21" fmla="*/ 623869 w 633081"/>
                  <a:gd name="connsiteY21" fmla="*/ 130695 h 1572931"/>
                  <a:gd name="connsiteX22" fmla="*/ 410004 w 633081"/>
                  <a:gd name="connsiteY22" fmla="*/ 6462 h 1572931"/>
                  <a:gd name="connsiteX23" fmla="*/ 205094 w 633081"/>
                  <a:gd name="connsiteY23" fmla="*/ 6462 h 1572931"/>
                  <a:gd name="connsiteX24" fmla="*/ 0 w 633081"/>
                  <a:gd name="connsiteY24" fmla="*/ 307146 h 1572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33081" h="1572931">
                    <a:moveTo>
                      <a:pt x="0" y="307146"/>
                    </a:moveTo>
                    <a:cubicBezTo>
                      <a:pt x="0" y="307146"/>
                      <a:pt x="17282" y="725920"/>
                      <a:pt x="23056" y="841161"/>
                    </a:cubicBezTo>
                    <a:cubicBezTo>
                      <a:pt x="28829" y="956402"/>
                      <a:pt x="34528" y="1290023"/>
                      <a:pt x="36489" y="1345719"/>
                    </a:cubicBezTo>
                    <a:cubicBezTo>
                      <a:pt x="37969" y="1387722"/>
                      <a:pt x="47369" y="1529682"/>
                      <a:pt x="48665" y="1538675"/>
                    </a:cubicBezTo>
                    <a:cubicBezTo>
                      <a:pt x="49960" y="1547630"/>
                      <a:pt x="74681" y="1550406"/>
                      <a:pt x="83636" y="1555513"/>
                    </a:cubicBezTo>
                    <a:cubicBezTo>
                      <a:pt x="92592" y="1560657"/>
                      <a:pt x="112243" y="1560620"/>
                      <a:pt x="118645" y="1559325"/>
                    </a:cubicBezTo>
                    <a:cubicBezTo>
                      <a:pt x="125048" y="1558066"/>
                      <a:pt x="236551" y="1548852"/>
                      <a:pt x="242953" y="1533494"/>
                    </a:cubicBezTo>
                    <a:cubicBezTo>
                      <a:pt x="249355" y="1518135"/>
                      <a:pt x="248060" y="1506589"/>
                      <a:pt x="249355" y="1478427"/>
                    </a:cubicBezTo>
                    <a:cubicBezTo>
                      <a:pt x="250650" y="1450264"/>
                      <a:pt x="250058" y="1317630"/>
                      <a:pt x="251613" y="1288098"/>
                    </a:cubicBezTo>
                    <a:cubicBezTo>
                      <a:pt x="253537" y="1251609"/>
                      <a:pt x="283846" y="787094"/>
                      <a:pt x="290248" y="723034"/>
                    </a:cubicBezTo>
                    <a:cubicBezTo>
                      <a:pt x="296650" y="659011"/>
                      <a:pt x="321630" y="438078"/>
                      <a:pt x="321630" y="438078"/>
                    </a:cubicBezTo>
                    <a:cubicBezTo>
                      <a:pt x="321630" y="438078"/>
                      <a:pt x="369481" y="822657"/>
                      <a:pt x="372219" y="876503"/>
                    </a:cubicBezTo>
                    <a:cubicBezTo>
                      <a:pt x="376253" y="956254"/>
                      <a:pt x="410004" y="1361447"/>
                      <a:pt x="411299" y="1408853"/>
                    </a:cubicBezTo>
                    <a:cubicBezTo>
                      <a:pt x="412557" y="1456222"/>
                      <a:pt x="415148" y="1489529"/>
                      <a:pt x="417701" y="1504887"/>
                    </a:cubicBezTo>
                    <a:cubicBezTo>
                      <a:pt x="420255" y="1520245"/>
                      <a:pt x="424622" y="1562359"/>
                      <a:pt x="433429" y="1564543"/>
                    </a:cubicBezTo>
                    <a:cubicBezTo>
                      <a:pt x="448972" y="1568428"/>
                      <a:pt x="499672" y="1567614"/>
                      <a:pt x="515030" y="1570205"/>
                    </a:cubicBezTo>
                    <a:cubicBezTo>
                      <a:pt x="530388" y="1572758"/>
                      <a:pt x="541935" y="1575312"/>
                      <a:pt x="564953" y="1568910"/>
                    </a:cubicBezTo>
                    <a:cubicBezTo>
                      <a:pt x="588009" y="1562507"/>
                      <a:pt x="607216" y="1552256"/>
                      <a:pt x="609769" y="1548407"/>
                    </a:cubicBezTo>
                    <a:cubicBezTo>
                      <a:pt x="612323" y="1544559"/>
                      <a:pt x="612323" y="1484385"/>
                      <a:pt x="613618" y="1458776"/>
                    </a:cubicBezTo>
                    <a:cubicBezTo>
                      <a:pt x="614876" y="1433167"/>
                      <a:pt x="632825" y="1046404"/>
                      <a:pt x="631529" y="977237"/>
                    </a:cubicBezTo>
                    <a:cubicBezTo>
                      <a:pt x="630234" y="908070"/>
                      <a:pt x="634083" y="645541"/>
                      <a:pt x="632825" y="585330"/>
                    </a:cubicBezTo>
                    <a:cubicBezTo>
                      <a:pt x="631529" y="525156"/>
                      <a:pt x="623869" y="130695"/>
                      <a:pt x="623869" y="130695"/>
                    </a:cubicBezTo>
                    <a:cubicBezTo>
                      <a:pt x="623869" y="130695"/>
                      <a:pt x="506260" y="-34246"/>
                      <a:pt x="410004" y="6462"/>
                    </a:cubicBezTo>
                    <a:cubicBezTo>
                      <a:pt x="343391" y="34624"/>
                      <a:pt x="205094" y="6462"/>
                      <a:pt x="205094" y="6462"/>
                    </a:cubicBezTo>
                    <a:lnTo>
                      <a:pt x="0" y="307146"/>
                    </a:lnTo>
                    <a:close/>
                  </a:path>
                </a:pathLst>
              </a:custGeom>
              <a:solidFill>
                <a:srgbClr val="1F1F23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F4AC2A9-D34D-E786-D142-750AAC38EEFF}"/>
                  </a:ext>
                </a:extLst>
              </p:cNvPr>
              <p:cNvSpPr/>
              <p:nvPr/>
            </p:nvSpPr>
            <p:spPr>
              <a:xfrm>
                <a:off x="7406277" y="2994248"/>
                <a:ext cx="130085" cy="790142"/>
              </a:xfrm>
              <a:custGeom>
                <a:avLst/>
                <a:gdLst>
                  <a:gd name="connsiteX0" fmla="*/ 8919 w 130085"/>
                  <a:gd name="connsiteY0" fmla="*/ 80639 h 790142"/>
                  <a:gd name="connsiteX1" fmla="*/ 46074 w 130085"/>
                  <a:gd name="connsiteY1" fmla="*/ 117794 h 790142"/>
                  <a:gd name="connsiteX2" fmla="*/ 34565 w 130085"/>
                  <a:gd name="connsiteY2" fmla="*/ 151101 h 790142"/>
                  <a:gd name="connsiteX3" fmla="*/ 0 w 130085"/>
                  <a:gd name="connsiteY3" fmla="*/ 286844 h 790142"/>
                  <a:gd name="connsiteX4" fmla="*/ 25609 w 130085"/>
                  <a:gd name="connsiteY4" fmla="*/ 755578 h 790142"/>
                  <a:gd name="connsiteX5" fmla="*/ 66613 w 130085"/>
                  <a:gd name="connsiteY5" fmla="*/ 790143 h 790142"/>
                  <a:gd name="connsiteX6" fmla="*/ 129377 w 130085"/>
                  <a:gd name="connsiteY6" fmla="*/ 751729 h 790142"/>
                  <a:gd name="connsiteX7" fmla="*/ 122975 w 130085"/>
                  <a:gd name="connsiteY7" fmla="*/ 244581 h 790142"/>
                  <a:gd name="connsiteX8" fmla="*/ 99920 w 130085"/>
                  <a:gd name="connsiteY8" fmla="*/ 157503 h 790142"/>
                  <a:gd name="connsiteX9" fmla="*/ 81971 w 130085"/>
                  <a:gd name="connsiteY9" fmla="*/ 122938 h 790142"/>
                  <a:gd name="connsiteX10" fmla="*/ 121680 w 130085"/>
                  <a:gd name="connsiteY10" fmla="*/ 78122 h 790142"/>
                  <a:gd name="connsiteX11" fmla="*/ 88373 w 130085"/>
                  <a:gd name="connsiteY11" fmla="*/ 3849 h 790142"/>
                  <a:gd name="connsiteX12" fmla="*/ 38414 w 130085"/>
                  <a:gd name="connsiteY12" fmla="*/ 0 h 790142"/>
                  <a:gd name="connsiteX13" fmla="*/ 8919 w 130085"/>
                  <a:gd name="connsiteY13" fmla="*/ 80639 h 790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085" h="790142">
                    <a:moveTo>
                      <a:pt x="8919" y="80639"/>
                    </a:moveTo>
                    <a:cubicBezTo>
                      <a:pt x="8919" y="80639"/>
                      <a:pt x="42225" y="115204"/>
                      <a:pt x="46074" y="117794"/>
                    </a:cubicBezTo>
                    <a:cubicBezTo>
                      <a:pt x="49923" y="120348"/>
                      <a:pt x="43632" y="135003"/>
                      <a:pt x="34565" y="151101"/>
                    </a:cubicBezTo>
                    <a:cubicBezTo>
                      <a:pt x="17912" y="180559"/>
                      <a:pt x="0" y="226670"/>
                      <a:pt x="0" y="286844"/>
                    </a:cubicBezTo>
                    <a:cubicBezTo>
                      <a:pt x="0" y="347054"/>
                      <a:pt x="25609" y="755578"/>
                      <a:pt x="25609" y="755578"/>
                    </a:cubicBezTo>
                    <a:lnTo>
                      <a:pt x="66613" y="790143"/>
                    </a:lnTo>
                    <a:lnTo>
                      <a:pt x="129377" y="751729"/>
                    </a:lnTo>
                    <a:cubicBezTo>
                      <a:pt x="129377" y="751729"/>
                      <a:pt x="133226" y="288102"/>
                      <a:pt x="122975" y="244581"/>
                    </a:cubicBezTo>
                    <a:cubicBezTo>
                      <a:pt x="112724" y="201024"/>
                      <a:pt x="114019" y="189514"/>
                      <a:pt x="99920" y="157503"/>
                    </a:cubicBezTo>
                    <a:cubicBezTo>
                      <a:pt x="88151" y="130747"/>
                      <a:pt x="81971" y="122938"/>
                      <a:pt x="81971" y="122938"/>
                    </a:cubicBezTo>
                    <a:lnTo>
                      <a:pt x="121680" y="78122"/>
                    </a:lnTo>
                    <a:lnTo>
                      <a:pt x="88373" y="3849"/>
                    </a:lnTo>
                    <a:lnTo>
                      <a:pt x="38414" y="0"/>
                    </a:lnTo>
                    <a:lnTo>
                      <a:pt x="8919" y="80639"/>
                    </a:lnTo>
                    <a:close/>
                  </a:path>
                </a:pathLst>
              </a:custGeom>
              <a:solidFill>
                <a:schemeClr val="tx1"/>
              </a:solidFill>
              <a:ln w="3691" cap="flat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F9534E0-490C-5886-9F04-667FCA1B88DD}"/>
                  </a:ext>
                </a:extLst>
              </p:cNvPr>
              <p:cNvSpPr/>
              <p:nvPr/>
            </p:nvSpPr>
            <p:spPr>
              <a:xfrm>
                <a:off x="7365034" y="2933668"/>
                <a:ext cx="223999" cy="205267"/>
              </a:xfrm>
              <a:custGeom>
                <a:avLst/>
                <a:gdLst>
                  <a:gd name="connsiteX0" fmla="*/ 14302 w 223999"/>
                  <a:gd name="connsiteY0" fmla="*/ 20834 h 205267"/>
                  <a:gd name="connsiteX1" fmla="*/ 203 w 223999"/>
                  <a:gd name="connsiteY1" fmla="*/ 52845 h 205267"/>
                  <a:gd name="connsiteX2" fmla="*/ 9158 w 223999"/>
                  <a:gd name="connsiteY2" fmla="*/ 134816 h 205267"/>
                  <a:gd name="connsiteX3" fmla="*/ 34767 w 223999"/>
                  <a:gd name="connsiteY3" fmla="*/ 205241 h 205267"/>
                  <a:gd name="connsiteX4" fmla="*/ 70627 w 223999"/>
                  <a:gd name="connsiteY4" fmla="*/ 143772 h 205267"/>
                  <a:gd name="connsiteX5" fmla="*/ 100085 w 223999"/>
                  <a:gd name="connsiteY5" fmla="*/ 115610 h 205267"/>
                  <a:gd name="connsiteX6" fmla="*/ 101343 w 223999"/>
                  <a:gd name="connsiteY6" fmla="*/ 93849 h 205267"/>
                  <a:gd name="connsiteX7" fmla="*/ 111594 w 223999"/>
                  <a:gd name="connsiteY7" fmla="*/ 115610 h 205267"/>
                  <a:gd name="connsiteX8" fmla="*/ 144901 w 223999"/>
                  <a:gd name="connsiteY8" fmla="*/ 146363 h 205267"/>
                  <a:gd name="connsiteX9" fmla="*/ 183315 w 223999"/>
                  <a:gd name="connsiteY9" fmla="*/ 200134 h 205267"/>
                  <a:gd name="connsiteX10" fmla="*/ 223430 w 223999"/>
                  <a:gd name="connsiteY10" fmla="*/ 81008 h 205267"/>
                  <a:gd name="connsiteX11" fmla="*/ 203780 w 223999"/>
                  <a:gd name="connsiteY11" fmla="*/ 2885 h 205267"/>
                  <a:gd name="connsiteX12" fmla="*/ 14302 w 223999"/>
                  <a:gd name="connsiteY12" fmla="*/ 20834 h 205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3999" h="205267">
                    <a:moveTo>
                      <a:pt x="14302" y="20834"/>
                    </a:moveTo>
                    <a:cubicBezTo>
                      <a:pt x="14302" y="20834"/>
                      <a:pt x="1498" y="37487"/>
                      <a:pt x="203" y="52845"/>
                    </a:cubicBezTo>
                    <a:cubicBezTo>
                      <a:pt x="-1093" y="68203"/>
                      <a:pt x="4051" y="107912"/>
                      <a:pt x="9158" y="134816"/>
                    </a:cubicBezTo>
                    <a:cubicBezTo>
                      <a:pt x="14265" y="161721"/>
                      <a:pt x="30919" y="203983"/>
                      <a:pt x="34767" y="205241"/>
                    </a:cubicBezTo>
                    <a:cubicBezTo>
                      <a:pt x="38616" y="206536"/>
                      <a:pt x="57823" y="160425"/>
                      <a:pt x="70627" y="143772"/>
                    </a:cubicBezTo>
                    <a:cubicBezTo>
                      <a:pt x="83432" y="127119"/>
                      <a:pt x="100085" y="115610"/>
                      <a:pt x="100085" y="115610"/>
                    </a:cubicBezTo>
                    <a:lnTo>
                      <a:pt x="101343" y="93849"/>
                    </a:lnTo>
                    <a:lnTo>
                      <a:pt x="111594" y="115610"/>
                    </a:lnTo>
                    <a:cubicBezTo>
                      <a:pt x="111594" y="115610"/>
                      <a:pt x="130801" y="125861"/>
                      <a:pt x="144901" y="146363"/>
                    </a:cubicBezTo>
                    <a:cubicBezTo>
                      <a:pt x="159001" y="166865"/>
                      <a:pt x="169252" y="179669"/>
                      <a:pt x="183315" y="200134"/>
                    </a:cubicBezTo>
                    <a:cubicBezTo>
                      <a:pt x="188422" y="198839"/>
                      <a:pt x="220877" y="122012"/>
                      <a:pt x="223430" y="81008"/>
                    </a:cubicBezTo>
                    <a:cubicBezTo>
                      <a:pt x="225984" y="40041"/>
                      <a:pt x="220026" y="18687"/>
                      <a:pt x="203780" y="2885"/>
                    </a:cubicBezTo>
                    <a:cubicBezTo>
                      <a:pt x="191382" y="-9253"/>
                      <a:pt x="14302" y="20834"/>
                      <a:pt x="14302" y="2083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F6CEC69-1B49-AD53-47BF-A5BE6483D8F3}"/>
                  </a:ext>
                </a:extLst>
              </p:cNvPr>
              <p:cNvSpPr/>
              <p:nvPr/>
            </p:nvSpPr>
            <p:spPr>
              <a:xfrm>
                <a:off x="7113615" y="3018525"/>
                <a:ext cx="343018" cy="1511591"/>
              </a:xfrm>
              <a:custGeom>
                <a:avLst/>
                <a:gdLst>
                  <a:gd name="connsiteX0" fmla="*/ 211950 w 343018"/>
                  <a:gd name="connsiteY0" fmla="*/ 0 h 1511591"/>
                  <a:gd name="connsiteX1" fmla="*/ 115879 w 343018"/>
                  <a:gd name="connsiteY1" fmla="*/ 39709 h 1511591"/>
                  <a:gd name="connsiteX2" fmla="*/ 15996 w 343018"/>
                  <a:gd name="connsiteY2" fmla="*/ 73015 h 1511591"/>
                  <a:gd name="connsiteX3" fmla="*/ 638 w 343018"/>
                  <a:gd name="connsiteY3" fmla="*/ 111429 h 1511591"/>
                  <a:gd name="connsiteX4" fmla="*/ 3192 w 343018"/>
                  <a:gd name="connsiteY4" fmla="*/ 198507 h 1511591"/>
                  <a:gd name="connsiteX5" fmla="*/ 10889 w 343018"/>
                  <a:gd name="connsiteY5" fmla="*/ 295836 h 1511591"/>
                  <a:gd name="connsiteX6" fmla="*/ 35240 w 343018"/>
                  <a:gd name="connsiteY6" fmla="*/ 395719 h 1511591"/>
                  <a:gd name="connsiteX7" fmla="*/ 48045 w 343018"/>
                  <a:gd name="connsiteY7" fmla="*/ 475137 h 1511591"/>
                  <a:gd name="connsiteX8" fmla="*/ 37793 w 343018"/>
                  <a:gd name="connsiteY8" fmla="*/ 641632 h 1511591"/>
                  <a:gd name="connsiteX9" fmla="*/ 26728 w 343018"/>
                  <a:gd name="connsiteY9" fmla="*/ 777079 h 1511591"/>
                  <a:gd name="connsiteX10" fmla="*/ 13295 w 343018"/>
                  <a:gd name="connsiteY10" fmla="*/ 1095971 h 1511591"/>
                  <a:gd name="connsiteX11" fmla="*/ 9668 w 343018"/>
                  <a:gd name="connsiteY11" fmla="*/ 1376745 h 1511591"/>
                  <a:gd name="connsiteX12" fmla="*/ 13517 w 343018"/>
                  <a:gd name="connsiteY12" fmla="*/ 1462565 h 1511591"/>
                  <a:gd name="connsiteX13" fmla="*/ 156957 w 343018"/>
                  <a:gd name="connsiteY13" fmla="*/ 1504827 h 1511591"/>
                  <a:gd name="connsiteX14" fmla="*/ 313202 w 343018"/>
                  <a:gd name="connsiteY14" fmla="*/ 1504827 h 1511591"/>
                  <a:gd name="connsiteX15" fmla="*/ 329855 w 343018"/>
                  <a:gd name="connsiteY15" fmla="*/ 996384 h 1511591"/>
                  <a:gd name="connsiteX16" fmla="*/ 340106 w 343018"/>
                  <a:gd name="connsiteY16" fmla="*/ 499487 h 1511591"/>
                  <a:gd name="connsiteX17" fmla="*/ 285446 w 343018"/>
                  <a:gd name="connsiteY17" fmla="*/ 216456 h 1511591"/>
                  <a:gd name="connsiteX18" fmla="*/ 211950 w 343018"/>
                  <a:gd name="connsiteY18" fmla="*/ 0 h 151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3018" h="1511591">
                    <a:moveTo>
                      <a:pt x="211950" y="0"/>
                    </a:moveTo>
                    <a:cubicBezTo>
                      <a:pt x="211950" y="0"/>
                      <a:pt x="153034" y="29458"/>
                      <a:pt x="115879" y="39709"/>
                    </a:cubicBezTo>
                    <a:cubicBezTo>
                      <a:pt x="78724" y="49960"/>
                      <a:pt x="28801" y="67871"/>
                      <a:pt x="15996" y="73015"/>
                    </a:cubicBezTo>
                    <a:cubicBezTo>
                      <a:pt x="3192" y="78122"/>
                      <a:pt x="-1915" y="93517"/>
                      <a:pt x="638" y="111429"/>
                    </a:cubicBezTo>
                    <a:cubicBezTo>
                      <a:pt x="3192" y="129341"/>
                      <a:pt x="5745" y="179300"/>
                      <a:pt x="3192" y="198507"/>
                    </a:cubicBezTo>
                    <a:cubicBezTo>
                      <a:pt x="638" y="217714"/>
                      <a:pt x="7929" y="279035"/>
                      <a:pt x="10889" y="295836"/>
                    </a:cubicBezTo>
                    <a:cubicBezTo>
                      <a:pt x="25618" y="379325"/>
                      <a:pt x="37905" y="398754"/>
                      <a:pt x="35240" y="395719"/>
                    </a:cubicBezTo>
                    <a:cubicBezTo>
                      <a:pt x="42901" y="429025"/>
                      <a:pt x="47563" y="455930"/>
                      <a:pt x="48045" y="475137"/>
                    </a:cubicBezTo>
                    <a:cubicBezTo>
                      <a:pt x="49340" y="525096"/>
                      <a:pt x="33945" y="587824"/>
                      <a:pt x="37793" y="641632"/>
                    </a:cubicBezTo>
                    <a:cubicBezTo>
                      <a:pt x="41383" y="691592"/>
                      <a:pt x="29282" y="729710"/>
                      <a:pt x="26728" y="777079"/>
                    </a:cubicBezTo>
                    <a:cubicBezTo>
                      <a:pt x="24175" y="824448"/>
                      <a:pt x="16921" y="988687"/>
                      <a:pt x="13295" y="1095971"/>
                    </a:cubicBezTo>
                    <a:cubicBezTo>
                      <a:pt x="11814" y="1139565"/>
                      <a:pt x="9668" y="1333225"/>
                      <a:pt x="9668" y="1376745"/>
                    </a:cubicBezTo>
                    <a:cubicBezTo>
                      <a:pt x="9668" y="1420303"/>
                      <a:pt x="8373" y="1454868"/>
                      <a:pt x="13517" y="1462565"/>
                    </a:cubicBezTo>
                    <a:cubicBezTo>
                      <a:pt x="18624" y="1470263"/>
                      <a:pt x="34019" y="1494576"/>
                      <a:pt x="156957" y="1504827"/>
                    </a:cubicBezTo>
                    <a:cubicBezTo>
                      <a:pt x="279895" y="1515078"/>
                      <a:pt x="313202" y="1512525"/>
                      <a:pt x="313202" y="1504827"/>
                    </a:cubicBezTo>
                    <a:cubicBezTo>
                      <a:pt x="313202" y="1497130"/>
                      <a:pt x="329855" y="1052746"/>
                      <a:pt x="329855" y="996384"/>
                    </a:cubicBezTo>
                    <a:cubicBezTo>
                      <a:pt x="329855" y="940022"/>
                      <a:pt x="350468" y="577573"/>
                      <a:pt x="340106" y="499487"/>
                    </a:cubicBezTo>
                    <a:cubicBezTo>
                      <a:pt x="328153" y="409412"/>
                      <a:pt x="285446" y="216456"/>
                      <a:pt x="285446" y="216456"/>
                    </a:cubicBezTo>
                    <a:lnTo>
                      <a:pt x="211950" y="0"/>
                    </a:lnTo>
                    <a:close/>
                  </a:path>
                </a:pathLst>
              </a:custGeom>
              <a:solidFill>
                <a:srgbClr val="DCE7F1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DA2B0E2-AB33-7293-867F-3DBD27796DCF}"/>
                  </a:ext>
                </a:extLst>
              </p:cNvPr>
              <p:cNvSpPr/>
              <p:nvPr/>
            </p:nvSpPr>
            <p:spPr>
              <a:xfrm>
                <a:off x="7490370" y="2989030"/>
                <a:ext cx="357696" cy="1534752"/>
              </a:xfrm>
              <a:custGeom>
                <a:avLst/>
                <a:gdLst>
                  <a:gd name="connsiteX0" fmla="*/ 65713 w 357696"/>
                  <a:gd name="connsiteY0" fmla="*/ 260013 h 1534752"/>
                  <a:gd name="connsiteX1" fmla="*/ 395 w 357696"/>
                  <a:gd name="connsiteY1" fmla="*/ 413704 h 1534752"/>
                  <a:gd name="connsiteX2" fmla="*/ 395 w 357696"/>
                  <a:gd name="connsiteY2" fmla="*/ 503336 h 1534752"/>
                  <a:gd name="connsiteX3" fmla="*/ 11904 w 357696"/>
                  <a:gd name="connsiteY3" fmla="*/ 664688 h 1534752"/>
                  <a:gd name="connsiteX4" fmla="*/ 34960 w 357696"/>
                  <a:gd name="connsiteY4" fmla="*/ 1267907 h 1534752"/>
                  <a:gd name="connsiteX5" fmla="*/ 37513 w 357696"/>
                  <a:gd name="connsiteY5" fmla="*/ 1530436 h 1534752"/>
                  <a:gd name="connsiteX6" fmla="*/ 205267 w 357696"/>
                  <a:gd name="connsiteY6" fmla="*/ 1526588 h 1534752"/>
                  <a:gd name="connsiteX7" fmla="*/ 323098 w 357696"/>
                  <a:gd name="connsiteY7" fmla="*/ 1486879 h 1534752"/>
                  <a:gd name="connsiteX8" fmla="*/ 326947 w 357696"/>
                  <a:gd name="connsiteY8" fmla="*/ 1046307 h 1534752"/>
                  <a:gd name="connsiteX9" fmla="*/ 319250 w 357696"/>
                  <a:gd name="connsiteY9" fmla="*/ 836291 h 1534752"/>
                  <a:gd name="connsiteX10" fmla="*/ 311552 w 357696"/>
                  <a:gd name="connsiteY10" fmla="*/ 645481 h 1534752"/>
                  <a:gd name="connsiteX11" fmla="*/ 321803 w 357696"/>
                  <a:gd name="connsiteY11" fmla="*/ 512292 h 1534752"/>
                  <a:gd name="connsiteX12" fmla="*/ 321803 w 357696"/>
                  <a:gd name="connsiteY12" fmla="*/ 297132 h 1534752"/>
                  <a:gd name="connsiteX13" fmla="*/ 357663 w 357696"/>
                  <a:gd name="connsiteY13" fmla="*/ 106322 h 1534752"/>
                  <a:gd name="connsiteX14" fmla="*/ 293640 w 357696"/>
                  <a:gd name="connsiteY14" fmla="*/ 69167 h 1534752"/>
                  <a:gd name="connsiteX15" fmla="*/ 120742 w 357696"/>
                  <a:gd name="connsiteY15" fmla="*/ 0 h 1534752"/>
                  <a:gd name="connsiteX16" fmla="*/ 65713 w 357696"/>
                  <a:gd name="connsiteY16" fmla="*/ 260013 h 1534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57696" h="1534752">
                    <a:moveTo>
                      <a:pt x="65713" y="260013"/>
                    </a:moveTo>
                    <a:cubicBezTo>
                      <a:pt x="65713" y="260013"/>
                      <a:pt x="395" y="399605"/>
                      <a:pt x="395" y="413704"/>
                    </a:cubicBezTo>
                    <a:cubicBezTo>
                      <a:pt x="395" y="427804"/>
                      <a:pt x="-493" y="479022"/>
                      <a:pt x="395" y="503336"/>
                    </a:cubicBezTo>
                    <a:cubicBezTo>
                      <a:pt x="1690" y="537901"/>
                      <a:pt x="10646" y="628828"/>
                      <a:pt x="11904" y="664688"/>
                    </a:cubicBezTo>
                    <a:cubicBezTo>
                      <a:pt x="13199" y="700548"/>
                      <a:pt x="34960" y="1208991"/>
                      <a:pt x="34960" y="1267907"/>
                    </a:cubicBezTo>
                    <a:cubicBezTo>
                      <a:pt x="34960" y="1326822"/>
                      <a:pt x="36255" y="1525329"/>
                      <a:pt x="37513" y="1530436"/>
                    </a:cubicBezTo>
                    <a:cubicBezTo>
                      <a:pt x="38771" y="1535543"/>
                      <a:pt x="136137" y="1538097"/>
                      <a:pt x="205267" y="1526588"/>
                    </a:cubicBezTo>
                    <a:cubicBezTo>
                      <a:pt x="274434" y="1515078"/>
                      <a:pt x="321803" y="1502274"/>
                      <a:pt x="323098" y="1486879"/>
                    </a:cubicBezTo>
                    <a:cubicBezTo>
                      <a:pt x="324393" y="1471521"/>
                      <a:pt x="326947" y="1091160"/>
                      <a:pt x="326947" y="1046307"/>
                    </a:cubicBezTo>
                    <a:cubicBezTo>
                      <a:pt x="326947" y="1001454"/>
                      <a:pt x="324393" y="864453"/>
                      <a:pt x="319250" y="836291"/>
                    </a:cubicBezTo>
                    <a:cubicBezTo>
                      <a:pt x="314143" y="808128"/>
                      <a:pt x="311552" y="658286"/>
                      <a:pt x="311552" y="645481"/>
                    </a:cubicBezTo>
                    <a:cubicBezTo>
                      <a:pt x="311552" y="632677"/>
                      <a:pt x="321803" y="549410"/>
                      <a:pt x="321803" y="512292"/>
                    </a:cubicBezTo>
                    <a:cubicBezTo>
                      <a:pt x="321803" y="475137"/>
                      <a:pt x="321803" y="297132"/>
                      <a:pt x="321803" y="297132"/>
                    </a:cubicBezTo>
                    <a:cubicBezTo>
                      <a:pt x="321803" y="297132"/>
                      <a:pt x="358958" y="119126"/>
                      <a:pt x="357663" y="106322"/>
                    </a:cubicBezTo>
                    <a:cubicBezTo>
                      <a:pt x="356405" y="93517"/>
                      <a:pt x="321803" y="79418"/>
                      <a:pt x="293640" y="69167"/>
                    </a:cubicBezTo>
                    <a:cubicBezTo>
                      <a:pt x="265478" y="58916"/>
                      <a:pt x="120742" y="0"/>
                      <a:pt x="120742" y="0"/>
                    </a:cubicBezTo>
                    <a:lnTo>
                      <a:pt x="65713" y="260013"/>
                    </a:lnTo>
                    <a:close/>
                  </a:path>
                </a:pathLst>
              </a:custGeom>
              <a:solidFill>
                <a:srgbClr val="DCE7F1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337C84E-1965-5332-685B-25199A6B4E67}"/>
                  </a:ext>
                </a:extLst>
              </p:cNvPr>
              <p:cNvSpPr/>
              <p:nvPr/>
            </p:nvSpPr>
            <p:spPr>
              <a:xfrm>
                <a:off x="7078800" y="3671041"/>
                <a:ext cx="145105" cy="168624"/>
              </a:xfrm>
              <a:custGeom>
                <a:avLst/>
                <a:gdLst>
                  <a:gd name="connsiteX0" fmla="*/ 0 w 145105"/>
                  <a:gd name="connsiteY0" fmla="*/ 137664 h 168624"/>
                  <a:gd name="connsiteX1" fmla="*/ 10251 w 145105"/>
                  <a:gd name="connsiteY1" fmla="*/ 163273 h 168624"/>
                  <a:gd name="connsiteX2" fmla="*/ 29014 w 145105"/>
                  <a:gd name="connsiteY2" fmla="*/ 162421 h 168624"/>
                  <a:gd name="connsiteX3" fmla="*/ 65725 w 145105"/>
                  <a:gd name="connsiteY3" fmla="*/ 121454 h 168624"/>
                  <a:gd name="connsiteX4" fmla="*/ 115241 w 145105"/>
                  <a:gd name="connsiteY4" fmla="*/ 81339 h 168624"/>
                  <a:gd name="connsiteX5" fmla="*/ 145106 w 145105"/>
                  <a:gd name="connsiteY5" fmla="*/ 18167 h 168624"/>
                  <a:gd name="connsiteX6" fmla="*/ 128045 w 145105"/>
                  <a:gd name="connsiteY6" fmla="*/ 256 h 168624"/>
                  <a:gd name="connsiteX7" fmla="*/ 0 w 145105"/>
                  <a:gd name="connsiteY7" fmla="*/ 137664 h 168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5105" h="168624">
                    <a:moveTo>
                      <a:pt x="0" y="137664"/>
                    </a:moveTo>
                    <a:cubicBezTo>
                      <a:pt x="0" y="137664"/>
                      <a:pt x="6846" y="155575"/>
                      <a:pt x="10251" y="163273"/>
                    </a:cubicBezTo>
                    <a:cubicBezTo>
                      <a:pt x="13656" y="170970"/>
                      <a:pt x="19651" y="170082"/>
                      <a:pt x="29014" y="162421"/>
                    </a:cubicBezTo>
                    <a:cubicBezTo>
                      <a:pt x="38414" y="154724"/>
                      <a:pt x="56325" y="135110"/>
                      <a:pt x="65725" y="121454"/>
                    </a:cubicBezTo>
                    <a:cubicBezTo>
                      <a:pt x="75125" y="107799"/>
                      <a:pt x="97329" y="94143"/>
                      <a:pt x="115241" y="81339"/>
                    </a:cubicBezTo>
                    <a:cubicBezTo>
                      <a:pt x="133152" y="68534"/>
                      <a:pt x="145106" y="28418"/>
                      <a:pt x="145106" y="18167"/>
                    </a:cubicBezTo>
                    <a:cubicBezTo>
                      <a:pt x="145106" y="7916"/>
                      <a:pt x="139147" y="5363"/>
                      <a:pt x="128045" y="256"/>
                    </a:cubicBezTo>
                    <a:cubicBezTo>
                      <a:pt x="116980" y="-4888"/>
                      <a:pt x="4293" y="68534"/>
                      <a:pt x="0" y="137664"/>
                    </a:cubicBezTo>
                    <a:close/>
                  </a:path>
                </a:pathLst>
              </a:custGeom>
              <a:solidFill>
                <a:srgbClr val="D4DFE9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3F77244-B7BD-823D-D62F-8C5CC0199877}"/>
                  </a:ext>
                </a:extLst>
              </p:cNvPr>
              <p:cNvSpPr/>
              <p:nvPr/>
            </p:nvSpPr>
            <p:spPr>
              <a:xfrm>
                <a:off x="7118953" y="3685766"/>
                <a:ext cx="84524" cy="83550"/>
              </a:xfrm>
              <a:custGeom>
                <a:avLst/>
                <a:gdLst>
                  <a:gd name="connsiteX0" fmla="*/ 0 w 84524"/>
                  <a:gd name="connsiteY0" fmla="*/ 58064 h 83550"/>
                  <a:gd name="connsiteX1" fmla="*/ 12804 w 84524"/>
                  <a:gd name="connsiteY1" fmla="*/ 81971 h 83550"/>
                  <a:gd name="connsiteX2" fmla="*/ 46111 w 84524"/>
                  <a:gd name="connsiteY2" fmla="*/ 73422 h 83550"/>
                  <a:gd name="connsiteX3" fmla="*/ 84525 w 84524"/>
                  <a:gd name="connsiteY3" fmla="*/ 23907 h 83550"/>
                  <a:gd name="connsiteX4" fmla="*/ 35009 w 84524"/>
                  <a:gd name="connsiteY4" fmla="*/ 0 h 83550"/>
                  <a:gd name="connsiteX5" fmla="*/ 0 w 84524"/>
                  <a:gd name="connsiteY5" fmla="*/ 58064 h 83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524" h="83550">
                    <a:moveTo>
                      <a:pt x="0" y="58064"/>
                    </a:moveTo>
                    <a:cubicBezTo>
                      <a:pt x="0" y="58064"/>
                      <a:pt x="5958" y="79418"/>
                      <a:pt x="12804" y="81971"/>
                    </a:cubicBezTo>
                    <a:cubicBezTo>
                      <a:pt x="19614" y="84525"/>
                      <a:pt x="30716" y="85376"/>
                      <a:pt x="46111" y="73422"/>
                    </a:cubicBezTo>
                    <a:cubicBezTo>
                      <a:pt x="61469" y="61469"/>
                      <a:pt x="84525" y="23907"/>
                      <a:pt x="84525" y="23907"/>
                    </a:cubicBezTo>
                    <a:lnTo>
                      <a:pt x="35009" y="0"/>
                    </a:lnTo>
                    <a:lnTo>
                      <a:pt x="0" y="58064"/>
                    </a:lnTo>
                    <a:close/>
                  </a:path>
                </a:pathLst>
              </a:custGeom>
              <a:solidFill>
                <a:srgbClr val="96C1E8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8D174EF-7708-C0AA-ACAF-79752B856839}"/>
                  </a:ext>
                </a:extLst>
              </p:cNvPr>
              <p:cNvSpPr/>
              <p:nvPr/>
            </p:nvSpPr>
            <p:spPr>
              <a:xfrm>
                <a:off x="7116362" y="3661603"/>
                <a:ext cx="185861" cy="165864"/>
              </a:xfrm>
              <a:custGeom>
                <a:avLst/>
                <a:gdLst>
                  <a:gd name="connsiteX0" fmla="*/ 0 w 185861"/>
                  <a:gd name="connsiteY0" fmla="*/ 60874 h 165864"/>
                  <a:gd name="connsiteX1" fmla="*/ 25609 w 185861"/>
                  <a:gd name="connsiteY1" fmla="*/ 97586 h 165864"/>
                  <a:gd name="connsiteX2" fmla="*/ 57213 w 185861"/>
                  <a:gd name="connsiteY2" fmla="*/ 136850 h 165864"/>
                  <a:gd name="connsiteX3" fmla="*/ 139184 w 185861"/>
                  <a:gd name="connsiteY3" fmla="*/ 165864 h 165864"/>
                  <a:gd name="connsiteX4" fmla="*/ 143440 w 185861"/>
                  <a:gd name="connsiteY4" fmla="*/ 135111 h 165864"/>
                  <a:gd name="connsiteX5" fmla="*/ 146845 w 185861"/>
                  <a:gd name="connsiteY5" fmla="*/ 111204 h 165864"/>
                  <a:gd name="connsiteX6" fmla="*/ 169049 w 185861"/>
                  <a:gd name="connsiteY6" fmla="*/ 121455 h 165864"/>
                  <a:gd name="connsiteX7" fmla="*/ 182705 w 185861"/>
                  <a:gd name="connsiteY7" fmla="*/ 92442 h 165864"/>
                  <a:gd name="connsiteX8" fmla="*/ 154542 w 185861"/>
                  <a:gd name="connsiteY8" fmla="*/ 54879 h 165864"/>
                  <a:gd name="connsiteX9" fmla="*/ 123826 w 185861"/>
                  <a:gd name="connsiteY9" fmla="*/ 27568 h 165864"/>
                  <a:gd name="connsiteX10" fmla="*/ 64911 w 185861"/>
                  <a:gd name="connsiteY10" fmla="*/ 5363 h 165864"/>
                  <a:gd name="connsiteX11" fmla="*/ 0 w 185861"/>
                  <a:gd name="connsiteY11" fmla="*/ 60874 h 16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5861" h="165864">
                    <a:moveTo>
                      <a:pt x="0" y="60874"/>
                    </a:moveTo>
                    <a:cubicBezTo>
                      <a:pt x="0" y="60874"/>
                      <a:pt x="17060" y="87335"/>
                      <a:pt x="25609" y="97586"/>
                    </a:cubicBezTo>
                    <a:cubicBezTo>
                      <a:pt x="34158" y="107837"/>
                      <a:pt x="48665" y="129190"/>
                      <a:pt x="57213" y="136850"/>
                    </a:cubicBezTo>
                    <a:cubicBezTo>
                      <a:pt x="65762" y="144548"/>
                      <a:pt x="139184" y="165864"/>
                      <a:pt x="139184" y="165864"/>
                    </a:cubicBezTo>
                    <a:cubicBezTo>
                      <a:pt x="139184" y="165864"/>
                      <a:pt x="140887" y="146213"/>
                      <a:pt x="143440" y="135111"/>
                    </a:cubicBezTo>
                    <a:cubicBezTo>
                      <a:pt x="145994" y="124009"/>
                      <a:pt x="146845" y="111204"/>
                      <a:pt x="146845" y="111204"/>
                    </a:cubicBezTo>
                    <a:cubicBezTo>
                      <a:pt x="146845" y="111204"/>
                      <a:pt x="157096" y="126562"/>
                      <a:pt x="169049" y="121455"/>
                    </a:cubicBezTo>
                    <a:cubicBezTo>
                      <a:pt x="181003" y="116348"/>
                      <a:pt x="191254" y="106948"/>
                      <a:pt x="182705" y="92442"/>
                    </a:cubicBezTo>
                    <a:cubicBezTo>
                      <a:pt x="174156" y="77935"/>
                      <a:pt x="162203" y="67684"/>
                      <a:pt x="154542" y="54879"/>
                    </a:cubicBezTo>
                    <a:cubicBezTo>
                      <a:pt x="146845" y="42075"/>
                      <a:pt x="132338" y="30121"/>
                      <a:pt x="123826" y="27568"/>
                    </a:cubicBezTo>
                    <a:cubicBezTo>
                      <a:pt x="115278" y="25014"/>
                      <a:pt x="99920" y="36968"/>
                      <a:pt x="64911" y="5363"/>
                    </a:cubicBezTo>
                    <a:cubicBezTo>
                      <a:pt x="35194" y="-21430"/>
                      <a:pt x="0" y="60874"/>
                      <a:pt x="0" y="60874"/>
                    </a:cubicBezTo>
                    <a:close/>
                  </a:path>
                </a:pathLst>
              </a:custGeom>
              <a:solidFill>
                <a:srgbClr val="552E0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ACF5520-9839-ABF3-DE6D-7228342B08A2}"/>
                  </a:ext>
                </a:extLst>
              </p:cNvPr>
              <p:cNvSpPr/>
              <p:nvPr/>
            </p:nvSpPr>
            <p:spPr>
              <a:xfrm>
                <a:off x="6912841" y="3094094"/>
                <a:ext cx="307733" cy="743772"/>
              </a:xfrm>
              <a:custGeom>
                <a:avLst/>
                <a:gdLst>
                  <a:gd name="connsiteX0" fmla="*/ 212921 w 307733"/>
                  <a:gd name="connsiteY0" fmla="*/ 0 h 743772"/>
                  <a:gd name="connsiteX1" fmla="*/ 209516 w 307733"/>
                  <a:gd name="connsiteY1" fmla="*/ 35009 h 743772"/>
                  <a:gd name="connsiteX2" fmla="*/ 212070 w 307733"/>
                  <a:gd name="connsiteY2" fmla="*/ 113575 h 743772"/>
                  <a:gd name="connsiteX3" fmla="*/ 220618 w 307733"/>
                  <a:gd name="connsiteY3" fmla="*/ 234811 h 743772"/>
                  <a:gd name="connsiteX4" fmla="*/ 241120 w 307733"/>
                  <a:gd name="connsiteY4" fmla="*/ 302275 h 743772"/>
                  <a:gd name="connsiteX5" fmla="*/ 247967 w 307733"/>
                  <a:gd name="connsiteY5" fmla="*/ 314229 h 743772"/>
                  <a:gd name="connsiteX6" fmla="*/ 242860 w 307733"/>
                  <a:gd name="connsiteY6" fmla="*/ 333880 h 743772"/>
                  <a:gd name="connsiteX7" fmla="*/ 232609 w 307733"/>
                  <a:gd name="connsiteY7" fmla="*/ 362042 h 743772"/>
                  <a:gd name="connsiteX8" fmla="*/ 228353 w 307733"/>
                  <a:gd name="connsiteY8" fmla="*/ 389354 h 743772"/>
                  <a:gd name="connsiteX9" fmla="*/ 225799 w 307733"/>
                  <a:gd name="connsiteY9" fmla="*/ 409004 h 743772"/>
                  <a:gd name="connsiteX10" fmla="*/ 214697 w 307733"/>
                  <a:gd name="connsiteY10" fmla="*/ 415851 h 743772"/>
                  <a:gd name="connsiteX11" fmla="*/ 228353 w 307733"/>
                  <a:gd name="connsiteY11" fmla="*/ 426102 h 743772"/>
                  <a:gd name="connsiteX12" fmla="*/ 224097 w 307733"/>
                  <a:gd name="connsiteY12" fmla="*/ 447455 h 743772"/>
                  <a:gd name="connsiteX13" fmla="*/ 216400 w 307733"/>
                  <a:gd name="connsiteY13" fmla="*/ 456855 h 743772"/>
                  <a:gd name="connsiteX14" fmla="*/ 229204 w 307733"/>
                  <a:gd name="connsiteY14" fmla="*/ 489310 h 743772"/>
                  <a:gd name="connsiteX15" fmla="*/ 266766 w 307733"/>
                  <a:gd name="connsiteY15" fmla="*/ 540528 h 743772"/>
                  <a:gd name="connsiteX16" fmla="*/ 307733 w 307733"/>
                  <a:gd name="connsiteY16" fmla="*/ 584937 h 743772"/>
                  <a:gd name="connsiteX17" fmla="*/ 259920 w 307733"/>
                  <a:gd name="connsiteY17" fmla="*/ 604588 h 743772"/>
                  <a:gd name="connsiteX18" fmla="*/ 190753 w 307733"/>
                  <a:gd name="connsiteY18" fmla="*/ 695959 h 743772"/>
                  <a:gd name="connsiteX19" fmla="*/ 177098 w 307733"/>
                  <a:gd name="connsiteY19" fmla="*/ 743772 h 743772"/>
                  <a:gd name="connsiteX20" fmla="*/ 143791 w 307733"/>
                  <a:gd name="connsiteY20" fmla="*/ 684006 h 743772"/>
                  <a:gd name="connsiteX21" fmla="*/ 96829 w 307733"/>
                  <a:gd name="connsiteY21" fmla="*/ 587528 h 743772"/>
                  <a:gd name="connsiteX22" fmla="*/ 73773 w 307733"/>
                  <a:gd name="connsiteY22" fmla="*/ 556812 h 743772"/>
                  <a:gd name="connsiteX23" fmla="*/ 31955 w 307733"/>
                  <a:gd name="connsiteY23" fmla="*/ 498747 h 743772"/>
                  <a:gd name="connsiteX24" fmla="*/ 11453 w 307733"/>
                  <a:gd name="connsiteY24" fmla="*/ 475692 h 743772"/>
                  <a:gd name="connsiteX25" fmla="*/ 7197 w 307733"/>
                  <a:gd name="connsiteY25" fmla="*/ 457743 h 743772"/>
                  <a:gd name="connsiteX26" fmla="*/ 2090 w 307733"/>
                  <a:gd name="connsiteY26" fmla="*/ 433836 h 743772"/>
                  <a:gd name="connsiteX27" fmla="*/ 8900 w 307733"/>
                  <a:gd name="connsiteY27" fmla="*/ 399679 h 743772"/>
                  <a:gd name="connsiteX28" fmla="*/ 18300 w 307733"/>
                  <a:gd name="connsiteY28" fmla="*/ 369777 h 743772"/>
                  <a:gd name="connsiteX29" fmla="*/ 49904 w 307733"/>
                  <a:gd name="connsiteY29" fmla="*/ 313415 h 743772"/>
                  <a:gd name="connsiteX30" fmla="*/ 87466 w 307733"/>
                  <a:gd name="connsiteY30" fmla="*/ 221193 h 743772"/>
                  <a:gd name="connsiteX31" fmla="*/ 137833 w 307733"/>
                  <a:gd name="connsiteY31" fmla="*/ 108505 h 743772"/>
                  <a:gd name="connsiteX32" fmla="*/ 212921 w 307733"/>
                  <a:gd name="connsiteY32" fmla="*/ 0 h 74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07733" h="743772">
                    <a:moveTo>
                      <a:pt x="212921" y="0"/>
                    </a:moveTo>
                    <a:cubicBezTo>
                      <a:pt x="212921" y="0"/>
                      <a:pt x="206926" y="17912"/>
                      <a:pt x="209516" y="35009"/>
                    </a:cubicBezTo>
                    <a:cubicBezTo>
                      <a:pt x="212070" y="52106"/>
                      <a:pt x="212070" y="93073"/>
                      <a:pt x="212070" y="113575"/>
                    </a:cubicBezTo>
                    <a:cubicBezTo>
                      <a:pt x="212070" y="134077"/>
                      <a:pt x="213772" y="215197"/>
                      <a:pt x="220618" y="234811"/>
                    </a:cubicBezTo>
                    <a:cubicBezTo>
                      <a:pt x="227465" y="254425"/>
                      <a:pt x="234274" y="294578"/>
                      <a:pt x="241120" y="302275"/>
                    </a:cubicBezTo>
                    <a:cubicBezTo>
                      <a:pt x="247967" y="309973"/>
                      <a:pt x="247967" y="314229"/>
                      <a:pt x="247967" y="314229"/>
                    </a:cubicBezTo>
                    <a:cubicBezTo>
                      <a:pt x="247967" y="314229"/>
                      <a:pt x="245413" y="323629"/>
                      <a:pt x="242860" y="333880"/>
                    </a:cubicBezTo>
                    <a:cubicBezTo>
                      <a:pt x="240306" y="344131"/>
                      <a:pt x="232609" y="356935"/>
                      <a:pt x="232609" y="362042"/>
                    </a:cubicBezTo>
                    <a:cubicBezTo>
                      <a:pt x="232609" y="367149"/>
                      <a:pt x="230906" y="385949"/>
                      <a:pt x="228353" y="389354"/>
                    </a:cubicBezTo>
                    <a:cubicBezTo>
                      <a:pt x="225799" y="392758"/>
                      <a:pt x="235199" y="405563"/>
                      <a:pt x="225799" y="409004"/>
                    </a:cubicBezTo>
                    <a:cubicBezTo>
                      <a:pt x="216400" y="412409"/>
                      <a:pt x="214697" y="415851"/>
                      <a:pt x="214697" y="415851"/>
                    </a:cubicBezTo>
                    <a:cubicBezTo>
                      <a:pt x="214697" y="415851"/>
                      <a:pt x="228353" y="420107"/>
                      <a:pt x="228353" y="426102"/>
                    </a:cubicBezTo>
                    <a:cubicBezTo>
                      <a:pt x="228353" y="432097"/>
                      <a:pt x="230055" y="443162"/>
                      <a:pt x="224097" y="447455"/>
                    </a:cubicBezTo>
                    <a:cubicBezTo>
                      <a:pt x="218102" y="451711"/>
                      <a:pt x="214697" y="451711"/>
                      <a:pt x="216400" y="456855"/>
                    </a:cubicBezTo>
                    <a:cubicBezTo>
                      <a:pt x="218102" y="461962"/>
                      <a:pt x="219804" y="477357"/>
                      <a:pt x="229204" y="489310"/>
                    </a:cubicBezTo>
                    <a:cubicBezTo>
                      <a:pt x="238604" y="501264"/>
                      <a:pt x="254813" y="527724"/>
                      <a:pt x="266766" y="540528"/>
                    </a:cubicBezTo>
                    <a:cubicBezTo>
                      <a:pt x="278720" y="553333"/>
                      <a:pt x="307733" y="579793"/>
                      <a:pt x="307733" y="584937"/>
                    </a:cubicBezTo>
                    <a:cubicBezTo>
                      <a:pt x="292375" y="581532"/>
                      <a:pt x="271281" y="594485"/>
                      <a:pt x="259920" y="604588"/>
                    </a:cubicBezTo>
                    <a:cubicBezTo>
                      <a:pt x="229167" y="631899"/>
                      <a:pt x="198673" y="679676"/>
                      <a:pt x="190753" y="695959"/>
                    </a:cubicBezTo>
                    <a:cubicBezTo>
                      <a:pt x="174544" y="729266"/>
                      <a:pt x="177098" y="743772"/>
                      <a:pt x="177098" y="743772"/>
                    </a:cubicBezTo>
                    <a:cubicBezTo>
                      <a:pt x="177098" y="743772"/>
                      <a:pt x="159186" y="719866"/>
                      <a:pt x="143791" y="684006"/>
                    </a:cubicBezTo>
                    <a:cubicBezTo>
                      <a:pt x="128433" y="648146"/>
                      <a:pt x="104526" y="595225"/>
                      <a:pt x="96829" y="587528"/>
                    </a:cubicBezTo>
                    <a:cubicBezTo>
                      <a:pt x="89131" y="579830"/>
                      <a:pt x="79769" y="570467"/>
                      <a:pt x="73773" y="556812"/>
                    </a:cubicBezTo>
                    <a:cubicBezTo>
                      <a:pt x="67778" y="543156"/>
                      <a:pt x="43464" y="503077"/>
                      <a:pt x="31955" y="498747"/>
                    </a:cubicBezTo>
                    <a:cubicBezTo>
                      <a:pt x="18300" y="493640"/>
                      <a:pt x="10602" y="488496"/>
                      <a:pt x="11453" y="475692"/>
                    </a:cubicBezTo>
                    <a:cubicBezTo>
                      <a:pt x="12008" y="467143"/>
                      <a:pt x="9751" y="460334"/>
                      <a:pt x="7197" y="457743"/>
                    </a:cubicBezTo>
                    <a:cubicBezTo>
                      <a:pt x="4644" y="455190"/>
                      <a:pt x="-3905" y="447492"/>
                      <a:pt x="2090" y="433836"/>
                    </a:cubicBezTo>
                    <a:cubicBezTo>
                      <a:pt x="5717" y="425510"/>
                      <a:pt x="12600" y="411965"/>
                      <a:pt x="8900" y="399679"/>
                    </a:cubicBezTo>
                    <a:cubicBezTo>
                      <a:pt x="3793" y="382581"/>
                      <a:pt x="9751" y="375772"/>
                      <a:pt x="18300" y="369777"/>
                    </a:cubicBezTo>
                    <a:cubicBezTo>
                      <a:pt x="26848" y="363782"/>
                      <a:pt x="43057" y="331363"/>
                      <a:pt x="49904" y="313415"/>
                    </a:cubicBezTo>
                    <a:cubicBezTo>
                      <a:pt x="56750" y="295503"/>
                      <a:pt x="74625" y="251020"/>
                      <a:pt x="87466" y="221193"/>
                    </a:cubicBezTo>
                    <a:cubicBezTo>
                      <a:pt x="103675" y="183630"/>
                      <a:pt x="126731" y="128119"/>
                      <a:pt x="137833" y="108505"/>
                    </a:cubicBezTo>
                    <a:cubicBezTo>
                      <a:pt x="148898" y="88780"/>
                      <a:pt x="192456" y="5107"/>
                      <a:pt x="212921" y="0"/>
                    </a:cubicBezTo>
                    <a:close/>
                  </a:path>
                </a:pathLst>
              </a:custGeom>
              <a:solidFill>
                <a:srgbClr val="E7F0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15D33EC-4307-455A-8F87-5576E1E240A1}"/>
                  </a:ext>
                </a:extLst>
              </p:cNvPr>
              <p:cNvSpPr/>
              <p:nvPr/>
            </p:nvSpPr>
            <p:spPr>
              <a:xfrm>
                <a:off x="7735383" y="3694093"/>
                <a:ext cx="122309" cy="150108"/>
              </a:xfrm>
              <a:custGeom>
                <a:avLst/>
                <a:gdLst>
                  <a:gd name="connsiteX0" fmla="*/ 122309 w 122309"/>
                  <a:gd name="connsiteY0" fmla="*/ 101807 h 150108"/>
                  <a:gd name="connsiteX1" fmla="*/ 111429 w 122309"/>
                  <a:gd name="connsiteY1" fmla="*/ 144069 h 150108"/>
                  <a:gd name="connsiteX2" fmla="*/ 95405 w 122309"/>
                  <a:gd name="connsiteY2" fmla="*/ 145994 h 150108"/>
                  <a:gd name="connsiteX3" fmla="*/ 46111 w 122309"/>
                  <a:gd name="connsiteY3" fmla="*/ 105656 h 150108"/>
                  <a:gd name="connsiteX4" fmla="*/ 0 w 122309"/>
                  <a:gd name="connsiteY4" fmla="*/ 80676 h 150108"/>
                  <a:gd name="connsiteX5" fmla="*/ 40967 w 122309"/>
                  <a:gd name="connsiteY5" fmla="*/ 0 h 150108"/>
                  <a:gd name="connsiteX6" fmla="*/ 122309 w 122309"/>
                  <a:gd name="connsiteY6" fmla="*/ 101807 h 150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2309" h="150108">
                    <a:moveTo>
                      <a:pt x="122309" y="101807"/>
                    </a:moveTo>
                    <a:cubicBezTo>
                      <a:pt x="122309" y="101807"/>
                      <a:pt x="117831" y="136372"/>
                      <a:pt x="111429" y="144069"/>
                    </a:cubicBezTo>
                    <a:cubicBezTo>
                      <a:pt x="105027" y="151767"/>
                      <a:pt x="101807" y="151767"/>
                      <a:pt x="95405" y="145994"/>
                    </a:cubicBezTo>
                    <a:cubicBezTo>
                      <a:pt x="89002" y="140221"/>
                      <a:pt x="61469" y="114612"/>
                      <a:pt x="46111" y="105656"/>
                    </a:cubicBezTo>
                    <a:cubicBezTo>
                      <a:pt x="30753" y="96700"/>
                      <a:pt x="0" y="80676"/>
                      <a:pt x="0" y="80676"/>
                    </a:cubicBezTo>
                    <a:lnTo>
                      <a:pt x="40967" y="0"/>
                    </a:lnTo>
                    <a:lnTo>
                      <a:pt x="122309" y="101807"/>
                    </a:lnTo>
                    <a:close/>
                  </a:path>
                </a:pathLst>
              </a:custGeom>
              <a:solidFill>
                <a:srgbClr val="D4DFE9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0A29B7-1BD1-8018-BC9A-7E20E9E53669}"/>
                  </a:ext>
                </a:extLst>
              </p:cNvPr>
              <p:cNvSpPr/>
              <p:nvPr/>
            </p:nvSpPr>
            <p:spPr>
              <a:xfrm>
                <a:off x="7744968" y="3699829"/>
                <a:ext cx="92851" cy="85982"/>
              </a:xfrm>
              <a:custGeom>
                <a:avLst/>
                <a:gdLst>
                  <a:gd name="connsiteX0" fmla="*/ 92851 w 92851"/>
                  <a:gd name="connsiteY0" fmla="*/ 53179 h 85982"/>
                  <a:gd name="connsiteX1" fmla="*/ 60840 w 92851"/>
                  <a:gd name="connsiteY1" fmla="*/ 85191 h 85982"/>
                  <a:gd name="connsiteX2" fmla="*/ 27533 w 92851"/>
                  <a:gd name="connsiteY2" fmla="*/ 69167 h 85982"/>
                  <a:gd name="connsiteX3" fmla="*/ 0 w 92851"/>
                  <a:gd name="connsiteY3" fmla="*/ 40338 h 85982"/>
                  <a:gd name="connsiteX4" fmla="*/ 69796 w 92851"/>
                  <a:gd name="connsiteY4" fmla="*/ 0 h 85982"/>
                  <a:gd name="connsiteX5" fmla="*/ 92851 w 92851"/>
                  <a:gd name="connsiteY5" fmla="*/ 53179 h 85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2851" h="85982">
                    <a:moveTo>
                      <a:pt x="92851" y="53179"/>
                    </a:moveTo>
                    <a:cubicBezTo>
                      <a:pt x="92851" y="53179"/>
                      <a:pt x="64023" y="82637"/>
                      <a:pt x="60840" y="85191"/>
                    </a:cubicBezTo>
                    <a:cubicBezTo>
                      <a:pt x="57620" y="87744"/>
                      <a:pt x="43558" y="84562"/>
                      <a:pt x="27533" y="69167"/>
                    </a:cubicBezTo>
                    <a:cubicBezTo>
                      <a:pt x="21760" y="63616"/>
                      <a:pt x="0" y="40338"/>
                      <a:pt x="0" y="40338"/>
                    </a:cubicBezTo>
                    <a:lnTo>
                      <a:pt x="69796" y="0"/>
                    </a:lnTo>
                    <a:lnTo>
                      <a:pt x="92851" y="53179"/>
                    </a:lnTo>
                    <a:close/>
                  </a:path>
                </a:pathLst>
              </a:custGeom>
              <a:solidFill>
                <a:srgbClr val="96C1E8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49A5876-FB41-B450-299B-7973D4960B4E}"/>
                  </a:ext>
                </a:extLst>
              </p:cNvPr>
              <p:cNvSpPr/>
              <p:nvPr/>
            </p:nvSpPr>
            <p:spPr>
              <a:xfrm>
                <a:off x="7621902" y="3686432"/>
                <a:ext cx="190974" cy="145327"/>
              </a:xfrm>
              <a:custGeom>
                <a:avLst/>
                <a:gdLst>
                  <a:gd name="connsiteX0" fmla="*/ 190975 w 190974"/>
                  <a:gd name="connsiteY0" fmla="*/ 50552 h 145327"/>
                  <a:gd name="connsiteX1" fmla="*/ 169843 w 190974"/>
                  <a:gd name="connsiteY1" fmla="*/ 76161 h 145327"/>
                  <a:gd name="connsiteX2" fmla="*/ 156410 w 190974"/>
                  <a:gd name="connsiteY2" fmla="*/ 103065 h 145327"/>
                  <a:gd name="connsiteX3" fmla="*/ 139756 w 190974"/>
                  <a:gd name="connsiteY3" fmla="*/ 145328 h 145327"/>
                  <a:gd name="connsiteX4" fmla="*/ 43723 w 190974"/>
                  <a:gd name="connsiteY4" fmla="*/ 127379 h 145327"/>
                  <a:gd name="connsiteX5" fmla="*/ 44352 w 190974"/>
                  <a:gd name="connsiteY5" fmla="*/ 103065 h 145327"/>
                  <a:gd name="connsiteX6" fmla="*/ 39874 w 190974"/>
                  <a:gd name="connsiteY6" fmla="*/ 84488 h 145327"/>
                  <a:gd name="connsiteX7" fmla="*/ 15523 w 190974"/>
                  <a:gd name="connsiteY7" fmla="*/ 92185 h 145327"/>
                  <a:gd name="connsiteX8" fmla="*/ 165 w 190974"/>
                  <a:gd name="connsiteY8" fmla="*/ 68501 h 145327"/>
                  <a:gd name="connsiteX9" fmla="*/ 20667 w 190974"/>
                  <a:gd name="connsiteY9" fmla="*/ 52476 h 145327"/>
                  <a:gd name="connsiteX10" fmla="*/ 40503 w 190974"/>
                  <a:gd name="connsiteY10" fmla="*/ 32640 h 145327"/>
                  <a:gd name="connsiteX11" fmla="*/ 76363 w 190974"/>
                  <a:gd name="connsiteY11" fmla="*/ 12804 h 145327"/>
                  <a:gd name="connsiteX12" fmla="*/ 110299 w 190974"/>
                  <a:gd name="connsiteY12" fmla="*/ 0 h 145327"/>
                  <a:gd name="connsiteX13" fmla="*/ 190975 w 190974"/>
                  <a:gd name="connsiteY13" fmla="*/ 50552 h 14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0974" h="145327">
                    <a:moveTo>
                      <a:pt x="190975" y="50552"/>
                    </a:moveTo>
                    <a:cubicBezTo>
                      <a:pt x="190975" y="50552"/>
                      <a:pt x="176246" y="67205"/>
                      <a:pt x="169843" y="76161"/>
                    </a:cubicBezTo>
                    <a:cubicBezTo>
                      <a:pt x="163441" y="85117"/>
                      <a:pt x="162812" y="90261"/>
                      <a:pt x="156410" y="103065"/>
                    </a:cubicBezTo>
                    <a:cubicBezTo>
                      <a:pt x="150008" y="115870"/>
                      <a:pt x="139756" y="145328"/>
                      <a:pt x="139756" y="145328"/>
                    </a:cubicBezTo>
                    <a:lnTo>
                      <a:pt x="43723" y="127379"/>
                    </a:lnTo>
                    <a:cubicBezTo>
                      <a:pt x="43723" y="127379"/>
                      <a:pt x="45647" y="113945"/>
                      <a:pt x="44352" y="103065"/>
                    </a:cubicBezTo>
                    <a:cubicBezTo>
                      <a:pt x="43057" y="92185"/>
                      <a:pt x="39874" y="84488"/>
                      <a:pt x="39874" y="84488"/>
                    </a:cubicBezTo>
                    <a:cubicBezTo>
                      <a:pt x="39874" y="84488"/>
                      <a:pt x="30918" y="95997"/>
                      <a:pt x="15523" y="92185"/>
                    </a:cubicBezTo>
                    <a:cubicBezTo>
                      <a:pt x="165" y="88336"/>
                      <a:pt x="-501" y="78752"/>
                      <a:pt x="165" y="68501"/>
                    </a:cubicBezTo>
                    <a:cubicBezTo>
                      <a:pt x="794" y="58249"/>
                      <a:pt x="11045" y="58249"/>
                      <a:pt x="20667" y="52476"/>
                    </a:cubicBezTo>
                    <a:cubicBezTo>
                      <a:pt x="30252" y="46703"/>
                      <a:pt x="33472" y="39672"/>
                      <a:pt x="40503" y="32640"/>
                    </a:cubicBezTo>
                    <a:cubicBezTo>
                      <a:pt x="47571" y="25609"/>
                      <a:pt x="56527" y="13434"/>
                      <a:pt x="76363" y="12804"/>
                    </a:cubicBezTo>
                    <a:cubicBezTo>
                      <a:pt x="96199" y="12175"/>
                      <a:pt x="110299" y="0"/>
                      <a:pt x="110299" y="0"/>
                    </a:cubicBezTo>
                    <a:lnTo>
                      <a:pt x="190975" y="50552"/>
                    </a:lnTo>
                    <a:close/>
                  </a:path>
                </a:pathLst>
              </a:custGeom>
              <a:solidFill>
                <a:srgbClr val="552E0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148C02C-A406-4703-D1D7-A5CCC8B16981}"/>
                  </a:ext>
                </a:extLst>
              </p:cNvPr>
              <p:cNvSpPr/>
              <p:nvPr/>
            </p:nvSpPr>
            <p:spPr>
              <a:xfrm>
                <a:off x="7712994" y="3077441"/>
                <a:ext cx="347789" cy="763275"/>
              </a:xfrm>
              <a:custGeom>
                <a:avLst/>
                <a:gdLst>
                  <a:gd name="connsiteX0" fmla="*/ 114612 w 347789"/>
                  <a:gd name="connsiteY0" fmla="*/ 0 h 763275"/>
                  <a:gd name="connsiteX1" fmla="*/ 104361 w 347789"/>
                  <a:gd name="connsiteY1" fmla="*/ 62764 h 763275"/>
                  <a:gd name="connsiteX2" fmla="*/ 92851 w 347789"/>
                  <a:gd name="connsiteY2" fmla="*/ 171640 h 763275"/>
                  <a:gd name="connsiteX3" fmla="*/ 94109 w 347789"/>
                  <a:gd name="connsiteY3" fmla="*/ 275371 h 763275"/>
                  <a:gd name="connsiteX4" fmla="*/ 85154 w 347789"/>
                  <a:gd name="connsiteY4" fmla="*/ 331733 h 763275"/>
                  <a:gd name="connsiteX5" fmla="*/ 101807 w 347789"/>
                  <a:gd name="connsiteY5" fmla="*/ 376549 h 763275"/>
                  <a:gd name="connsiteX6" fmla="*/ 121014 w 347789"/>
                  <a:gd name="connsiteY6" fmla="*/ 408560 h 763275"/>
                  <a:gd name="connsiteX7" fmla="*/ 123567 w 347789"/>
                  <a:gd name="connsiteY7" fmla="*/ 431616 h 763275"/>
                  <a:gd name="connsiteX8" fmla="*/ 135077 w 347789"/>
                  <a:gd name="connsiteY8" fmla="*/ 436723 h 763275"/>
                  <a:gd name="connsiteX9" fmla="*/ 135077 w 347789"/>
                  <a:gd name="connsiteY9" fmla="*/ 444420 h 763275"/>
                  <a:gd name="connsiteX10" fmla="*/ 142774 w 347789"/>
                  <a:gd name="connsiteY10" fmla="*/ 449528 h 763275"/>
                  <a:gd name="connsiteX11" fmla="*/ 137667 w 347789"/>
                  <a:gd name="connsiteY11" fmla="*/ 467439 h 763275"/>
                  <a:gd name="connsiteX12" fmla="*/ 118460 w 347789"/>
                  <a:gd name="connsiteY12" fmla="*/ 499450 h 763275"/>
                  <a:gd name="connsiteX13" fmla="*/ 83896 w 347789"/>
                  <a:gd name="connsiteY13" fmla="*/ 532757 h 763275"/>
                  <a:gd name="connsiteX14" fmla="*/ 0 w 347789"/>
                  <a:gd name="connsiteY14" fmla="*/ 619206 h 763275"/>
                  <a:gd name="connsiteX15" fmla="*/ 44187 w 347789"/>
                  <a:gd name="connsiteY15" fmla="*/ 624979 h 763275"/>
                  <a:gd name="connsiteX16" fmla="*/ 132560 w 347789"/>
                  <a:gd name="connsiteY16" fmla="*/ 718459 h 763275"/>
                  <a:gd name="connsiteX17" fmla="*/ 132560 w 347789"/>
                  <a:gd name="connsiteY17" fmla="*/ 763275 h 763275"/>
                  <a:gd name="connsiteX18" fmla="*/ 182520 w 347789"/>
                  <a:gd name="connsiteY18" fmla="*/ 699253 h 763275"/>
                  <a:gd name="connsiteX19" fmla="*/ 279849 w 347789"/>
                  <a:gd name="connsiteY19" fmla="*/ 568617 h 763275"/>
                  <a:gd name="connsiteX20" fmla="*/ 327218 w 347789"/>
                  <a:gd name="connsiteY20" fmla="*/ 509701 h 763275"/>
                  <a:gd name="connsiteX21" fmla="*/ 347721 w 347789"/>
                  <a:gd name="connsiteY21" fmla="*/ 471288 h 763275"/>
                  <a:gd name="connsiteX22" fmla="*/ 340541 w 347789"/>
                  <a:gd name="connsiteY22" fmla="*/ 434725 h 763275"/>
                  <a:gd name="connsiteX23" fmla="*/ 337988 w 347789"/>
                  <a:gd name="connsiteY23" fmla="*/ 407820 h 763275"/>
                  <a:gd name="connsiteX24" fmla="*/ 331585 w 347789"/>
                  <a:gd name="connsiteY24" fmla="*/ 380916 h 763275"/>
                  <a:gd name="connsiteX25" fmla="*/ 317486 w 347789"/>
                  <a:gd name="connsiteY25" fmla="*/ 343761 h 763275"/>
                  <a:gd name="connsiteX26" fmla="*/ 294430 w 347789"/>
                  <a:gd name="connsiteY26" fmla="*/ 292543 h 763275"/>
                  <a:gd name="connsiteX27" fmla="*/ 227854 w 347789"/>
                  <a:gd name="connsiteY27" fmla="*/ 179855 h 763275"/>
                  <a:gd name="connsiteX28" fmla="*/ 193289 w 347789"/>
                  <a:gd name="connsiteY28" fmla="*/ 129896 h 763275"/>
                  <a:gd name="connsiteX29" fmla="*/ 147955 w 347789"/>
                  <a:gd name="connsiteY29" fmla="*/ 28126 h 763275"/>
                  <a:gd name="connsiteX30" fmla="*/ 114612 w 347789"/>
                  <a:gd name="connsiteY30" fmla="*/ 0 h 76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47789" h="763275">
                    <a:moveTo>
                      <a:pt x="114612" y="0"/>
                    </a:moveTo>
                    <a:cubicBezTo>
                      <a:pt x="114612" y="0"/>
                      <a:pt x="109505" y="37118"/>
                      <a:pt x="104361" y="62764"/>
                    </a:cubicBezTo>
                    <a:cubicBezTo>
                      <a:pt x="99254" y="88373"/>
                      <a:pt x="91556" y="149842"/>
                      <a:pt x="92851" y="171640"/>
                    </a:cubicBezTo>
                    <a:cubicBezTo>
                      <a:pt x="94109" y="193400"/>
                      <a:pt x="99254" y="261308"/>
                      <a:pt x="94109" y="275371"/>
                    </a:cubicBezTo>
                    <a:cubicBezTo>
                      <a:pt x="89003" y="289471"/>
                      <a:pt x="83859" y="320187"/>
                      <a:pt x="85154" y="331733"/>
                    </a:cubicBezTo>
                    <a:cubicBezTo>
                      <a:pt x="86449" y="343243"/>
                      <a:pt x="90261" y="363745"/>
                      <a:pt x="101807" y="376549"/>
                    </a:cubicBezTo>
                    <a:cubicBezTo>
                      <a:pt x="113316" y="389354"/>
                      <a:pt x="122309" y="399605"/>
                      <a:pt x="121014" y="408560"/>
                    </a:cubicBezTo>
                    <a:cubicBezTo>
                      <a:pt x="119756" y="417516"/>
                      <a:pt x="119756" y="427767"/>
                      <a:pt x="123567" y="431616"/>
                    </a:cubicBezTo>
                    <a:cubicBezTo>
                      <a:pt x="127416" y="435465"/>
                      <a:pt x="135077" y="436723"/>
                      <a:pt x="135077" y="436723"/>
                    </a:cubicBezTo>
                    <a:cubicBezTo>
                      <a:pt x="135077" y="436723"/>
                      <a:pt x="132523" y="440572"/>
                      <a:pt x="135077" y="444420"/>
                    </a:cubicBezTo>
                    <a:cubicBezTo>
                      <a:pt x="137630" y="448269"/>
                      <a:pt x="142774" y="449528"/>
                      <a:pt x="142774" y="449528"/>
                    </a:cubicBezTo>
                    <a:cubicBezTo>
                      <a:pt x="142774" y="449528"/>
                      <a:pt x="137667" y="462332"/>
                      <a:pt x="137667" y="467439"/>
                    </a:cubicBezTo>
                    <a:cubicBezTo>
                      <a:pt x="137667" y="472546"/>
                      <a:pt x="119756" y="491790"/>
                      <a:pt x="118460" y="499450"/>
                    </a:cubicBezTo>
                    <a:cubicBezTo>
                      <a:pt x="117165" y="507148"/>
                      <a:pt x="94109" y="521211"/>
                      <a:pt x="83896" y="532757"/>
                    </a:cubicBezTo>
                    <a:cubicBezTo>
                      <a:pt x="73644" y="544266"/>
                      <a:pt x="2554" y="615357"/>
                      <a:pt x="0" y="619206"/>
                    </a:cubicBezTo>
                    <a:cubicBezTo>
                      <a:pt x="13434" y="616652"/>
                      <a:pt x="26904" y="614728"/>
                      <a:pt x="44187" y="624979"/>
                    </a:cubicBezTo>
                    <a:cubicBezTo>
                      <a:pt x="66502" y="638191"/>
                      <a:pt x="119941" y="694442"/>
                      <a:pt x="132560" y="718459"/>
                    </a:cubicBezTo>
                    <a:cubicBezTo>
                      <a:pt x="145994" y="744068"/>
                      <a:pt x="132560" y="763275"/>
                      <a:pt x="132560" y="763275"/>
                    </a:cubicBezTo>
                    <a:cubicBezTo>
                      <a:pt x="132560" y="763275"/>
                      <a:pt x="162018" y="726120"/>
                      <a:pt x="182520" y="699253"/>
                    </a:cubicBezTo>
                    <a:cubicBezTo>
                      <a:pt x="203022" y="672348"/>
                      <a:pt x="258089" y="598075"/>
                      <a:pt x="279849" y="568617"/>
                    </a:cubicBezTo>
                    <a:cubicBezTo>
                      <a:pt x="301609" y="539159"/>
                      <a:pt x="320816" y="517399"/>
                      <a:pt x="327218" y="509701"/>
                    </a:cubicBezTo>
                    <a:cubicBezTo>
                      <a:pt x="333621" y="502004"/>
                      <a:pt x="346425" y="481539"/>
                      <a:pt x="347721" y="471288"/>
                    </a:cubicBezTo>
                    <a:cubicBezTo>
                      <a:pt x="349016" y="461037"/>
                      <a:pt x="331585" y="447529"/>
                      <a:pt x="340541" y="434725"/>
                    </a:cubicBezTo>
                    <a:cubicBezTo>
                      <a:pt x="349497" y="421920"/>
                      <a:pt x="337988" y="407820"/>
                      <a:pt x="337988" y="407820"/>
                    </a:cubicBezTo>
                    <a:cubicBezTo>
                      <a:pt x="337988" y="407820"/>
                      <a:pt x="336692" y="393721"/>
                      <a:pt x="331585" y="380916"/>
                    </a:cubicBezTo>
                    <a:cubicBezTo>
                      <a:pt x="326478" y="368111"/>
                      <a:pt x="326478" y="354012"/>
                      <a:pt x="317486" y="343761"/>
                    </a:cubicBezTo>
                    <a:cubicBezTo>
                      <a:pt x="308530" y="333510"/>
                      <a:pt x="312379" y="330956"/>
                      <a:pt x="294430" y="292543"/>
                    </a:cubicBezTo>
                    <a:cubicBezTo>
                      <a:pt x="276482" y="254129"/>
                      <a:pt x="235514" y="191365"/>
                      <a:pt x="227854" y="179855"/>
                    </a:cubicBezTo>
                    <a:cubicBezTo>
                      <a:pt x="220156" y="168309"/>
                      <a:pt x="204798" y="149139"/>
                      <a:pt x="193289" y="129896"/>
                    </a:cubicBezTo>
                    <a:cubicBezTo>
                      <a:pt x="181780" y="110689"/>
                      <a:pt x="163350" y="51181"/>
                      <a:pt x="147955" y="28126"/>
                    </a:cubicBezTo>
                    <a:cubicBezTo>
                      <a:pt x="132523" y="5107"/>
                      <a:pt x="114612" y="0"/>
                      <a:pt x="114612" y="0"/>
                    </a:cubicBezTo>
                    <a:close/>
                  </a:path>
                </a:pathLst>
              </a:custGeom>
              <a:solidFill>
                <a:srgbClr val="E4EF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1D913B5-6231-EFF6-3D59-F67A86931247}"/>
                  </a:ext>
                </a:extLst>
              </p:cNvPr>
              <p:cNvSpPr/>
              <p:nvPr/>
            </p:nvSpPr>
            <p:spPr>
              <a:xfrm>
                <a:off x="7144599" y="3779691"/>
                <a:ext cx="145105" cy="260514"/>
              </a:xfrm>
              <a:custGeom>
                <a:avLst/>
                <a:gdLst>
                  <a:gd name="connsiteX0" fmla="*/ 122901 w 145105"/>
                  <a:gd name="connsiteY0" fmla="*/ 11102 h 260514"/>
                  <a:gd name="connsiteX1" fmla="*/ 119497 w 145105"/>
                  <a:gd name="connsiteY1" fmla="*/ 52958 h 260514"/>
                  <a:gd name="connsiteX2" fmla="*/ 130599 w 145105"/>
                  <a:gd name="connsiteY2" fmla="*/ 137482 h 260514"/>
                  <a:gd name="connsiteX3" fmla="*/ 144254 w 145105"/>
                  <a:gd name="connsiteY3" fmla="*/ 232258 h 260514"/>
                  <a:gd name="connsiteX4" fmla="*/ 145106 w 145105"/>
                  <a:gd name="connsiteY4" fmla="*/ 257867 h 260514"/>
                  <a:gd name="connsiteX5" fmla="*/ 136557 w 145105"/>
                  <a:gd name="connsiteY5" fmla="*/ 260420 h 260514"/>
                  <a:gd name="connsiteX6" fmla="*/ 72534 w 145105"/>
                  <a:gd name="connsiteY6" fmla="*/ 257867 h 260514"/>
                  <a:gd name="connsiteX7" fmla="*/ 24721 w 145105"/>
                  <a:gd name="connsiteY7" fmla="*/ 245913 h 260514"/>
                  <a:gd name="connsiteX8" fmla="*/ 22167 w 145105"/>
                  <a:gd name="connsiteY8" fmla="*/ 210905 h 260514"/>
                  <a:gd name="connsiteX9" fmla="*/ 16209 w 145105"/>
                  <a:gd name="connsiteY9" fmla="*/ 168235 h 260514"/>
                  <a:gd name="connsiteX10" fmla="*/ 6809 w 145105"/>
                  <a:gd name="connsiteY10" fmla="*/ 66613 h 260514"/>
                  <a:gd name="connsiteX11" fmla="*/ 0 w 145105"/>
                  <a:gd name="connsiteY11" fmla="*/ 12805 h 260514"/>
                  <a:gd name="connsiteX12" fmla="*/ 13656 w 145105"/>
                  <a:gd name="connsiteY12" fmla="*/ 0 h 260514"/>
                  <a:gd name="connsiteX13" fmla="*/ 35860 w 145105"/>
                  <a:gd name="connsiteY13" fmla="*/ 13656 h 260514"/>
                  <a:gd name="connsiteX14" fmla="*/ 122901 w 145105"/>
                  <a:gd name="connsiteY14" fmla="*/ 11102 h 260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5105" h="260514">
                    <a:moveTo>
                      <a:pt x="122901" y="11102"/>
                    </a:moveTo>
                    <a:cubicBezTo>
                      <a:pt x="122901" y="11102"/>
                      <a:pt x="119497" y="37562"/>
                      <a:pt x="119497" y="52958"/>
                    </a:cubicBezTo>
                    <a:cubicBezTo>
                      <a:pt x="119497" y="68316"/>
                      <a:pt x="129748" y="111873"/>
                      <a:pt x="130599" y="137482"/>
                    </a:cubicBezTo>
                    <a:cubicBezTo>
                      <a:pt x="131450" y="163091"/>
                      <a:pt x="143403" y="224560"/>
                      <a:pt x="144254" y="232258"/>
                    </a:cubicBezTo>
                    <a:cubicBezTo>
                      <a:pt x="145106" y="239918"/>
                      <a:pt x="145106" y="255313"/>
                      <a:pt x="145106" y="257867"/>
                    </a:cubicBezTo>
                    <a:cubicBezTo>
                      <a:pt x="145106" y="260420"/>
                      <a:pt x="145106" y="260420"/>
                      <a:pt x="136557" y="260420"/>
                    </a:cubicBezTo>
                    <a:cubicBezTo>
                      <a:pt x="128008" y="260420"/>
                      <a:pt x="91297" y="261271"/>
                      <a:pt x="72534" y="257867"/>
                    </a:cubicBezTo>
                    <a:cubicBezTo>
                      <a:pt x="53772" y="254462"/>
                      <a:pt x="26127" y="251909"/>
                      <a:pt x="24721" y="245913"/>
                    </a:cubicBezTo>
                    <a:cubicBezTo>
                      <a:pt x="22167" y="234811"/>
                      <a:pt x="22167" y="225411"/>
                      <a:pt x="22167" y="210905"/>
                    </a:cubicBezTo>
                    <a:cubicBezTo>
                      <a:pt x="22167" y="196398"/>
                      <a:pt x="17060" y="176747"/>
                      <a:pt x="16209" y="168235"/>
                    </a:cubicBezTo>
                    <a:cubicBezTo>
                      <a:pt x="15358" y="159687"/>
                      <a:pt x="5107" y="111873"/>
                      <a:pt x="6809" y="66613"/>
                    </a:cubicBezTo>
                    <a:cubicBezTo>
                      <a:pt x="7439" y="50367"/>
                      <a:pt x="814" y="17097"/>
                      <a:pt x="0" y="12805"/>
                    </a:cubicBezTo>
                    <a:lnTo>
                      <a:pt x="13656" y="0"/>
                    </a:lnTo>
                    <a:cubicBezTo>
                      <a:pt x="13656" y="0"/>
                      <a:pt x="12805" y="6846"/>
                      <a:pt x="35860" y="13656"/>
                    </a:cubicBezTo>
                    <a:cubicBezTo>
                      <a:pt x="58879" y="20502"/>
                      <a:pt x="96441" y="22204"/>
                      <a:pt x="122901" y="11102"/>
                    </a:cubicBezTo>
                    <a:close/>
                  </a:path>
                </a:pathLst>
              </a:custGeom>
              <a:solidFill>
                <a:srgbClr val="E7F0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CB578CD-D0C7-BF86-6BAF-49CF82BB1F3F}"/>
                  </a:ext>
                </a:extLst>
              </p:cNvPr>
              <p:cNvSpPr/>
              <p:nvPr/>
            </p:nvSpPr>
            <p:spPr>
              <a:xfrm>
                <a:off x="7640313" y="3794235"/>
                <a:ext cx="141180" cy="252373"/>
              </a:xfrm>
              <a:custGeom>
                <a:avLst/>
                <a:gdLst>
                  <a:gd name="connsiteX0" fmla="*/ 22905 w 141180"/>
                  <a:gd name="connsiteY0" fmla="*/ 2961 h 252373"/>
                  <a:gd name="connsiteX1" fmla="*/ 16910 w 141180"/>
                  <a:gd name="connsiteY1" fmla="*/ 54179 h 252373"/>
                  <a:gd name="connsiteX2" fmla="*/ 4106 w 141180"/>
                  <a:gd name="connsiteY2" fmla="*/ 136150 h 252373"/>
                  <a:gd name="connsiteX3" fmla="*/ 701 w 141180"/>
                  <a:gd name="connsiteY3" fmla="*/ 249725 h 252373"/>
                  <a:gd name="connsiteX4" fmla="*/ 9250 w 141180"/>
                  <a:gd name="connsiteY4" fmla="*/ 252279 h 252373"/>
                  <a:gd name="connsiteX5" fmla="*/ 73272 w 141180"/>
                  <a:gd name="connsiteY5" fmla="*/ 249725 h 252373"/>
                  <a:gd name="connsiteX6" fmla="*/ 121086 w 141180"/>
                  <a:gd name="connsiteY6" fmla="*/ 237772 h 252373"/>
                  <a:gd name="connsiteX7" fmla="*/ 123639 w 141180"/>
                  <a:gd name="connsiteY7" fmla="*/ 202763 h 252373"/>
                  <a:gd name="connsiteX8" fmla="*/ 135185 w 141180"/>
                  <a:gd name="connsiteY8" fmla="*/ 60618 h 252373"/>
                  <a:gd name="connsiteX9" fmla="*/ 141181 w 141180"/>
                  <a:gd name="connsiteY9" fmla="*/ 5551 h 252373"/>
                  <a:gd name="connsiteX10" fmla="*/ 132632 w 141180"/>
                  <a:gd name="connsiteY10" fmla="*/ 0 h 252373"/>
                  <a:gd name="connsiteX11" fmla="*/ 104469 w 141180"/>
                  <a:gd name="connsiteY11" fmla="*/ 15358 h 252373"/>
                  <a:gd name="connsiteX12" fmla="*/ 22905 w 141180"/>
                  <a:gd name="connsiteY12" fmla="*/ 2961 h 252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1180" h="252373">
                    <a:moveTo>
                      <a:pt x="22905" y="2961"/>
                    </a:moveTo>
                    <a:cubicBezTo>
                      <a:pt x="22905" y="2961"/>
                      <a:pt x="16910" y="38821"/>
                      <a:pt x="16910" y="54179"/>
                    </a:cubicBezTo>
                    <a:cubicBezTo>
                      <a:pt x="16910" y="89780"/>
                      <a:pt x="6437" y="119422"/>
                      <a:pt x="4106" y="136150"/>
                    </a:cubicBezTo>
                    <a:cubicBezTo>
                      <a:pt x="-2297" y="182261"/>
                      <a:pt x="701" y="247135"/>
                      <a:pt x="701" y="249725"/>
                    </a:cubicBezTo>
                    <a:cubicBezTo>
                      <a:pt x="701" y="252279"/>
                      <a:pt x="701" y="252279"/>
                      <a:pt x="9250" y="252279"/>
                    </a:cubicBezTo>
                    <a:cubicBezTo>
                      <a:pt x="17798" y="252279"/>
                      <a:pt x="54510" y="253130"/>
                      <a:pt x="73272" y="249725"/>
                    </a:cubicBezTo>
                    <a:cubicBezTo>
                      <a:pt x="92072" y="246320"/>
                      <a:pt x="119716" y="243767"/>
                      <a:pt x="121086" y="237772"/>
                    </a:cubicBezTo>
                    <a:cubicBezTo>
                      <a:pt x="123639" y="226670"/>
                      <a:pt x="123639" y="217270"/>
                      <a:pt x="123639" y="202763"/>
                    </a:cubicBezTo>
                    <a:cubicBezTo>
                      <a:pt x="123639" y="188256"/>
                      <a:pt x="128339" y="116092"/>
                      <a:pt x="135185" y="60618"/>
                    </a:cubicBezTo>
                    <a:cubicBezTo>
                      <a:pt x="137184" y="44483"/>
                      <a:pt x="140292" y="9807"/>
                      <a:pt x="141181" y="5551"/>
                    </a:cubicBezTo>
                    <a:lnTo>
                      <a:pt x="132632" y="0"/>
                    </a:lnTo>
                    <a:cubicBezTo>
                      <a:pt x="132632" y="0"/>
                      <a:pt x="127525" y="8549"/>
                      <a:pt x="104469" y="15358"/>
                    </a:cubicBezTo>
                    <a:cubicBezTo>
                      <a:pt x="81414" y="22167"/>
                      <a:pt x="49403" y="14063"/>
                      <a:pt x="22905" y="2961"/>
                    </a:cubicBezTo>
                    <a:close/>
                  </a:path>
                </a:pathLst>
              </a:custGeom>
              <a:solidFill>
                <a:srgbClr val="E7F0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B9783B7-ED05-8E05-4929-19340723B04C}"/>
                  </a:ext>
                </a:extLst>
              </p:cNvPr>
              <p:cNvSpPr/>
              <p:nvPr/>
            </p:nvSpPr>
            <p:spPr>
              <a:xfrm>
                <a:off x="7361831" y="2782627"/>
                <a:ext cx="208572" cy="266415"/>
              </a:xfrm>
              <a:custGeom>
                <a:avLst/>
                <a:gdLst>
                  <a:gd name="connsiteX0" fmla="*/ 0 w 208572"/>
                  <a:gd name="connsiteY0" fmla="*/ 3344 h 266415"/>
                  <a:gd name="connsiteX1" fmla="*/ 9178 w 208572"/>
                  <a:gd name="connsiteY1" fmla="*/ 142418 h 266415"/>
                  <a:gd name="connsiteX2" fmla="*/ 12397 w 208572"/>
                  <a:gd name="connsiteY2" fmla="*/ 185309 h 266415"/>
                  <a:gd name="connsiteX3" fmla="*/ 41855 w 208572"/>
                  <a:gd name="connsiteY3" fmla="*/ 217950 h 266415"/>
                  <a:gd name="connsiteX4" fmla="*/ 102066 w 208572"/>
                  <a:gd name="connsiteY4" fmla="*/ 264061 h 266415"/>
                  <a:gd name="connsiteX5" fmla="*/ 118719 w 208572"/>
                  <a:gd name="connsiteY5" fmla="*/ 262136 h 266415"/>
                  <a:gd name="connsiteX6" fmla="*/ 194288 w 208572"/>
                  <a:gd name="connsiteY6" fmla="*/ 188492 h 266415"/>
                  <a:gd name="connsiteX7" fmla="*/ 208388 w 208572"/>
                  <a:gd name="connsiteY7" fmla="*/ 157739 h 266415"/>
                  <a:gd name="connsiteX8" fmla="*/ 203725 w 208572"/>
                  <a:gd name="connsiteY8" fmla="*/ 7119 h 266415"/>
                  <a:gd name="connsiteX9" fmla="*/ 0 w 208572"/>
                  <a:gd name="connsiteY9" fmla="*/ 3344 h 266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8572" h="266415">
                    <a:moveTo>
                      <a:pt x="0" y="3344"/>
                    </a:moveTo>
                    <a:cubicBezTo>
                      <a:pt x="0" y="3344"/>
                      <a:pt x="8327" y="128984"/>
                      <a:pt x="9178" y="142418"/>
                    </a:cubicBezTo>
                    <a:cubicBezTo>
                      <a:pt x="10473" y="162920"/>
                      <a:pt x="11102" y="182756"/>
                      <a:pt x="12397" y="185309"/>
                    </a:cubicBezTo>
                    <a:cubicBezTo>
                      <a:pt x="13693" y="187863"/>
                      <a:pt x="18171" y="201333"/>
                      <a:pt x="41855" y="217950"/>
                    </a:cubicBezTo>
                    <a:cubicBezTo>
                      <a:pt x="57990" y="229311"/>
                      <a:pt x="90520" y="257029"/>
                      <a:pt x="102066" y="264061"/>
                    </a:cubicBezTo>
                    <a:cubicBezTo>
                      <a:pt x="106026" y="266503"/>
                      <a:pt x="112946" y="268539"/>
                      <a:pt x="118719" y="262136"/>
                    </a:cubicBezTo>
                    <a:cubicBezTo>
                      <a:pt x="125492" y="254587"/>
                      <a:pt x="180188" y="205774"/>
                      <a:pt x="194288" y="188492"/>
                    </a:cubicBezTo>
                    <a:cubicBezTo>
                      <a:pt x="208388" y="171210"/>
                      <a:pt x="207093" y="164807"/>
                      <a:pt x="208388" y="157739"/>
                    </a:cubicBezTo>
                    <a:cubicBezTo>
                      <a:pt x="209683" y="150708"/>
                      <a:pt x="203725" y="20590"/>
                      <a:pt x="203725" y="7119"/>
                    </a:cubicBezTo>
                    <a:cubicBezTo>
                      <a:pt x="203651" y="-6277"/>
                      <a:pt x="0" y="3344"/>
                      <a:pt x="0" y="3344"/>
                    </a:cubicBezTo>
                    <a:close/>
                  </a:path>
                </a:pathLst>
              </a:custGeom>
              <a:solidFill>
                <a:srgbClr val="552E0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5E26991-F904-2566-B4C7-0452A609DEB8}"/>
                  </a:ext>
                </a:extLst>
              </p:cNvPr>
              <p:cNvSpPr/>
              <p:nvPr/>
            </p:nvSpPr>
            <p:spPr>
              <a:xfrm>
                <a:off x="7624916" y="3167923"/>
                <a:ext cx="23573" cy="163128"/>
              </a:xfrm>
              <a:custGeom>
                <a:avLst/>
                <a:gdLst>
                  <a:gd name="connsiteX0" fmla="*/ 23574 w 23573"/>
                  <a:gd name="connsiteY0" fmla="*/ 163128 h 163128"/>
                  <a:gd name="connsiteX1" fmla="*/ 21501 w 23573"/>
                  <a:gd name="connsiteY1" fmla="*/ 74274 h 163128"/>
                  <a:gd name="connsiteX2" fmla="*/ 11102 w 23573"/>
                  <a:gd name="connsiteY2" fmla="*/ 0 h 163128"/>
                  <a:gd name="connsiteX3" fmla="*/ 0 w 23573"/>
                  <a:gd name="connsiteY3" fmla="*/ 4145 h 163128"/>
                  <a:gd name="connsiteX4" fmla="*/ 8327 w 23573"/>
                  <a:gd name="connsiteY4" fmla="*/ 91593 h 163128"/>
                  <a:gd name="connsiteX5" fmla="*/ 8327 w 23573"/>
                  <a:gd name="connsiteY5" fmla="*/ 160316 h 163128"/>
                  <a:gd name="connsiteX6" fmla="*/ 23574 w 23573"/>
                  <a:gd name="connsiteY6" fmla="*/ 163128 h 163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573" h="163128">
                    <a:moveTo>
                      <a:pt x="23574" y="163128"/>
                    </a:moveTo>
                    <a:cubicBezTo>
                      <a:pt x="23574" y="163128"/>
                      <a:pt x="23574" y="109690"/>
                      <a:pt x="21501" y="74274"/>
                    </a:cubicBezTo>
                    <a:cubicBezTo>
                      <a:pt x="19429" y="38858"/>
                      <a:pt x="11102" y="0"/>
                      <a:pt x="11102" y="0"/>
                    </a:cubicBezTo>
                    <a:lnTo>
                      <a:pt x="0" y="4145"/>
                    </a:lnTo>
                    <a:cubicBezTo>
                      <a:pt x="0" y="4145"/>
                      <a:pt x="6957" y="55511"/>
                      <a:pt x="8327" y="91593"/>
                    </a:cubicBezTo>
                    <a:cubicBezTo>
                      <a:pt x="9733" y="127675"/>
                      <a:pt x="8327" y="160316"/>
                      <a:pt x="8327" y="160316"/>
                    </a:cubicBezTo>
                    <a:lnTo>
                      <a:pt x="23574" y="163128"/>
                    </a:ln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33328D0-F4B0-B0FF-8534-0F61326CCDD4}"/>
                  </a:ext>
                </a:extLst>
              </p:cNvPr>
              <p:cNvSpPr/>
              <p:nvPr/>
            </p:nvSpPr>
            <p:spPr>
              <a:xfrm>
                <a:off x="7608848" y="3333124"/>
                <a:ext cx="67468" cy="50712"/>
              </a:xfrm>
              <a:custGeom>
                <a:avLst/>
                <a:gdLst>
                  <a:gd name="connsiteX0" fmla="*/ 16031 w 67468"/>
                  <a:gd name="connsiteY0" fmla="*/ 3479 h 50712"/>
                  <a:gd name="connsiteX1" fmla="*/ 81 w 67468"/>
                  <a:gd name="connsiteY1" fmla="*/ 25683 h 50712"/>
                  <a:gd name="connsiteX2" fmla="*/ 34794 w 67468"/>
                  <a:gd name="connsiteY2" fmla="*/ 50663 h 50712"/>
                  <a:gd name="connsiteX3" fmla="*/ 67434 w 67468"/>
                  <a:gd name="connsiteY3" fmla="*/ 22908 h 50712"/>
                  <a:gd name="connsiteX4" fmla="*/ 45933 w 67468"/>
                  <a:gd name="connsiteY4" fmla="*/ 0 h 50712"/>
                  <a:gd name="connsiteX5" fmla="*/ 16031 w 67468"/>
                  <a:gd name="connsiteY5" fmla="*/ 3479 h 50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468" h="50712">
                    <a:moveTo>
                      <a:pt x="16031" y="3479"/>
                    </a:moveTo>
                    <a:cubicBezTo>
                      <a:pt x="16031" y="3479"/>
                      <a:pt x="-1325" y="11102"/>
                      <a:pt x="81" y="25683"/>
                    </a:cubicBezTo>
                    <a:cubicBezTo>
                      <a:pt x="1487" y="40264"/>
                      <a:pt x="19547" y="51551"/>
                      <a:pt x="34794" y="50663"/>
                    </a:cubicBezTo>
                    <a:cubicBezTo>
                      <a:pt x="59071" y="49257"/>
                      <a:pt x="68100" y="33307"/>
                      <a:pt x="67434" y="22908"/>
                    </a:cubicBezTo>
                    <a:cubicBezTo>
                      <a:pt x="66731" y="12508"/>
                      <a:pt x="45933" y="0"/>
                      <a:pt x="45933" y="0"/>
                    </a:cubicBezTo>
                    <a:lnTo>
                      <a:pt x="16031" y="3479"/>
                    </a:ln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D2E9A1A-F64E-046A-E876-D3D1C88FC016}"/>
                  </a:ext>
                </a:extLst>
              </p:cNvPr>
              <p:cNvSpPr/>
              <p:nvPr/>
            </p:nvSpPr>
            <p:spPr>
              <a:xfrm>
                <a:off x="7611705" y="3333124"/>
                <a:ext cx="63164" cy="44418"/>
              </a:xfrm>
              <a:custGeom>
                <a:avLst/>
                <a:gdLst>
                  <a:gd name="connsiteX0" fmla="*/ 13175 w 63164"/>
                  <a:gd name="connsiteY0" fmla="*/ 3479 h 44418"/>
                  <a:gd name="connsiteX1" fmla="*/ 0 w 63164"/>
                  <a:gd name="connsiteY1" fmla="*/ 19429 h 44418"/>
                  <a:gd name="connsiteX2" fmla="*/ 32603 w 63164"/>
                  <a:gd name="connsiteY2" fmla="*/ 44409 h 44418"/>
                  <a:gd name="connsiteX3" fmla="*/ 63134 w 63164"/>
                  <a:gd name="connsiteY3" fmla="*/ 22908 h 44418"/>
                  <a:gd name="connsiteX4" fmla="*/ 43002 w 63164"/>
                  <a:gd name="connsiteY4" fmla="*/ 0 h 44418"/>
                  <a:gd name="connsiteX5" fmla="*/ 13175 w 63164"/>
                  <a:gd name="connsiteY5" fmla="*/ 3479 h 44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164" h="44418">
                    <a:moveTo>
                      <a:pt x="13175" y="3479"/>
                    </a:moveTo>
                    <a:cubicBezTo>
                      <a:pt x="13175" y="3479"/>
                      <a:pt x="0" y="10436"/>
                      <a:pt x="0" y="19429"/>
                    </a:cubicBezTo>
                    <a:cubicBezTo>
                      <a:pt x="0" y="34084"/>
                      <a:pt x="17356" y="44779"/>
                      <a:pt x="32603" y="44409"/>
                    </a:cubicBezTo>
                    <a:cubicBezTo>
                      <a:pt x="52254" y="43965"/>
                      <a:pt x="63838" y="33307"/>
                      <a:pt x="63134" y="22908"/>
                    </a:cubicBezTo>
                    <a:cubicBezTo>
                      <a:pt x="62431" y="12508"/>
                      <a:pt x="43002" y="0"/>
                      <a:pt x="43002" y="0"/>
                    </a:cubicBezTo>
                    <a:lnTo>
                      <a:pt x="13175" y="3479"/>
                    </a:lnTo>
                    <a:close/>
                  </a:path>
                </a:pathLst>
              </a:custGeom>
              <a:solidFill>
                <a:srgbClr val="9C9EA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A8E89EE-8EF1-ADCE-9AD9-1BCCE08F4199}"/>
                  </a:ext>
                </a:extLst>
              </p:cNvPr>
              <p:cNvSpPr/>
              <p:nvPr/>
            </p:nvSpPr>
            <p:spPr>
              <a:xfrm>
                <a:off x="7624140" y="3330691"/>
                <a:ext cx="36166" cy="37155"/>
              </a:xfrm>
              <a:custGeom>
                <a:avLst/>
                <a:gdLst>
                  <a:gd name="connsiteX0" fmla="*/ 36155 w 36166"/>
                  <a:gd name="connsiteY0" fmla="*/ 18754 h 37155"/>
                  <a:gd name="connsiteX1" fmla="*/ 18095 w 36166"/>
                  <a:gd name="connsiteY1" fmla="*/ 361 h 37155"/>
                  <a:gd name="connsiteX2" fmla="*/ 36 w 36166"/>
                  <a:gd name="connsiteY2" fmla="*/ 18754 h 37155"/>
                  <a:gd name="connsiteX3" fmla="*/ 18095 w 36166"/>
                  <a:gd name="connsiteY3" fmla="*/ 37146 h 37155"/>
                  <a:gd name="connsiteX4" fmla="*/ 36155 w 36166"/>
                  <a:gd name="connsiteY4" fmla="*/ 18754 h 37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66" h="37155">
                    <a:moveTo>
                      <a:pt x="36155" y="18754"/>
                    </a:moveTo>
                    <a:cubicBezTo>
                      <a:pt x="36525" y="-3821"/>
                      <a:pt x="28087" y="361"/>
                      <a:pt x="18095" y="361"/>
                    </a:cubicBezTo>
                    <a:cubicBezTo>
                      <a:pt x="8140" y="361"/>
                      <a:pt x="-630" y="-4154"/>
                      <a:pt x="36" y="18754"/>
                    </a:cubicBezTo>
                    <a:cubicBezTo>
                      <a:pt x="332" y="28931"/>
                      <a:pt x="2108" y="36813"/>
                      <a:pt x="18095" y="37146"/>
                    </a:cubicBezTo>
                    <a:cubicBezTo>
                      <a:pt x="33083" y="37479"/>
                      <a:pt x="36007" y="28894"/>
                      <a:pt x="36155" y="18754"/>
                    </a:cubicBezTo>
                    <a:close/>
                  </a:path>
                </a:pathLst>
              </a:custGeom>
              <a:solidFill>
                <a:srgbClr val="C2C6CD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B7E32E6-DD1A-632B-1097-B35DA36E4222}"/>
                  </a:ext>
                </a:extLst>
              </p:cNvPr>
              <p:cNvSpPr/>
              <p:nvPr/>
            </p:nvSpPr>
            <p:spPr>
              <a:xfrm>
                <a:off x="7619698" y="3320282"/>
                <a:ext cx="45111" cy="35749"/>
              </a:xfrm>
              <a:custGeom>
                <a:avLst/>
                <a:gdLst>
                  <a:gd name="connsiteX0" fmla="*/ 45112 w 45111"/>
                  <a:gd name="connsiteY0" fmla="*/ 17875 h 35749"/>
                  <a:gd name="connsiteX1" fmla="*/ 22574 w 45111"/>
                  <a:gd name="connsiteY1" fmla="*/ 35749 h 35749"/>
                  <a:gd name="connsiteX2" fmla="*/ 0 w 45111"/>
                  <a:gd name="connsiteY2" fmla="*/ 17875 h 35749"/>
                  <a:gd name="connsiteX3" fmla="*/ 22574 w 45111"/>
                  <a:gd name="connsiteY3" fmla="*/ 0 h 35749"/>
                  <a:gd name="connsiteX4" fmla="*/ 45112 w 45111"/>
                  <a:gd name="connsiteY4" fmla="*/ 17875 h 3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1" h="35749">
                    <a:moveTo>
                      <a:pt x="45112" y="17875"/>
                    </a:moveTo>
                    <a:cubicBezTo>
                      <a:pt x="45112" y="27755"/>
                      <a:pt x="35009" y="35749"/>
                      <a:pt x="22574" y="35749"/>
                    </a:cubicBezTo>
                    <a:cubicBezTo>
                      <a:pt x="10103" y="35749"/>
                      <a:pt x="0" y="27755"/>
                      <a:pt x="0" y="17875"/>
                    </a:cubicBezTo>
                    <a:cubicBezTo>
                      <a:pt x="0" y="7994"/>
                      <a:pt x="10103" y="0"/>
                      <a:pt x="22574" y="0"/>
                    </a:cubicBezTo>
                    <a:cubicBezTo>
                      <a:pt x="35009" y="0"/>
                      <a:pt x="45112" y="8031"/>
                      <a:pt x="45112" y="17875"/>
                    </a:cubicBezTo>
                    <a:close/>
                  </a:path>
                </a:pathLst>
              </a:custGeom>
              <a:solidFill>
                <a:srgbClr val="B2B5BF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5F32802-780D-F0D2-CC0E-EDD77B1FC255}"/>
                  </a:ext>
                </a:extLst>
              </p:cNvPr>
              <p:cNvSpPr/>
              <p:nvPr/>
            </p:nvSpPr>
            <p:spPr>
              <a:xfrm>
                <a:off x="7617279" y="3318189"/>
                <a:ext cx="51026" cy="41334"/>
              </a:xfrm>
              <a:custGeom>
                <a:avLst/>
                <a:gdLst>
                  <a:gd name="connsiteX0" fmla="*/ 51010 w 51026"/>
                  <a:gd name="connsiteY0" fmla="*/ 19450 h 41334"/>
                  <a:gd name="connsiteX1" fmla="*/ 24624 w 51026"/>
                  <a:gd name="connsiteY1" fmla="*/ 21 h 41334"/>
                  <a:gd name="connsiteX2" fmla="*/ 347 w 51026"/>
                  <a:gd name="connsiteY2" fmla="*/ 22929 h 41334"/>
                  <a:gd name="connsiteX3" fmla="*/ 25660 w 51026"/>
                  <a:gd name="connsiteY3" fmla="*/ 41321 h 41334"/>
                  <a:gd name="connsiteX4" fmla="*/ 51010 w 51026"/>
                  <a:gd name="connsiteY4" fmla="*/ 19450 h 41334"/>
                  <a:gd name="connsiteX5" fmla="*/ 25993 w 51026"/>
                  <a:gd name="connsiteY5" fmla="*/ 35067 h 41334"/>
                  <a:gd name="connsiteX6" fmla="*/ 4492 w 51026"/>
                  <a:gd name="connsiteY6" fmla="*/ 17007 h 41334"/>
                  <a:gd name="connsiteX7" fmla="*/ 25660 w 51026"/>
                  <a:gd name="connsiteY7" fmla="*/ 4499 h 41334"/>
                  <a:gd name="connsiteX8" fmla="*/ 45089 w 51026"/>
                  <a:gd name="connsiteY8" fmla="*/ 18377 h 41334"/>
                  <a:gd name="connsiteX9" fmla="*/ 25993 w 51026"/>
                  <a:gd name="connsiteY9" fmla="*/ 35067 h 41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026" h="41334">
                    <a:moveTo>
                      <a:pt x="51010" y="19450"/>
                    </a:moveTo>
                    <a:cubicBezTo>
                      <a:pt x="50344" y="4092"/>
                      <a:pt x="32950" y="-349"/>
                      <a:pt x="24624" y="21"/>
                    </a:cubicBezTo>
                    <a:cubicBezTo>
                      <a:pt x="16260" y="354"/>
                      <a:pt x="-2799" y="6275"/>
                      <a:pt x="347" y="22929"/>
                    </a:cubicBezTo>
                    <a:cubicBezTo>
                      <a:pt x="3456" y="39582"/>
                      <a:pt x="19073" y="40988"/>
                      <a:pt x="25660" y="41321"/>
                    </a:cubicBezTo>
                    <a:cubicBezTo>
                      <a:pt x="32247" y="41654"/>
                      <a:pt x="51676" y="35770"/>
                      <a:pt x="51010" y="19450"/>
                    </a:cubicBezTo>
                    <a:close/>
                    <a:moveTo>
                      <a:pt x="25993" y="35067"/>
                    </a:moveTo>
                    <a:cubicBezTo>
                      <a:pt x="19036" y="35437"/>
                      <a:pt x="2752" y="30219"/>
                      <a:pt x="4492" y="17007"/>
                    </a:cubicBezTo>
                    <a:cubicBezTo>
                      <a:pt x="5528" y="9014"/>
                      <a:pt x="16297" y="3463"/>
                      <a:pt x="25660" y="4499"/>
                    </a:cubicBezTo>
                    <a:cubicBezTo>
                      <a:pt x="34986" y="5535"/>
                      <a:pt x="43201" y="7719"/>
                      <a:pt x="45089" y="18377"/>
                    </a:cubicBezTo>
                    <a:cubicBezTo>
                      <a:pt x="47161" y="30219"/>
                      <a:pt x="32247" y="34734"/>
                      <a:pt x="25993" y="35067"/>
                    </a:cubicBez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451E95E-73A5-3FE1-61CA-039BCA2732AC}"/>
                  </a:ext>
                </a:extLst>
              </p:cNvPr>
              <p:cNvSpPr/>
              <p:nvPr/>
            </p:nvSpPr>
            <p:spPr>
              <a:xfrm>
                <a:off x="7225531" y="3124588"/>
                <a:ext cx="98109" cy="314610"/>
              </a:xfrm>
              <a:custGeom>
                <a:avLst/>
                <a:gdLst>
                  <a:gd name="connsiteX0" fmla="*/ 98109 w 98109"/>
                  <a:gd name="connsiteY0" fmla="*/ 3257 h 314610"/>
                  <a:gd name="connsiteX1" fmla="*/ 54848 w 98109"/>
                  <a:gd name="connsiteY1" fmla="*/ 164275 h 314610"/>
                  <a:gd name="connsiteX2" fmla="*/ 53922 w 98109"/>
                  <a:gd name="connsiteY2" fmla="*/ 212866 h 314610"/>
                  <a:gd name="connsiteX3" fmla="*/ 68281 w 98109"/>
                  <a:gd name="connsiteY3" fmla="*/ 225818 h 314610"/>
                  <a:gd name="connsiteX4" fmla="*/ 82159 w 98109"/>
                  <a:gd name="connsiteY4" fmla="*/ 273484 h 314610"/>
                  <a:gd name="connsiteX5" fmla="*/ 83084 w 98109"/>
                  <a:gd name="connsiteY5" fmla="*/ 302165 h 314610"/>
                  <a:gd name="connsiteX6" fmla="*/ 71501 w 98109"/>
                  <a:gd name="connsiteY6" fmla="*/ 301720 h 314610"/>
                  <a:gd name="connsiteX7" fmla="*/ 69169 w 98109"/>
                  <a:gd name="connsiteY7" fmla="*/ 261457 h 314610"/>
                  <a:gd name="connsiteX8" fmla="*/ 46965 w 98109"/>
                  <a:gd name="connsiteY8" fmla="*/ 232295 h 314610"/>
                  <a:gd name="connsiteX9" fmla="*/ 18284 w 98109"/>
                  <a:gd name="connsiteY9" fmla="*/ 263751 h 314610"/>
                  <a:gd name="connsiteX10" fmla="*/ 13658 w 98109"/>
                  <a:gd name="connsiteY10" fmla="*/ 313711 h 314610"/>
                  <a:gd name="connsiteX11" fmla="*/ 225 w 98109"/>
                  <a:gd name="connsiteY11" fmla="*/ 313267 h 314610"/>
                  <a:gd name="connsiteX12" fmla="*/ 4407 w 98109"/>
                  <a:gd name="connsiteY12" fmla="*/ 253093 h 314610"/>
                  <a:gd name="connsiteX13" fmla="*/ 27092 w 98109"/>
                  <a:gd name="connsiteY13" fmla="*/ 221156 h 314610"/>
                  <a:gd name="connsiteX14" fmla="*/ 35863 w 98109"/>
                  <a:gd name="connsiteY14" fmla="*/ 198026 h 314610"/>
                  <a:gd name="connsiteX15" fmla="*/ 47890 w 98109"/>
                  <a:gd name="connsiteY15" fmla="*/ 138814 h 314610"/>
                  <a:gd name="connsiteX16" fmla="*/ 86970 w 98109"/>
                  <a:gd name="connsiteY16" fmla="*/ 0 h 314610"/>
                  <a:gd name="connsiteX17" fmla="*/ 98109 w 98109"/>
                  <a:gd name="connsiteY17" fmla="*/ 3257 h 314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8109" h="314610">
                    <a:moveTo>
                      <a:pt x="98109" y="3257"/>
                    </a:moveTo>
                    <a:cubicBezTo>
                      <a:pt x="98109" y="3257"/>
                      <a:pt x="58548" y="139740"/>
                      <a:pt x="54848" y="164275"/>
                    </a:cubicBezTo>
                    <a:cubicBezTo>
                      <a:pt x="51147" y="188811"/>
                      <a:pt x="52812" y="208425"/>
                      <a:pt x="53922" y="212866"/>
                    </a:cubicBezTo>
                    <a:cubicBezTo>
                      <a:pt x="55773" y="220267"/>
                      <a:pt x="62249" y="219823"/>
                      <a:pt x="68281" y="225818"/>
                    </a:cubicBezTo>
                    <a:cubicBezTo>
                      <a:pt x="74276" y="231851"/>
                      <a:pt x="81678" y="248504"/>
                      <a:pt x="82159" y="273484"/>
                    </a:cubicBezTo>
                    <a:cubicBezTo>
                      <a:pt x="82640" y="298464"/>
                      <a:pt x="83084" y="302165"/>
                      <a:pt x="83084" y="302165"/>
                    </a:cubicBezTo>
                    <a:cubicBezTo>
                      <a:pt x="83084" y="302165"/>
                      <a:pt x="71982" y="304496"/>
                      <a:pt x="71501" y="301720"/>
                    </a:cubicBezTo>
                    <a:cubicBezTo>
                      <a:pt x="71020" y="298945"/>
                      <a:pt x="71982" y="279516"/>
                      <a:pt x="69169" y="261457"/>
                    </a:cubicBezTo>
                    <a:cubicBezTo>
                      <a:pt x="66394" y="243397"/>
                      <a:pt x="62693" y="230925"/>
                      <a:pt x="46965" y="232295"/>
                    </a:cubicBezTo>
                    <a:cubicBezTo>
                      <a:pt x="31237" y="233701"/>
                      <a:pt x="19210" y="248985"/>
                      <a:pt x="18284" y="263751"/>
                    </a:cubicBezTo>
                    <a:cubicBezTo>
                      <a:pt x="16915" y="285511"/>
                      <a:pt x="13658" y="313711"/>
                      <a:pt x="13658" y="313711"/>
                    </a:cubicBezTo>
                    <a:cubicBezTo>
                      <a:pt x="13658" y="313711"/>
                      <a:pt x="1150" y="316005"/>
                      <a:pt x="225" y="313267"/>
                    </a:cubicBezTo>
                    <a:cubicBezTo>
                      <a:pt x="-700" y="310491"/>
                      <a:pt x="1335" y="266119"/>
                      <a:pt x="4407" y="253093"/>
                    </a:cubicBezTo>
                    <a:cubicBezTo>
                      <a:pt x="8107" y="237365"/>
                      <a:pt x="24317" y="223931"/>
                      <a:pt x="27092" y="221156"/>
                    </a:cubicBezTo>
                    <a:cubicBezTo>
                      <a:pt x="29868" y="218380"/>
                      <a:pt x="33124" y="214198"/>
                      <a:pt x="35863" y="198026"/>
                    </a:cubicBezTo>
                    <a:cubicBezTo>
                      <a:pt x="38638" y="181817"/>
                      <a:pt x="42820" y="160538"/>
                      <a:pt x="47890" y="138814"/>
                    </a:cubicBezTo>
                    <a:cubicBezTo>
                      <a:pt x="52997" y="117054"/>
                      <a:pt x="86970" y="0"/>
                      <a:pt x="86970" y="0"/>
                    </a:cubicBezTo>
                    <a:lnTo>
                      <a:pt x="98109" y="3257"/>
                    </a:ln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70EF326-C5C2-68A8-3A69-7171EB9EB558}"/>
                  </a:ext>
                </a:extLst>
              </p:cNvPr>
              <p:cNvSpPr/>
              <p:nvPr/>
            </p:nvSpPr>
            <p:spPr>
              <a:xfrm>
                <a:off x="7226704" y="3436337"/>
                <a:ext cx="36799" cy="126342"/>
              </a:xfrm>
              <a:custGeom>
                <a:avLst/>
                <a:gdLst>
                  <a:gd name="connsiteX0" fmla="*/ 19110 w 36799"/>
                  <a:gd name="connsiteY0" fmla="*/ 126343 h 126342"/>
                  <a:gd name="connsiteX1" fmla="*/ 17149 w 36799"/>
                  <a:gd name="connsiteY1" fmla="*/ 126121 h 126342"/>
                  <a:gd name="connsiteX2" fmla="*/ 1161 w 36799"/>
                  <a:gd name="connsiteY2" fmla="*/ 85857 h 126342"/>
                  <a:gd name="connsiteX3" fmla="*/ 680 w 36799"/>
                  <a:gd name="connsiteY3" fmla="*/ 0 h 126342"/>
                  <a:gd name="connsiteX4" fmla="*/ 4825 w 36799"/>
                  <a:gd name="connsiteY4" fmla="*/ 111 h 126342"/>
                  <a:gd name="connsiteX5" fmla="*/ 5269 w 36799"/>
                  <a:gd name="connsiteY5" fmla="*/ 85450 h 126342"/>
                  <a:gd name="connsiteX6" fmla="*/ 18000 w 36799"/>
                  <a:gd name="connsiteY6" fmla="*/ 122013 h 126342"/>
                  <a:gd name="connsiteX7" fmla="*/ 25882 w 36799"/>
                  <a:gd name="connsiteY7" fmla="*/ 116536 h 126342"/>
                  <a:gd name="connsiteX8" fmla="*/ 32137 w 36799"/>
                  <a:gd name="connsiteY8" fmla="*/ 107506 h 126342"/>
                  <a:gd name="connsiteX9" fmla="*/ 36799 w 36799"/>
                  <a:gd name="connsiteY9" fmla="*/ 111429 h 126342"/>
                  <a:gd name="connsiteX10" fmla="*/ 28843 w 36799"/>
                  <a:gd name="connsiteY10" fmla="*/ 120792 h 126342"/>
                  <a:gd name="connsiteX11" fmla="*/ 19110 w 36799"/>
                  <a:gd name="connsiteY11" fmla="*/ 126343 h 126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6799" h="126342">
                    <a:moveTo>
                      <a:pt x="19110" y="126343"/>
                    </a:moveTo>
                    <a:cubicBezTo>
                      <a:pt x="18481" y="126343"/>
                      <a:pt x="17815" y="126269"/>
                      <a:pt x="17149" y="126121"/>
                    </a:cubicBezTo>
                    <a:cubicBezTo>
                      <a:pt x="8378" y="124233"/>
                      <a:pt x="3456" y="111799"/>
                      <a:pt x="1161" y="85857"/>
                    </a:cubicBezTo>
                    <a:cubicBezTo>
                      <a:pt x="-1133" y="59656"/>
                      <a:pt x="680" y="592"/>
                      <a:pt x="680" y="0"/>
                    </a:cubicBezTo>
                    <a:lnTo>
                      <a:pt x="4825" y="111"/>
                    </a:lnTo>
                    <a:cubicBezTo>
                      <a:pt x="4788" y="703"/>
                      <a:pt x="3012" y="59508"/>
                      <a:pt x="5269" y="85450"/>
                    </a:cubicBezTo>
                    <a:cubicBezTo>
                      <a:pt x="7268" y="108320"/>
                      <a:pt x="11560" y="120607"/>
                      <a:pt x="18000" y="122013"/>
                    </a:cubicBezTo>
                    <a:cubicBezTo>
                      <a:pt x="20442" y="122531"/>
                      <a:pt x="23070" y="119756"/>
                      <a:pt x="25882" y="116536"/>
                    </a:cubicBezTo>
                    <a:cubicBezTo>
                      <a:pt x="32173" y="109357"/>
                      <a:pt x="32099" y="107543"/>
                      <a:pt x="32137" y="107506"/>
                    </a:cubicBezTo>
                    <a:lnTo>
                      <a:pt x="36799" y="111429"/>
                    </a:lnTo>
                    <a:cubicBezTo>
                      <a:pt x="36725" y="111503"/>
                      <a:pt x="35282" y="113427"/>
                      <a:pt x="28843" y="120792"/>
                    </a:cubicBezTo>
                    <a:cubicBezTo>
                      <a:pt x="27585" y="122309"/>
                      <a:pt x="24032" y="126343"/>
                      <a:pt x="19110" y="126343"/>
                    </a:cubicBezTo>
                    <a:close/>
                  </a:path>
                </a:pathLst>
              </a:custGeom>
              <a:solidFill>
                <a:srgbClr val="9A9CA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ECE2393-6481-FF81-DF82-A7B97F4BB83E}"/>
                  </a:ext>
                </a:extLst>
              </p:cNvPr>
              <p:cNvSpPr/>
              <p:nvPr/>
            </p:nvSpPr>
            <p:spPr>
              <a:xfrm>
                <a:off x="7225904" y="3426086"/>
                <a:ext cx="79592" cy="148362"/>
              </a:xfrm>
              <a:custGeom>
                <a:avLst/>
                <a:gdLst>
                  <a:gd name="connsiteX0" fmla="*/ 35268 w 79592"/>
                  <a:gd name="connsiteY0" fmla="*/ 148362 h 148362"/>
                  <a:gd name="connsiteX1" fmla="*/ 19614 w 79592"/>
                  <a:gd name="connsiteY1" fmla="*/ 145587 h 148362"/>
                  <a:gd name="connsiteX2" fmla="*/ 0 w 79592"/>
                  <a:gd name="connsiteY2" fmla="*/ 139999 h 148362"/>
                  <a:gd name="connsiteX3" fmla="*/ 1998 w 79592"/>
                  <a:gd name="connsiteY3" fmla="*/ 135151 h 148362"/>
                  <a:gd name="connsiteX4" fmla="*/ 20872 w 79592"/>
                  <a:gd name="connsiteY4" fmla="*/ 141590 h 148362"/>
                  <a:gd name="connsiteX5" fmla="*/ 49516 w 79592"/>
                  <a:gd name="connsiteY5" fmla="*/ 139629 h 148362"/>
                  <a:gd name="connsiteX6" fmla="*/ 73719 w 79592"/>
                  <a:gd name="connsiteY6" fmla="*/ 61469 h 148362"/>
                  <a:gd name="connsiteX7" fmla="*/ 74644 w 79592"/>
                  <a:gd name="connsiteY7" fmla="*/ 296 h 148362"/>
                  <a:gd name="connsiteX8" fmla="*/ 78789 w 79592"/>
                  <a:gd name="connsiteY8" fmla="*/ 0 h 148362"/>
                  <a:gd name="connsiteX9" fmla="*/ 77863 w 79592"/>
                  <a:gd name="connsiteY9" fmla="*/ 61913 h 148362"/>
                  <a:gd name="connsiteX10" fmla="*/ 52069 w 79592"/>
                  <a:gd name="connsiteY10" fmla="*/ 142922 h 148362"/>
                  <a:gd name="connsiteX11" fmla="*/ 35268 w 79592"/>
                  <a:gd name="connsiteY11" fmla="*/ 148362 h 14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9592" h="148362">
                    <a:moveTo>
                      <a:pt x="35268" y="148362"/>
                    </a:moveTo>
                    <a:cubicBezTo>
                      <a:pt x="29569" y="148362"/>
                      <a:pt x="24055" y="146993"/>
                      <a:pt x="19614" y="145587"/>
                    </a:cubicBezTo>
                    <a:cubicBezTo>
                      <a:pt x="12249" y="143292"/>
                      <a:pt x="111" y="140073"/>
                      <a:pt x="0" y="139999"/>
                    </a:cubicBezTo>
                    <a:lnTo>
                      <a:pt x="1998" y="135151"/>
                    </a:lnTo>
                    <a:cubicBezTo>
                      <a:pt x="2109" y="135188"/>
                      <a:pt x="13619" y="139332"/>
                      <a:pt x="20872" y="141590"/>
                    </a:cubicBezTo>
                    <a:cubicBezTo>
                      <a:pt x="28866" y="144069"/>
                      <a:pt x="40486" y="146586"/>
                      <a:pt x="49516" y="139629"/>
                    </a:cubicBezTo>
                    <a:cubicBezTo>
                      <a:pt x="58916" y="132375"/>
                      <a:pt x="70425" y="90927"/>
                      <a:pt x="73719" y="61469"/>
                    </a:cubicBezTo>
                    <a:cubicBezTo>
                      <a:pt x="76901" y="32862"/>
                      <a:pt x="74644" y="629"/>
                      <a:pt x="74644" y="296"/>
                    </a:cubicBezTo>
                    <a:lnTo>
                      <a:pt x="78789" y="0"/>
                    </a:lnTo>
                    <a:cubicBezTo>
                      <a:pt x="78826" y="333"/>
                      <a:pt x="81083" y="32899"/>
                      <a:pt x="77863" y="61913"/>
                    </a:cubicBezTo>
                    <a:cubicBezTo>
                      <a:pt x="74755" y="89817"/>
                      <a:pt x="63468" y="134114"/>
                      <a:pt x="52069" y="142922"/>
                    </a:cubicBezTo>
                    <a:cubicBezTo>
                      <a:pt x="46777" y="147030"/>
                      <a:pt x="40930" y="148362"/>
                      <a:pt x="35268" y="148362"/>
                    </a:cubicBezTo>
                    <a:close/>
                  </a:path>
                </a:pathLst>
              </a:custGeom>
              <a:solidFill>
                <a:srgbClr val="9597A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0771B30-5494-4D53-2809-5D8A34660D3C}"/>
                  </a:ext>
                </a:extLst>
              </p:cNvPr>
              <p:cNvSpPr/>
              <p:nvPr/>
            </p:nvSpPr>
            <p:spPr>
              <a:xfrm>
                <a:off x="7253246" y="3528980"/>
                <a:ext cx="23687" cy="23834"/>
              </a:xfrm>
              <a:custGeom>
                <a:avLst/>
                <a:gdLst>
                  <a:gd name="connsiteX0" fmla="*/ 20175 w 23687"/>
                  <a:gd name="connsiteY0" fmla="*/ 1837 h 23834"/>
                  <a:gd name="connsiteX1" fmla="*/ 20619 w 23687"/>
                  <a:gd name="connsiteY1" fmla="*/ 14789 h 23834"/>
                  <a:gd name="connsiteX2" fmla="*/ 9998 w 23687"/>
                  <a:gd name="connsiteY2" fmla="*/ 23597 h 23834"/>
                  <a:gd name="connsiteX3" fmla="*/ 265 w 23687"/>
                  <a:gd name="connsiteY3" fmla="*/ 15714 h 23834"/>
                  <a:gd name="connsiteX4" fmla="*/ 10886 w 23687"/>
                  <a:gd name="connsiteY4" fmla="*/ 911 h 23834"/>
                  <a:gd name="connsiteX5" fmla="*/ 20175 w 23687"/>
                  <a:gd name="connsiteY5" fmla="*/ 1837 h 23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687" h="23834">
                    <a:moveTo>
                      <a:pt x="20175" y="1837"/>
                    </a:moveTo>
                    <a:cubicBezTo>
                      <a:pt x="25208" y="5204"/>
                      <a:pt x="24357" y="10163"/>
                      <a:pt x="20619" y="14789"/>
                    </a:cubicBezTo>
                    <a:cubicBezTo>
                      <a:pt x="16918" y="19415"/>
                      <a:pt x="11737" y="22820"/>
                      <a:pt x="9998" y="23597"/>
                    </a:cubicBezTo>
                    <a:cubicBezTo>
                      <a:pt x="6741" y="25003"/>
                      <a:pt x="-1585" y="19896"/>
                      <a:pt x="265" y="15714"/>
                    </a:cubicBezTo>
                    <a:cubicBezTo>
                      <a:pt x="2116" y="11569"/>
                      <a:pt x="8148" y="1837"/>
                      <a:pt x="10886" y="911"/>
                    </a:cubicBezTo>
                    <a:cubicBezTo>
                      <a:pt x="13699" y="23"/>
                      <a:pt x="16030" y="-939"/>
                      <a:pt x="20175" y="1837"/>
                    </a:cubicBez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0F9935A-ED1B-0CA2-2EEE-DA4F974C9FCC}"/>
                  </a:ext>
                </a:extLst>
              </p:cNvPr>
              <p:cNvSpPr/>
              <p:nvPr/>
            </p:nvSpPr>
            <p:spPr>
              <a:xfrm>
                <a:off x="7215876" y="3556439"/>
                <a:ext cx="23476" cy="17171"/>
              </a:xfrm>
              <a:custGeom>
                <a:avLst/>
                <a:gdLst>
                  <a:gd name="connsiteX0" fmla="*/ 20537 w 23476"/>
                  <a:gd name="connsiteY0" fmla="*/ 16973 h 17171"/>
                  <a:gd name="connsiteX1" fmla="*/ 2034 w 23476"/>
                  <a:gd name="connsiteY1" fmla="*/ 13716 h 17171"/>
                  <a:gd name="connsiteX2" fmla="*/ 5734 w 23476"/>
                  <a:gd name="connsiteY2" fmla="*/ 283 h 17171"/>
                  <a:gd name="connsiteX3" fmla="*/ 23313 w 23476"/>
                  <a:gd name="connsiteY3" fmla="*/ 5353 h 17171"/>
                  <a:gd name="connsiteX4" fmla="*/ 20537 w 23476"/>
                  <a:gd name="connsiteY4" fmla="*/ 16973 h 1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476" h="17171">
                    <a:moveTo>
                      <a:pt x="20537" y="16973"/>
                    </a:moveTo>
                    <a:cubicBezTo>
                      <a:pt x="20537" y="16973"/>
                      <a:pt x="6660" y="18379"/>
                      <a:pt x="2034" y="13716"/>
                    </a:cubicBezTo>
                    <a:cubicBezTo>
                      <a:pt x="-2592" y="9090"/>
                      <a:pt x="1553" y="1689"/>
                      <a:pt x="5734" y="283"/>
                    </a:cubicBezTo>
                    <a:cubicBezTo>
                      <a:pt x="9879" y="-1124"/>
                      <a:pt x="22869" y="3058"/>
                      <a:pt x="23313" y="5353"/>
                    </a:cubicBezTo>
                    <a:cubicBezTo>
                      <a:pt x="23794" y="7721"/>
                      <a:pt x="23313" y="14641"/>
                      <a:pt x="20537" y="16973"/>
                    </a:cubicBezTo>
                    <a:close/>
                  </a:path>
                </a:pathLst>
              </a:custGeom>
              <a:solidFill>
                <a:srgbClr val="111112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9983542-F683-79E0-CA4E-1F71E1BF8D8E}"/>
                  </a:ext>
                </a:extLst>
              </p:cNvPr>
              <p:cNvSpPr/>
              <p:nvPr/>
            </p:nvSpPr>
            <p:spPr>
              <a:xfrm>
                <a:off x="7256192" y="2965683"/>
                <a:ext cx="188091" cy="494708"/>
              </a:xfrm>
              <a:custGeom>
                <a:avLst/>
                <a:gdLst>
                  <a:gd name="connsiteX0" fmla="*/ 115483 w 188091"/>
                  <a:gd name="connsiteY0" fmla="*/ 329 h 494708"/>
                  <a:gd name="connsiteX1" fmla="*/ 134283 w 188091"/>
                  <a:gd name="connsiteY1" fmla="*/ 160015 h 494708"/>
                  <a:gd name="connsiteX2" fmla="*/ 181245 w 188091"/>
                  <a:gd name="connsiteY2" fmla="*/ 425542 h 494708"/>
                  <a:gd name="connsiteX3" fmla="*/ 188091 w 188091"/>
                  <a:gd name="connsiteY3" fmla="*/ 494709 h 494708"/>
                  <a:gd name="connsiteX4" fmla="*/ 142831 w 188091"/>
                  <a:gd name="connsiteY4" fmla="*/ 393124 h 494708"/>
                  <a:gd name="connsiteX5" fmla="*/ 15600 w 188091"/>
                  <a:gd name="connsiteY5" fmla="*/ 198466 h 494708"/>
                  <a:gd name="connsiteX6" fmla="*/ 18154 w 188091"/>
                  <a:gd name="connsiteY6" fmla="*/ 189066 h 494708"/>
                  <a:gd name="connsiteX7" fmla="*/ 60860 w 188091"/>
                  <a:gd name="connsiteY7" fmla="*/ 154908 h 494708"/>
                  <a:gd name="connsiteX8" fmla="*/ 18154 w 188091"/>
                  <a:gd name="connsiteY8" fmla="*/ 142103 h 494708"/>
                  <a:gd name="connsiteX9" fmla="*/ 205 w 188091"/>
                  <a:gd name="connsiteY9" fmla="*/ 131852 h 494708"/>
                  <a:gd name="connsiteX10" fmla="*/ 30958 w 188091"/>
                  <a:gd name="connsiteY10" fmla="*/ 89997 h 494708"/>
                  <a:gd name="connsiteX11" fmla="*/ 88172 w 188091"/>
                  <a:gd name="connsiteY11" fmla="*/ 32784 h 494708"/>
                  <a:gd name="connsiteX12" fmla="*/ 115483 w 188091"/>
                  <a:gd name="connsiteY12" fmla="*/ 329 h 49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8091" h="494708">
                    <a:moveTo>
                      <a:pt x="115483" y="329"/>
                    </a:moveTo>
                    <a:cubicBezTo>
                      <a:pt x="112078" y="16538"/>
                      <a:pt x="108637" y="33635"/>
                      <a:pt x="134283" y="160015"/>
                    </a:cubicBezTo>
                    <a:cubicBezTo>
                      <a:pt x="159892" y="286358"/>
                      <a:pt x="176989" y="390533"/>
                      <a:pt x="181245" y="425542"/>
                    </a:cubicBezTo>
                    <a:cubicBezTo>
                      <a:pt x="185501" y="460551"/>
                      <a:pt x="188091" y="494709"/>
                      <a:pt x="188091" y="494709"/>
                    </a:cubicBezTo>
                    <a:cubicBezTo>
                      <a:pt x="188091" y="494709"/>
                      <a:pt x="172733" y="435793"/>
                      <a:pt x="142831" y="393124"/>
                    </a:cubicBezTo>
                    <a:cubicBezTo>
                      <a:pt x="112929" y="350455"/>
                      <a:pt x="18191" y="201870"/>
                      <a:pt x="15600" y="198466"/>
                    </a:cubicBezTo>
                    <a:cubicBezTo>
                      <a:pt x="13047" y="195061"/>
                      <a:pt x="12196" y="193359"/>
                      <a:pt x="18154" y="189066"/>
                    </a:cubicBezTo>
                    <a:cubicBezTo>
                      <a:pt x="24149" y="184810"/>
                      <a:pt x="60860" y="154908"/>
                      <a:pt x="60860" y="154908"/>
                    </a:cubicBezTo>
                    <a:cubicBezTo>
                      <a:pt x="60860" y="154908"/>
                      <a:pt x="32698" y="147210"/>
                      <a:pt x="18154" y="142103"/>
                    </a:cubicBezTo>
                    <a:cubicBezTo>
                      <a:pt x="7644" y="138403"/>
                      <a:pt x="-1497" y="136108"/>
                      <a:pt x="205" y="131852"/>
                    </a:cubicBezTo>
                    <a:cubicBezTo>
                      <a:pt x="1908" y="127597"/>
                      <a:pt x="16414" y="107946"/>
                      <a:pt x="30958" y="89997"/>
                    </a:cubicBezTo>
                    <a:cubicBezTo>
                      <a:pt x="45465" y="72086"/>
                      <a:pt x="76218" y="44737"/>
                      <a:pt x="88172" y="32784"/>
                    </a:cubicBezTo>
                    <a:cubicBezTo>
                      <a:pt x="100088" y="20831"/>
                      <a:pt x="108637" y="-3076"/>
                      <a:pt x="115483" y="329"/>
                    </a:cubicBezTo>
                    <a:close/>
                  </a:path>
                </a:pathLst>
              </a:custGeom>
              <a:solidFill>
                <a:srgbClr val="E7F0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B4629F1-EADA-2660-B6F8-0245AA009C06}"/>
                  </a:ext>
                </a:extLst>
              </p:cNvPr>
              <p:cNvSpPr/>
              <p:nvPr/>
            </p:nvSpPr>
            <p:spPr>
              <a:xfrm>
                <a:off x="7490765" y="2942191"/>
                <a:ext cx="206232" cy="460543"/>
              </a:xfrm>
              <a:custGeom>
                <a:avLst/>
                <a:gdLst>
                  <a:gd name="connsiteX0" fmla="*/ 82378 w 206232"/>
                  <a:gd name="connsiteY0" fmla="*/ 1616 h 460543"/>
                  <a:gd name="connsiteX1" fmla="*/ 90927 w 206232"/>
                  <a:gd name="connsiteY1" fmla="*/ 6723 h 460543"/>
                  <a:gd name="connsiteX2" fmla="*/ 110578 w 206232"/>
                  <a:gd name="connsiteY2" fmla="*/ 28928 h 460543"/>
                  <a:gd name="connsiteX3" fmla="*/ 161796 w 206232"/>
                  <a:gd name="connsiteY3" fmla="*/ 74188 h 460543"/>
                  <a:gd name="connsiteX4" fmla="*/ 206205 w 206232"/>
                  <a:gd name="connsiteY4" fmla="*/ 161266 h 460543"/>
                  <a:gd name="connsiteX5" fmla="*/ 148140 w 206232"/>
                  <a:gd name="connsiteY5" fmla="*/ 178326 h 460543"/>
                  <a:gd name="connsiteX6" fmla="*/ 186554 w 206232"/>
                  <a:gd name="connsiteY6" fmla="*/ 211633 h 460543"/>
                  <a:gd name="connsiteX7" fmla="*/ 181447 w 206232"/>
                  <a:gd name="connsiteY7" fmla="*/ 222735 h 460543"/>
                  <a:gd name="connsiteX8" fmla="*/ 65318 w 206232"/>
                  <a:gd name="connsiteY8" fmla="*/ 377277 h 460543"/>
                  <a:gd name="connsiteX9" fmla="*/ 11509 w 206232"/>
                  <a:gd name="connsiteY9" fmla="*/ 441337 h 460543"/>
                  <a:gd name="connsiteX10" fmla="*/ 0 w 206232"/>
                  <a:gd name="connsiteY10" fmla="*/ 460544 h 460543"/>
                  <a:gd name="connsiteX11" fmla="*/ 14951 w 206232"/>
                  <a:gd name="connsiteY11" fmla="*/ 378128 h 460543"/>
                  <a:gd name="connsiteX12" fmla="*/ 83266 w 206232"/>
                  <a:gd name="connsiteY12" fmla="*/ 123703 h 460543"/>
                  <a:gd name="connsiteX13" fmla="*/ 90964 w 206232"/>
                  <a:gd name="connsiteY13" fmla="*/ 32332 h 460543"/>
                  <a:gd name="connsiteX14" fmla="*/ 82378 w 206232"/>
                  <a:gd name="connsiteY14" fmla="*/ 1616 h 46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6232" h="460543">
                    <a:moveTo>
                      <a:pt x="82378" y="1616"/>
                    </a:moveTo>
                    <a:cubicBezTo>
                      <a:pt x="82378" y="1616"/>
                      <a:pt x="83229" y="-4379"/>
                      <a:pt x="90927" y="6723"/>
                    </a:cubicBezTo>
                    <a:cubicBezTo>
                      <a:pt x="98624" y="17825"/>
                      <a:pt x="103731" y="21230"/>
                      <a:pt x="110578" y="28928"/>
                    </a:cubicBezTo>
                    <a:cubicBezTo>
                      <a:pt x="117387" y="36625"/>
                      <a:pt x="147326" y="58793"/>
                      <a:pt x="161796" y="74188"/>
                    </a:cubicBezTo>
                    <a:cubicBezTo>
                      <a:pt x="188256" y="102350"/>
                      <a:pt x="207056" y="160415"/>
                      <a:pt x="206205" y="161266"/>
                    </a:cubicBezTo>
                    <a:cubicBezTo>
                      <a:pt x="205353" y="162117"/>
                      <a:pt x="148140" y="178326"/>
                      <a:pt x="148140" y="178326"/>
                    </a:cubicBezTo>
                    <a:cubicBezTo>
                      <a:pt x="148140" y="178326"/>
                      <a:pt x="184000" y="209930"/>
                      <a:pt x="186554" y="211633"/>
                    </a:cubicBezTo>
                    <a:cubicBezTo>
                      <a:pt x="189107" y="213335"/>
                      <a:pt x="184851" y="219330"/>
                      <a:pt x="181447" y="222735"/>
                    </a:cubicBezTo>
                    <a:cubicBezTo>
                      <a:pt x="178042" y="226140"/>
                      <a:pt x="76420" y="361919"/>
                      <a:pt x="65318" y="377277"/>
                    </a:cubicBezTo>
                    <a:cubicBezTo>
                      <a:pt x="54216" y="392635"/>
                      <a:pt x="15358" y="434083"/>
                      <a:pt x="11509" y="441337"/>
                    </a:cubicBezTo>
                    <a:cubicBezTo>
                      <a:pt x="7660" y="448590"/>
                      <a:pt x="0" y="460544"/>
                      <a:pt x="0" y="460544"/>
                    </a:cubicBezTo>
                    <a:cubicBezTo>
                      <a:pt x="0" y="460544"/>
                      <a:pt x="3849" y="419133"/>
                      <a:pt x="14951" y="378128"/>
                    </a:cubicBezTo>
                    <a:cubicBezTo>
                      <a:pt x="26053" y="337161"/>
                      <a:pt x="78122" y="142466"/>
                      <a:pt x="83266" y="123703"/>
                    </a:cubicBezTo>
                    <a:cubicBezTo>
                      <a:pt x="88373" y="104904"/>
                      <a:pt x="94369" y="52834"/>
                      <a:pt x="90964" y="32332"/>
                    </a:cubicBezTo>
                    <a:cubicBezTo>
                      <a:pt x="87522" y="11867"/>
                      <a:pt x="82378" y="1616"/>
                      <a:pt x="82378" y="1616"/>
                    </a:cubicBezTo>
                    <a:close/>
                  </a:path>
                </a:pathLst>
              </a:custGeom>
              <a:solidFill>
                <a:srgbClr val="E7F0F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184B584-4D91-81E7-92F0-B8DAFF211617}"/>
                  </a:ext>
                </a:extLst>
              </p:cNvPr>
              <p:cNvSpPr/>
              <p:nvPr/>
            </p:nvSpPr>
            <p:spPr>
              <a:xfrm>
                <a:off x="7313167" y="2735146"/>
                <a:ext cx="68907" cy="110482"/>
              </a:xfrm>
              <a:custGeom>
                <a:avLst/>
                <a:gdLst>
                  <a:gd name="connsiteX0" fmla="*/ 24610 w 68907"/>
                  <a:gd name="connsiteY0" fmla="*/ 8415 h 110482"/>
                  <a:gd name="connsiteX1" fmla="*/ 5625 w 68907"/>
                  <a:gd name="connsiteY1" fmla="*/ 681 h 110482"/>
                  <a:gd name="connsiteX2" fmla="*/ 2813 w 68907"/>
                  <a:gd name="connsiteY2" fmla="*/ 40056 h 110482"/>
                  <a:gd name="connsiteX3" fmla="*/ 21094 w 68907"/>
                  <a:gd name="connsiteY3" fmla="*/ 90682 h 110482"/>
                  <a:gd name="connsiteX4" fmla="*/ 40782 w 68907"/>
                  <a:gd name="connsiteY4" fmla="*/ 108964 h 110482"/>
                  <a:gd name="connsiteX5" fmla="*/ 68908 w 68907"/>
                  <a:gd name="connsiteY5" fmla="*/ 110370 h 110482"/>
                  <a:gd name="connsiteX6" fmla="*/ 42891 w 68907"/>
                  <a:gd name="connsiteY6" fmla="*/ 8415 h 110482"/>
                  <a:gd name="connsiteX7" fmla="*/ 24610 w 68907"/>
                  <a:gd name="connsiteY7" fmla="*/ 8415 h 11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07" h="110482">
                    <a:moveTo>
                      <a:pt x="24610" y="8415"/>
                    </a:moveTo>
                    <a:cubicBezTo>
                      <a:pt x="24610" y="8415"/>
                      <a:pt x="14063" y="-2835"/>
                      <a:pt x="5625" y="681"/>
                    </a:cubicBezTo>
                    <a:cubicBezTo>
                      <a:pt x="-2813" y="4196"/>
                      <a:pt x="0" y="27400"/>
                      <a:pt x="2813" y="40056"/>
                    </a:cubicBezTo>
                    <a:cubicBezTo>
                      <a:pt x="5625" y="52713"/>
                      <a:pt x="14766" y="80838"/>
                      <a:pt x="21094" y="90682"/>
                    </a:cubicBezTo>
                    <a:cubicBezTo>
                      <a:pt x="27422" y="100526"/>
                      <a:pt x="33751" y="106854"/>
                      <a:pt x="40782" y="108964"/>
                    </a:cubicBezTo>
                    <a:cubicBezTo>
                      <a:pt x="47813" y="111073"/>
                      <a:pt x="68908" y="110370"/>
                      <a:pt x="68908" y="110370"/>
                    </a:cubicBezTo>
                    <a:lnTo>
                      <a:pt x="42891" y="8415"/>
                    </a:lnTo>
                    <a:lnTo>
                      <a:pt x="24610" y="8415"/>
                    </a:lnTo>
                    <a:close/>
                  </a:path>
                </a:pathLst>
              </a:custGeom>
              <a:solidFill>
                <a:srgbClr val="552E0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2AB17E9-9C7F-96F2-463F-791DC4FD1559}"/>
                  </a:ext>
                </a:extLst>
              </p:cNvPr>
              <p:cNvSpPr/>
              <p:nvPr/>
            </p:nvSpPr>
            <p:spPr>
              <a:xfrm>
                <a:off x="7551494" y="2735146"/>
                <a:ext cx="68907" cy="110482"/>
              </a:xfrm>
              <a:custGeom>
                <a:avLst/>
                <a:gdLst>
                  <a:gd name="connsiteX0" fmla="*/ 44298 w 68907"/>
                  <a:gd name="connsiteY0" fmla="*/ 8415 h 110482"/>
                  <a:gd name="connsiteX1" fmla="*/ 63283 w 68907"/>
                  <a:gd name="connsiteY1" fmla="*/ 681 h 110482"/>
                  <a:gd name="connsiteX2" fmla="*/ 66095 w 68907"/>
                  <a:gd name="connsiteY2" fmla="*/ 40056 h 110482"/>
                  <a:gd name="connsiteX3" fmla="*/ 47813 w 68907"/>
                  <a:gd name="connsiteY3" fmla="*/ 90682 h 110482"/>
                  <a:gd name="connsiteX4" fmla="*/ 28126 w 68907"/>
                  <a:gd name="connsiteY4" fmla="*/ 108964 h 110482"/>
                  <a:gd name="connsiteX5" fmla="*/ 0 w 68907"/>
                  <a:gd name="connsiteY5" fmla="*/ 110370 h 110482"/>
                  <a:gd name="connsiteX6" fmla="*/ 26016 w 68907"/>
                  <a:gd name="connsiteY6" fmla="*/ 8415 h 110482"/>
                  <a:gd name="connsiteX7" fmla="*/ 44298 w 68907"/>
                  <a:gd name="connsiteY7" fmla="*/ 8415 h 110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07" h="110482">
                    <a:moveTo>
                      <a:pt x="44298" y="8415"/>
                    </a:moveTo>
                    <a:cubicBezTo>
                      <a:pt x="44298" y="8415"/>
                      <a:pt x="54845" y="-2835"/>
                      <a:pt x="63283" y="681"/>
                    </a:cubicBezTo>
                    <a:cubicBezTo>
                      <a:pt x="71720" y="4196"/>
                      <a:pt x="68908" y="27400"/>
                      <a:pt x="66095" y="40056"/>
                    </a:cubicBezTo>
                    <a:cubicBezTo>
                      <a:pt x="63283" y="52713"/>
                      <a:pt x="54142" y="80838"/>
                      <a:pt x="47813" y="90682"/>
                    </a:cubicBezTo>
                    <a:cubicBezTo>
                      <a:pt x="41485" y="100526"/>
                      <a:pt x="35157" y="106854"/>
                      <a:pt x="28126" y="108964"/>
                    </a:cubicBezTo>
                    <a:cubicBezTo>
                      <a:pt x="21094" y="111073"/>
                      <a:pt x="0" y="110370"/>
                      <a:pt x="0" y="110370"/>
                    </a:cubicBezTo>
                    <a:lnTo>
                      <a:pt x="26016" y="8415"/>
                    </a:lnTo>
                    <a:lnTo>
                      <a:pt x="44298" y="8415"/>
                    </a:lnTo>
                    <a:close/>
                  </a:path>
                </a:pathLst>
              </a:custGeom>
              <a:solidFill>
                <a:srgbClr val="552E07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77E30C1-2525-5CD7-5B78-79EE25695FB3}"/>
                  </a:ext>
                </a:extLst>
              </p:cNvPr>
              <p:cNvSpPr/>
              <p:nvPr/>
            </p:nvSpPr>
            <p:spPr>
              <a:xfrm>
                <a:off x="7339964" y="2580424"/>
                <a:ext cx="259375" cy="388192"/>
              </a:xfrm>
              <a:custGeom>
                <a:avLst/>
                <a:gdLst>
                  <a:gd name="connsiteX0" fmla="*/ 129670 w 259375"/>
                  <a:gd name="connsiteY0" fmla="*/ 5708 h 388192"/>
                  <a:gd name="connsiteX1" fmla="*/ 3438 w 259375"/>
                  <a:gd name="connsiteY1" fmla="*/ 156105 h 388192"/>
                  <a:gd name="connsiteX2" fmla="*/ 14688 w 259375"/>
                  <a:gd name="connsiteY2" fmla="*/ 218685 h 388192"/>
                  <a:gd name="connsiteX3" fmla="*/ 23126 w 259375"/>
                  <a:gd name="connsiteY3" fmla="*/ 302358 h 388192"/>
                  <a:gd name="connsiteX4" fmla="*/ 46329 w 259375"/>
                  <a:gd name="connsiteY4" fmla="*/ 338736 h 388192"/>
                  <a:gd name="connsiteX5" fmla="*/ 77268 w 259375"/>
                  <a:gd name="connsiteY5" fmla="*/ 363531 h 388192"/>
                  <a:gd name="connsiteX6" fmla="*/ 106096 w 259375"/>
                  <a:gd name="connsiteY6" fmla="*/ 386735 h 388192"/>
                  <a:gd name="connsiteX7" fmla="*/ 129670 w 259375"/>
                  <a:gd name="connsiteY7" fmla="*/ 385439 h 388192"/>
                  <a:gd name="connsiteX8" fmla="*/ 153281 w 259375"/>
                  <a:gd name="connsiteY8" fmla="*/ 386735 h 388192"/>
                  <a:gd name="connsiteX9" fmla="*/ 182109 w 259375"/>
                  <a:gd name="connsiteY9" fmla="*/ 363531 h 388192"/>
                  <a:gd name="connsiteX10" fmla="*/ 213047 w 259375"/>
                  <a:gd name="connsiteY10" fmla="*/ 338736 h 388192"/>
                  <a:gd name="connsiteX11" fmla="*/ 236251 w 259375"/>
                  <a:gd name="connsiteY11" fmla="*/ 302358 h 388192"/>
                  <a:gd name="connsiteX12" fmla="*/ 244688 w 259375"/>
                  <a:gd name="connsiteY12" fmla="*/ 218685 h 388192"/>
                  <a:gd name="connsiteX13" fmla="*/ 255939 w 259375"/>
                  <a:gd name="connsiteY13" fmla="*/ 156105 h 388192"/>
                  <a:gd name="connsiteX14" fmla="*/ 129670 w 259375"/>
                  <a:gd name="connsiteY14" fmla="*/ 5708 h 38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9375" h="388192">
                    <a:moveTo>
                      <a:pt x="129670" y="5708"/>
                    </a:moveTo>
                    <a:cubicBezTo>
                      <a:pt x="99546" y="-2693"/>
                      <a:pt x="-21838" y="-25860"/>
                      <a:pt x="3438" y="156105"/>
                    </a:cubicBezTo>
                    <a:cubicBezTo>
                      <a:pt x="3438" y="156105"/>
                      <a:pt x="13282" y="194075"/>
                      <a:pt x="14688" y="218685"/>
                    </a:cubicBezTo>
                    <a:cubicBezTo>
                      <a:pt x="16094" y="243294"/>
                      <a:pt x="21016" y="291108"/>
                      <a:pt x="23126" y="302358"/>
                    </a:cubicBezTo>
                    <a:cubicBezTo>
                      <a:pt x="25235" y="313608"/>
                      <a:pt x="36004" y="330372"/>
                      <a:pt x="46329" y="338736"/>
                    </a:cubicBezTo>
                    <a:cubicBezTo>
                      <a:pt x="61095" y="350689"/>
                      <a:pt x="70236" y="357055"/>
                      <a:pt x="77268" y="363531"/>
                    </a:cubicBezTo>
                    <a:cubicBezTo>
                      <a:pt x="86408" y="371969"/>
                      <a:pt x="98584" y="384477"/>
                      <a:pt x="106096" y="386735"/>
                    </a:cubicBezTo>
                    <a:cubicBezTo>
                      <a:pt x="116902" y="389991"/>
                      <a:pt x="126043" y="386994"/>
                      <a:pt x="129670" y="385439"/>
                    </a:cubicBezTo>
                    <a:cubicBezTo>
                      <a:pt x="133334" y="386994"/>
                      <a:pt x="142437" y="389991"/>
                      <a:pt x="153281" y="386735"/>
                    </a:cubicBezTo>
                    <a:cubicBezTo>
                      <a:pt x="160793" y="384477"/>
                      <a:pt x="173597" y="371266"/>
                      <a:pt x="182109" y="363531"/>
                    </a:cubicBezTo>
                    <a:cubicBezTo>
                      <a:pt x="189178" y="357092"/>
                      <a:pt x="198281" y="350689"/>
                      <a:pt x="213047" y="338736"/>
                    </a:cubicBezTo>
                    <a:cubicBezTo>
                      <a:pt x="223335" y="330372"/>
                      <a:pt x="234141" y="313608"/>
                      <a:pt x="236251" y="302358"/>
                    </a:cubicBezTo>
                    <a:cubicBezTo>
                      <a:pt x="238360" y="291108"/>
                      <a:pt x="243282" y="243294"/>
                      <a:pt x="244688" y="218685"/>
                    </a:cubicBezTo>
                    <a:cubicBezTo>
                      <a:pt x="246095" y="194075"/>
                      <a:pt x="255939" y="156105"/>
                      <a:pt x="255939" y="156105"/>
                    </a:cubicBezTo>
                    <a:cubicBezTo>
                      <a:pt x="281215" y="-25860"/>
                      <a:pt x="159794" y="-2693"/>
                      <a:pt x="129670" y="5708"/>
                    </a:cubicBezTo>
                    <a:close/>
                  </a:path>
                </a:pathLst>
              </a:custGeom>
              <a:solidFill>
                <a:srgbClr val="78410A"/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D2F5D75-7B26-CDC6-D031-3B45602B0C4A}"/>
                  </a:ext>
                </a:extLst>
              </p:cNvPr>
              <p:cNvSpPr/>
              <p:nvPr/>
            </p:nvSpPr>
            <p:spPr>
              <a:xfrm>
                <a:off x="7323369" y="2528523"/>
                <a:ext cx="280156" cy="252851"/>
              </a:xfrm>
              <a:custGeom>
                <a:avLst/>
                <a:gdLst>
                  <a:gd name="connsiteX0" fmla="*/ 235156 w 280156"/>
                  <a:gd name="connsiteY0" fmla="*/ 106052 h 252851"/>
                  <a:gd name="connsiteX1" fmla="*/ 247109 w 280156"/>
                  <a:gd name="connsiteY1" fmla="*/ 144021 h 252851"/>
                  <a:gd name="connsiteX2" fmla="*/ 248516 w 280156"/>
                  <a:gd name="connsiteY2" fmla="*/ 184803 h 252851"/>
                  <a:gd name="connsiteX3" fmla="*/ 254844 w 280156"/>
                  <a:gd name="connsiteY3" fmla="*/ 212225 h 252851"/>
                  <a:gd name="connsiteX4" fmla="*/ 259766 w 280156"/>
                  <a:gd name="connsiteY4" fmla="*/ 251601 h 252851"/>
                  <a:gd name="connsiteX5" fmla="*/ 263282 w 280156"/>
                  <a:gd name="connsiteY5" fmla="*/ 251601 h 252851"/>
                  <a:gd name="connsiteX6" fmla="*/ 272422 w 280156"/>
                  <a:gd name="connsiteY6" fmla="*/ 224179 h 252851"/>
                  <a:gd name="connsiteX7" fmla="*/ 280157 w 280156"/>
                  <a:gd name="connsiteY7" fmla="*/ 208007 h 252851"/>
                  <a:gd name="connsiteX8" fmla="*/ 279454 w 280156"/>
                  <a:gd name="connsiteY8" fmla="*/ 161599 h 252851"/>
                  <a:gd name="connsiteX9" fmla="*/ 278047 w 280156"/>
                  <a:gd name="connsiteY9" fmla="*/ 96911 h 252851"/>
                  <a:gd name="connsiteX10" fmla="*/ 253438 w 280156"/>
                  <a:gd name="connsiteY10" fmla="*/ 61051 h 252851"/>
                  <a:gd name="connsiteX11" fmla="*/ 245000 w 280156"/>
                  <a:gd name="connsiteY11" fmla="*/ 43472 h 252851"/>
                  <a:gd name="connsiteX12" fmla="*/ 195077 w 280156"/>
                  <a:gd name="connsiteY12" fmla="*/ 3393 h 252851"/>
                  <a:gd name="connsiteX13" fmla="*/ 62184 w 280156"/>
                  <a:gd name="connsiteY13" fmla="*/ 18862 h 252851"/>
                  <a:gd name="connsiteX14" fmla="*/ 8745 w 280156"/>
                  <a:gd name="connsiteY14" fmla="*/ 87770 h 252851"/>
                  <a:gd name="connsiteX15" fmla="*/ 308 w 280156"/>
                  <a:gd name="connsiteY15" fmla="*/ 178475 h 252851"/>
                  <a:gd name="connsiteX16" fmla="*/ 5230 w 280156"/>
                  <a:gd name="connsiteY16" fmla="*/ 208710 h 252851"/>
                  <a:gd name="connsiteX17" fmla="*/ 12964 w 280156"/>
                  <a:gd name="connsiteY17" fmla="*/ 223476 h 252851"/>
                  <a:gd name="connsiteX18" fmla="*/ 22105 w 280156"/>
                  <a:gd name="connsiteY18" fmla="*/ 243867 h 252851"/>
                  <a:gd name="connsiteX19" fmla="*/ 27027 w 280156"/>
                  <a:gd name="connsiteY19" fmla="*/ 243867 h 252851"/>
                  <a:gd name="connsiteX20" fmla="*/ 29840 w 280156"/>
                  <a:gd name="connsiteY20" fmla="*/ 217147 h 252851"/>
                  <a:gd name="connsiteX21" fmla="*/ 34762 w 280156"/>
                  <a:gd name="connsiteY21" fmla="*/ 181990 h 252851"/>
                  <a:gd name="connsiteX22" fmla="*/ 31949 w 280156"/>
                  <a:gd name="connsiteY22" fmla="*/ 139099 h 252851"/>
                  <a:gd name="connsiteX23" fmla="*/ 41090 w 280156"/>
                  <a:gd name="connsiteY23" fmla="*/ 115192 h 252851"/>
                  <a:gd name="connsiteX24" fmla="*/ 68512 w 280156"/>
                  <a:gd name="connsiteY24" fmla="*/ 134177 h 252851"/>
                  <a:gd name="connsiteX25" fmla="*/ 100857 w 280156"/>
                  <a:gd name="connsiteY25" fmla="*/ 125739 h 252851"/>
                  <a:gd name="connsiteX26" fmla="*/ 133201 w 280156"/>
                  <a:gd name="connsiteY26" fmla="*/ 120114 h 252851"/>
                  <a:gd name="connsiteX27" fmla="*/ 166952 w 280156"/>
                  <a:gd name="connsiteY27" fmla="*/ 111677 h 252851"/>
                  <a:gd name="connsiteX28" fmla="*/ 190858 w 280156"/>
                  <a:gd name="connsiteY28" fmla="*/ 107458 h 252851"/>
                  <a:gd name="connsiteX29" fmla="*/ 235156 w 280156"/>
                  <a:gd name="connsiteY29" fmla="*/ 106052 h 25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80156" h="252851">
                    <a:moveTo>
                      <a:pt x="235156" y="106052"/>
                    </a:moveTo>
                    <a:cubicBezTo>
                      <a:pt x="235156" y="106052"/>
                      <a:pt x="246406" y="127849"/>
                      <a:pt x="247109" y="144021"/>
                    </a:cubicBezTo>
                    <a:cubicBezTo>
                      <a:pt x="247813" y="160193"/>
                      <a:pt x="246406" y="174959"/>
                      <a:pt x="248516" y="184803"/>
                    </a:cubicBezTo>
                    <a:cubicBezTo>
                      <a:pt x="250625" y="194647"/>
                      <a:pt x="254844" y="202382"/>
                      <a:pt x="254844" y="212225"/>
                    </a:cubicBezTo>
                    <a:cubicBezTo>
                      <a:pt x="254844" y="222069"/>
                      <a:pt x="259766" y="248789"/>
                      <a:pt x="259766" y="251601"/>
                    </a:cubicBezTo>
                    <a:cubicBezTo>
                      <a:pt x="259766" y="254414"/>
                      <a:pt x="263282" y="251601"/>
                      <a:pt x="263282" y="251601"/>
                    </a:cubicBezTo>
                    <a:cubicBezTo>
                      <a:pt x="263282" y="251601"/>
                      <a:pt x="268204" y="229804"/>
                      <a:pt x="272422" y="224179"/>
                    </a:cubicBezTo>
                    <a:cubicBezTo>
                      <a:pt x="276641" y="218554"/>
                      <a:pt x="280157" y="208007"/>
                      <a:pt x="280157" y="208007"/>
                    </a:cubicBezTo>
                    <a:cubicBezTo>
                      <a:pt x="280157" y="208007"/>
                      <a:pt x="280157" y="181990"/>
                      <a:pt x="279454" y="161599"/>
                    </a:cubicBezTo>
                    <a:cubicBezTo>
                      <a:pt x="278751" y="141208"/>
                      <a:pt x="280157" y="110974"/>
                      <a:pt x="278047" y="96911"/>
                    </a:cubicBezTo>
                    <a:cubicBezTo>
                      <a:pt x="275938" y="82848"/>
                      <a:pt x="253438" y="61051"/>
                      <a:pt x="253438" y="61051"/>
                    </a:cubicBezTo>
                    <a:cubicBezTo>
                      <a:pt x="253438" y="61051"/>
                      <a:pt x="253438" y="50504"/>
                      <a:pt x="245000" y="43472"/>
                    </a:cubicBezTo>
                    <a:cubicBezTo>
                      <a:pt x="236562" y="36441"/>
                      <a:pt x="237969" y="11128"/>
                      <a:pt x="195077" y="3393"/>
                    </a:cubicBezTo>
                    <a:cubicBezTo>
                      <a:pt x="152186" y="-4341"/>
                      <a:pt x="85388" y="1284"/>
                      <a:pt x="62184" y="18862"/>
                    </a:cubicBezTo>
                    <a:cubicBezTo>
                      <a:pt x="38980" y="36441"/>
                      <a:pt x="15074" y="63863"/>
                      <a:pt x="8745" y="87770"/>
                    </a:cubicBezTo>
                    <a:cubicBezTo>
                      <a:pt x="2417" y="111677"/>
                      <a:pt x="-1098" y="158787"/>
                      <a:pt x="308" y="178475"/>
                    </a:cubicBezTo>
                    <a:cubicBezTo>
                      <a:pt x="1714" y="198163"/>
                      <a:pt x="5230" y="208710"/>
                      <a:pt x="5230" y="208710"/>
                    </a:cubicBezTo>
                    <a:cubicBezTo>
                      <a:pt x="5230" y="208710"/>
                      <a:pt x="12261" y="219960"/>
                      <a:pt x="12964" y="223476"/>
                    </a:cubicBezTo>
                    <a:cubicBezTo>
                      <a:pt x="13667" y="226991"/>
                      <a:pt x="22105" y="243867"/>
                      <a:pt x="22105" y="243867"/>
                    </a:cubicBezTo>
                    <a:cubicBezTo>
                      <a:pt x="22105" y="243867"/>
                      <a:pt x="25621" y="248789"/>
                      <a:pt x="27027" y="243867"/>
                    </a:cubicBezTo>
                    <a:cubicBezTo>
                      <a:pt x="28507" y="238723"/>
                      <a:pt x="25621" y="230507"/>
                      <a:pt x="29840" y="217147"/>
                    </a:cubicBezTo>
                    <a:cubicBezTo>
                      <a:pt x="34058" y="203788"/>
                      <a:pt x="38980" y="194647"/>
                      <a:pt x="34762" y="181990"/>
                    </a:cubicBezTo>
                    <a:cubicBezTo>
                      <a:pt x="30543" y="169334"/>
                      <a:pt x="28433" y="151756"/>
                      <a:pt x="31949" y="139099"/>
                    </a:cubicBezTo>
                    <a:cubicBezTo>
                      <a:pt x="35465" y="126443"/>
                      <a:pt x="41090" y="115192"/>
                      <a:pt x="41090" y="115192"/>
                    </a:cubicBezTo>
                    <a:cubicBezTo>
                      <a:pt x="41090" y="115192"/>
                      <a:pt x="57965" y="132771"/>
                      <a:pt x="68512" y="134177"/>
                    </a:cubicBezTo>
                    <a:cubicBezTo>
                      <a:pt x="79059" y="135583"/>
                      <a:pt x="93122" y="129958"/>
                      <a:pt x="100857" y="125739"/>
                    </a:cubicBezTo>
                    <a:cubicBezTo>
                      <a:pt x="108591" y="121521"/>
                      <a:pt x="124763" y="120114"/>
                      <a:pt x="133201" y="120114"/>
                    </a:cubicBezTo>
                    <a:cubicBezTo>
                      <a:pt x="141639" y="120114"/>
                      <a:pt x="159217" y="116599"/>
                      <a:pt x="166952" y="111677"/>
                    </a:cubicBezTo>
                    <a:cubicBezTo>
                      <a:pt x="174686" y="106755"/>
                      <a:pt x="183827" y="107458"/>
                      <a:pt x="190858" y="107458"/>
                    </a:cubicBezTo>
                    <a:cubicBezTo>
                      <a:pt x="197890" y="107458"/>
                      <a:pt x="224609" y="114489"/>
                      <a:pt x="235156" y="106052"/>
                    </a:cubicBezTo>
                    <a:close/>
                  </a:path>
                </a:pathLst>
              </a:custGeom>
              <a:solidFill>
                <a:schemeClr val="bg2">
                  <a:lumMod val="10000"/>
                </a:schemeClr>
              </a:solidFill>
              <a:ln w="36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25FAC6E-EF75-1450-29BB-6592F1128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52656" y="2918070"/>
              <a:ext cx="1000035" cy="3117426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C11DF779-6B27-58C8-9909-57FE94490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99953" y="3160601"/>
              <a:ext cx="1137689" cy="352141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29870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2025-08-08T17:28:12Z</dcterms:created>
  <dcterms:modified xsi:type="dcterms:W3CDTF">2025-08-08T17:28:12Z</dcterms:modified>
</cp:coreProperties>
</file>