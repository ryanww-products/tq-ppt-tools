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4ACD0-F9E3-E0E1-1D3E-DA6274B4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C85D-80D6-41C9-8F9A-17FE6582A8B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13B99-CCF4-0D18-0BC6-79FF6C8E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31F6A-6BF2-A8C7-EF46-7BF82106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409A-02CA-4847-B7A6-FCDAF3873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4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C0E9B7-7EB4-FC3F-B5DF-9F614F25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0B05E-1CBE-B55F-E802-0551CF4C1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FDD47-F015-8E5E-F27A-F5A03C0E9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AC85D-80D6-41C9-8F9A-17FE6582A8B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7EB17-09EA-0574-7FDE-567ED4CB1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FEF2-F3D0-0385-C928-2C87D5582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0409A-02CA-4847-B7A6-FCDAF3873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51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Z Replay template">
            <a:extLst>
              <a:ext uri="{FF2B5EF4-FFF2-40B4-BE49-F238E27FC236}">
                <a16:creationId xmlns:a16="http://schemas.microsoft.com/office/drawing/2014/main" id="{E39A5D0F-B239-5C9E-11D3-E3A3B59C82A3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Z Rewind template">
            <a:extLst>
              <a:ext uri="{FF2B5EF4-FFF2-40B4-BE49-F238E27FC236}">
                <a16:creationId xmlns:a16="http://schemas.microsoft.com/office/drawing/2014/main" id="{ABC56201-F8D2-A6ED-A6FB-602909B30D90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8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TrialQuest</dc:creator>
  <cp:lastModifiedBy>TrialQuest</cp:lastModifiedBy>
  <cp:revision>1</cp:revision>
  <dcterms:created xsi:type="dcterms:W3CDTF">2026-09-25T20:56:26Z</dcterms:created>
  <dcterms:modified xsi:type="dcterms:W3CDTF">2026-09-25T20:56:26Z</dcterms:modified>
</cp:coreProperties>
</file>